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6" r:id="rId2"/>
    <p:sldId id="257" r:id="rId3"/>
    <p:sldId id="258" r:id="rId4"/>
    <p:sldId id="521" r:id="rId5"/>
    <p:sldId id="522" r:id="rId6"/>
    <p:sldId id="259" r:id="rId7"/>
    <p:sldId id="507" r:id="rId8"/>
    <p:sldId id="260" r:id="rId9"/>
    <p:sldId id="442" r:id="rId10"/>
    <p:sldId id="261" r:id="rId11"/>
    <p:sldId id="516" r:id="rId12"/>
    <p:sldId id="517" r:id="rId13"/>
    <p:sldId id="519" r:id="rId14"/>
    <p:sldId id="498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81" r:id="rId24"/>
    <p:sldId id="499" r:id="rId25"/>
    <p:sldId id="455" r:id="rId26"/>
    <p:sldId id="485" r:id="rId27"/>
    <p:sldId id="456" r:id="rId28"/>
    <p:sldId id="486" r:id="rId29"/>
    <p:sldId id="458" r:id="rId30"/>
    <p:sldId id="459" r:id="rId31"/>
    <p:sldId id="487" r:id="rId32"/>
    <p:sldId id="462" r:id="rId33"/>
    <p:sldId id="262" r:id="rId34"/>
    <p:sldId id="500" r:id="rId35"/>
    <p:sldId id="497" r:id="rId36"/>
    <p:sldId id="506" r:id="rId37"/>
    <p:sldId id="503" r:id="rId38"/>
    <p:sldId id="504" r:id="rId39"/>
    <p:sldId id="505" r:id="rId40"/>
    <p:sldId id="501" r:id="rId41"/>
    <p:sldId id="463" r:id="rId42"/>
    <p:sldId id="488" r:id="rId43"/>
    <p:sldId id="489" r:id="rId44"/>
    <p:sldId id="465" r:id="rId45"/>
    <p:sldId id="467" r:id="rId46"/>
    <p:sldId id="468" r:id="rId47"/>
    <p:sldId id="490" r:id="rId48"/>
    <p:sldId id="471" r:id="rId49"/>
    <p:sldId id="511" r:id="rId50"/>
    <p:sldId id="472" r:id="rId51"/>
    <p:sldId id="473" r:id="rId52"/>
    <p:sldId id="502" r:id="rId53"/>
    <p:sldId id="452" r:id="rId54"/>
    <p:sldId id="491" r:id="rId55"/>
    <p:sldId id="453" r:id="rId56"/>
    <p:sldId id="492" r:id="rId57"/>
    <p:sldId id="482" r:id="rId58"/>
    <p:sldId id="454" r:id="rId59"/>
    <p:sldId id="476" r:id="rId60"/>
    <p:sldId id="493" r:id="rId61"/>
    <p:sldId id="484" r:id="rId62"/>
    <p:sldId id="479" r:id="rId63"/>
    <p:sldId id="477" r:id="rId64"/>
    <p:sldId id="494" r:id="rId65"/>
    <p:sldId id="495" r:id="rId66"/>
    <p:sldId id="480" r:id="rId67"/>
    <p:sldId id="508" r:id="rId68"/>
    <p:sldId id="496" r:id="rId6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-399" y="-4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B126-EABC-45EF-A6FA-5D47897D3C2C}" type="datetimeFigureOut">
              <a:rPr lang="zh-CN" altLang="en-US" smtClean="0"/>
              <a:t>2024-03-25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1667-871D-4C41-B3B7-48866E1A36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4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xmlns="" id="{5B8DD86B-BA54-3AAC-375F-5F45F38C26C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xmlns="" id="{CC506E40-F642-9E20-6D2D-0F13781D81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xmlns="" id="{872810FC-5A8F-B09B-A8A1-73280060B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556220-69A1-46FC-BB53-29FB3D162075}" type="slidenum">
              <a:rPr lang="zh-CN" altLang="en-US" sz="1300" b="0" smtClean="0"/>
              <a:pPr/>
              <a:t>11</a:t>
            </a:fld>
            <a:endParaRPr lang="zh-CN" altLang="en-US" sz="1300" b="0"/>
          </a:p>
        </p:txBody>
      </p:sp>
      <p:sp>
        <p:nvSpPr>
          <p:cNvPr id="17413" name="日期占位符 4">
            <a:extLst>
              <a:ext uri="{FF2B5EF4-FFF2-40B4-BE49-F238E27FC236}">
                <a16:creationId xmlns:a16="http://schemas.microsoft.com/office/drawing/2014/main" xmlns="" id="{28C13F22-471C-E4F4-445A-D422E5A5CB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5E10B741-30DE-4E01-8100-01F5F1BD2EED}" type="datetime1">
              <a:rPr lang="zh-CN" altLang="en-US" sz="1300" b="0" smtClean="0"/>
              <a:pPr>
                <a:buFont typeface="Arial" panose="020B0604020202020204" pitchFamily="34" charset="0"/>
                <a:buNone/>
              </a:pPr>
              <a:t>2024-03-25</a:t>
            </a:fld>
            <a:endParaRPr lang="zh-CN" altLang="en-US" sz="13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15E55FBC-1525-ABFF-A702-68FF5EBB2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C9088-2336-4C8B-914F-E1CEF05A2B4E}" type="datetime1">
              <a:rPr lang="zh-CN" altLang="en-US"/>
              <a:pPr>
                <a:defRPr/>
              </a:pPr>
              <a:t>2024-03-25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F4902E64-EE88-FBF5-97BB-B6582E4A3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7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2024-03-25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xmlns="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:a16="http://schemas.microsoft.com/office/drawing/2014/main" xmlns="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:a16="http://schemas.microsoft.com/office/drawing/2014/main" xmlns="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2052" name="文本框 5">
            <a:extLst>
              <a:ext uri="{FF2B5EF4-FFF2-40B4-BE49-F238E27FC236}">
                <a16:creationId xmlns:a16="http://schemas.microsoft.com/office/drawing/2014/main" xmlns="" id="{E6434C39-744C-4035-AF8A-E132C3E34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36417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2053" name="文本框 6">
            <a:extLst>
              <a:ext uri="{FF2B5EF4-FFF2-40B4-BE49-F238E27FC236}">
                <a16:creationId xmlns:a16="http://schemas.microsoft.com/office/drawing/2014/main" xmlns="" id="{F29EB65A-8D57-4A03-88A9-7E688A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42878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2054" name="文本框 3">
            <a:extLst>
              <a:ext uri="{FF2B5EF4-FFF2-40B4-BE49-F238E27FC236}">
                <a16:creationId xmlns:a16="http://schemas.microsoft.com/office/drawing/2014/main" xmlns="" id="{26D66BF2-F896-4ED8-9B16-F459C69C8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4930775"/>
            <a:ext cx="698817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xmlns="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2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Fundamental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xmlns="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1168400"/>
            <a:ext cx="10109200" cy="5472113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Digital Logic + Computer Architecture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Verilog Language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Tools 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EES331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3600" dirty="0"/>
              <a:t>Lab report submitted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e-file name:  report no.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 student code + 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name</a:t>
            </a:r>
          </a:p>
          <a:p>
            <a:pPr marL="808038" lvl="1" indent="0" eaLnBrk="1" hangingPunct="1">
              <a:lnSpc>
                <a:spcPct val="100000"/>
              </a:lnSpc>
              <a:spcBef>
                <a:spcPct val="25000"/>
              </a:spcBef>
              <a:buNone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	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eg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lab1_20xxxxxx_Alex</a:t>
            </a:r>
            <a:endParaRPr lang="en-US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send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 email: same as the 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homework 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zh-CN" altLang="en-US" sz="24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发理论课助教</a:t>
            </a:r>
            <a:r>
              <a:rPr lang="zh-CN" altLang="en-US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cut-off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time: 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before 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lab3 </a:t>
            </a:r>
            <a:endParaRPr lang="en-US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xmlns="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+ 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Report1 5% 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xmlns="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Lab2 20% + Lab3 20% + Lab4 20% + Lab5 10%</a:t>
            </a:r>
            <a:r>
              <a:rPr lang="zh-CN" altLang="en-US" sz="24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Report1 5%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816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xmlns="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Report1 5%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398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xmlns="" id="{EAC0EDB8-6AAC-4890-A165-D0070F5E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Reference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xmlns="" id="{0D99967C-C188-451A-8D5E-EC7CC7CC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063750"/>
            <a:ext cx="10428288" cy="3209925"/>
          </a:xfrm>
        </p:spPr>
        <p:txBody>
          <a:bodyPr/>
          <a:lstStyle/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IEEE Standard Verilog Language Reference Manual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 Introduction Using Verilog Design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 User manual  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Zynq Book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Codes for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xmlns="" id="{25C85F6F-0567-46CE-86A3-B5E5137F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xmlns="" id="{780C1799-C532-42E5-BA20-355E16DE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xmlns="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xmlns="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888" y="1490663"/>
            <a:ext cx="8229600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EDA tools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Familiar the development environment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simulation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and do verification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C3628C8-9F22-48C8-A7A7-AB00C83E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200275"/>
            <a:ext cx="7886700" cy="272097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6147" name="标题 8">
            <a:extLst>
              <a:ext uri="{FF2B5EF4-FFF2-40B4-BE49-F238E27FC236}">
                <a16:creationId xmlns:a16="http://schemas.microsoft.com/office/drawing/2014/main" xmlns="" id="{866AC6BE-F92A-47A1-838B-46EB9BEE42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96875" y="895350"/>
            <a:ext cx="116697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Traditional method</a:t>
            </a:r>
            <a:r>
              <a:rPr lang="zh-CN" altLang="en-US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VS  Programmable logic device</a:t>
            </a:r>
            <a:endParaRPr lang="zh-CN" altLang="en-US" sz="4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1">
            <a:extLst>
              <a:ext uri="{FF2B5EF4-FFF2-40B4-BE49-F238E27FC236}">
                <a16:creationId xmlns:a16="http://schemas.microsoft.com/office/drawing/2014/main" xmlns="" id="{A3D57907-72DB-4851-8966-7CA9EB12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2595563"/>
            <a:ext cx="5449887" cy="363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标题 1">
            <a:extLst>
              <a:ext uri="{FF2B5EF4-FFF2-40B4-BE49-F238E27FC236}">
                <a16:creationId xmlns:a16="http://schemas.microsoft.com/office/drawing/2014/main" xmlns="" id="{57CECF0E-E305-4E28-A8D3-D0D6107C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0"/>
            <a:ext cx="11151658" cy="132556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Implement for a 3-8 Decoder 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xmlns="" id="{6211428C-866B-49B0-A6F8-33E041F2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xmlns="" id="{B6BA62C2-ADD8-498C-8AB1-63DDEF6C56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0" name="图片 1">
            <a:extLst>
              <a:ext uri="{FF2B5EF4-FFF2-40B4-BE49-F238E27FC236}">
                <a16:creationId xmlns:a16="http://schemas.microsoft.com/office/drawing/2014/main" xmlns="" id="{AC46707C-9BA6-4DFD-A6C6-CCAEA88E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7">
            <a:extLst>
              <a:ext uri="{FF2B5EF4-FFF2-40B4-BE49-F238E27FC236}">
                <a16:creationId xmlns:a16="http://schemas.microsoft.com/office/drawing/2014/main" xmlns="" id="{3F090C3C-6335-22FC-E0F6-18DD526686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1981200" y="65341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B42B7A-AF4E-47FB-94E9-C5D4FA45E9D5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2024-03-25</a:t>
            </a:fld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xmlns="" id="{F6811171-367F-CF47-6FE3-AE004717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矩形 1">
            <a:extLst>
              <a:ext uri="{FF2B5EF4-FFF2-40B4-BE49-F238E27FC236}">
                <a16:creationId xmlns:a16="http://schemas.microsoft.com/office/drawing/2014/main" xmlns="" id="{19CF8BBE-5E96-7FBB-3120-6AE0E4357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797447"/>
            <a:ext cx="4616450" cy="5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[7:0]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case({A,B,C})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3'b000:Y=8'b0000_0001;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3'b001:Y=8'b0000_0010;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3'b010:Y=8'b0000_0100;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3'b011:Y=8'b0000_1000;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3'b100:Y=8'b0001_0000;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3'b101:Y=8'b0010_0000;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3'b110:Y=8'b0100_0000;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3'b111:Y=8'b1000_0000;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default: Y=8'd0000_0000;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矩形 1">
            <a:extLst>
              <a:ext uri="{FF2B5EF4-FFF2-40B4-BE49-F238E27FC236}">
                <a16:creationId xmlns:a16="http://schemas.microsoft.com/office/drawing/2014/main" xmlns="" id="{34A51114-0B61-0ED4-5788-3A27096FD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1124694"/>
            <a:ext cx="554831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case({A,B,C,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</a:rPr>
              <a:t>'b0000:Y=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</a:rPr>
              <a:t>'b0000_0000_0000_0001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</a:rPr>
              <a:t>'b0001:Y=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</a:rPr>
              <a:t>'b0000_0000_0000_0010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'b1111:Y=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'b1000_0000_0000_0000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default: 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</a:rPr>
              <a:t>Y=</a:t>
            </a:r>
            <a:r>
              <a:rPr lang="en-US" altLang="zh-CN" sz="2000" dirty="0" smtClean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 smtClean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'b0000_0000_0000_0000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xmlns="" id="{AE66101D-492B-7421-A24D-D3953C822493}"/>
              </a:ext>
            </a:extLst>
          </p:cNvPr>
          <p:cNvCxnSpPr/>
          <p:nvPr/>
        </p:nvCxnSpPr>
        <p:spPr>
          <a:xfrm flipH="1">
            <a:off x="6248400" y="250825"/>
            <a:ext cx="15875" cy="66833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6962298-F7D4-DD77-D0C9-79BFCDD6A98C}"/>
              </a:ext>
            </a:extLst>
          </p:cNvPr>
          <p:cNvSpPr txBox="1"/>
          <p:nvPr/>
        </p:nvSpPr>
        <p:spPr>
          <a:xfrm>
            <a:off x="52789" y="39441"/>
            <a:ext cx="2176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Coding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日期占位符 7">
            <a:extLst>
              <a:ext uri="{FF2B5EF4-FFF2-40B4-BE49-F238E27FC236}">
                <a16:creationId xmlns:a16="http://schemas.microsoft.com/office/drawing/2014/main" xmlns="" id="{25EEE75C-4AFE-0EA7-4E38-8D869020CB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4D5209-F07D-4540-AC71-074ABD588190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2024-03-25</a:t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">
            <a:extLst>
              <a:ext uri="{FF2B5EF4-FFF2-40B4-BE49-F238E27FC236}">
                <a16:creationId xmlns:a16="http://schemas.microsoft.com/office/drawing/2014/main" xmlns="" id="{464B619F-A359-A3DD-DE3B-5D8CEAC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83" y="1354166"/>
            <a:ext cx="32226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xmlns="" id="{DCEE832D-B3BD-3D49-C33F-827747544EFD}"/>
              </a:ext>
            </a:extLst>
          </p:cNvPr>
          <p:cNvSpPr/>
          <p:nvPr/>
        </p:nvSpPr>
        <p:spPr>
          <a:xfrm>
            <a:off x="3489946" y="1020791"/>
            <a:ext cx="2513012" cy="2411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42" name="文本框 2">
            <a:extLst>
              <a:ext uri="{FF2B5EF4-FFF2-40B4-BE49-F238E27FC236}">
                <a16:creationId xmlns:a16="http://schemas.microsoft.com/office/drawing/2014/main" xmlns="" id="{D09871D0-5566-1312-C01E-6ADEED3CF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953" y="1735064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Test Bench</a:t>
            </a:r>
          </a:p>
        </p:txBody>
      </p:sp>
      <p:sp>
        <p:nvSpPr>
          <p:cNvPr id="18444" name="文本框 6">
            <a:extLst>
              <a:ext uri="{FF2B5EF4-FFF2-40B4-BE49-F238E27FC236}">
                <a16:creationId xmlns:a16="http://schemas.microsoft.com/office/drawing/2014/main" xmlns="" id="{1B9D736C-E0EE-D476-BD03-B6F3B145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458941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8445" name="文本框 8">
            <a:extLst>
              <a:ext uri="{FF2B5EF4-FFF2-40B4-BE49-F238E27FC236}">
                <a16:creationId xmlns:a16="http://schemas.microsoft.com/office/drawing/2014/main" xmlns="" id="{7A37E375-1428-BD9A-9324-C5605A59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83041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8446" name="文本框 9">
            <a:extLst>
              <a:ext uri="{FF2B5EF4-FFF2-40B4-BE49-F238E27FC236}">
                <a16:creationId xmlns:a16="http://schemas.microsoft.com/office/drawing/2014/main" xmlns="" id="{17B7D7C5-A65A-5C8E-C31A-65BF8C9F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224316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xmlns="" id="{11AF6796-477F-92B0-5E99-2ACDCB250F89}"/>
              </a:ext>
            </a:extLst>
          </p:cNvPr>
          <p:cNvCxnSpPr/>
          <p:nvPr/>
        </p:nvCxnSpPr>
        <p:spPr>
          <a:xfrm>
            <a:off x="5569571" y="2413028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D3DDD57F-7752-B802-B41C-AE0810A526D6}"/>
              </a:ext>
            </a:extLst>
          </p:cNvPr>
          <p:cNvCxnSpPr/>
          <p:nvPr/>
        </p:nvCxnSpPr>
        <p:spPr>
          <a:xfrm>
            <a:off x="5569571" y="2014566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xmlns="" id="{B502A22D-DB0D-A04B-5414-19E3D3DE467A}"/>
              </a:ext>
            </a:extLst>
          </p:cNvPr>
          <p:cNvCxnSpPr/>
          <p:nvPr/>
        </p:nvCxnSpPr>
        <p:spPr>
          <a:xfrm>
            <a:off x="5545758" y="1643091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1AE2A051-A595-813F-E17E-EBF60BF928E8}"/>
              </a:ext>
            </a:extLst>
          </p:cNvPr>
          <p:cNvSpPr/>
          <p:nvPr/>
        </p:nvSpPr>
        <p:spPr>
          <a:xfrm>
            <a:off x="9133508" y="996978"/>
            <a:ext cx="2513013" cy="2409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51" name="文本框 14">
            <a:extLst>
              <a:ext uri="{FF2B5EF4-FFF2-40B4-BE49-F238E27FC236}">
                <a16:creationId xmlns:a16="http://schemas.microsoft.com/office/drawing/2014/main" xmlns="" id="{D56E5C34-8BAD-76CA-EE76-AD9404087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401" y="1784276"/>
            <a:ext cx="1419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Waveform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xmlns="" id="{34F0C55B-0B31-D1D8-4311-936090CD12DE}"/>
              </a:ext>
            </a:extLst>
          </p:cNvPr>
          <p:cNvCxnSpPr/>
          <p:nvPr/>
        </p:nvCxnSpPr>
        <p:spPr>
          <a:xfrm>
            <a:off x="8996983" y="1997103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5BAB5210-260D-1F0D-4383-BD3C09438214}"/>
              </a:ext>
            </a:extLst>
          </p:cNvPr>
          <p:cNvSpPr txBox="1"/>
          <p:nvPr/>
        </p:nvSpPr>
        <p:spPr>
          <a:xfrm>
            <a:off x="52789" y="39441"/>
            <a:ext cx="3335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Simulation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xmlns="" id="{4C90405C-03AD-011F-F7D4-33F2901C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78" y="1027077"/>
            <a:ext cx="3442636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A=0;B=0;C=0;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#30 $stop;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12">
            <a:extLst>
              <a:ext uri="{FF2B5EF4-FFF2-40B4-BE49-F238E27FC236}">
                <a16:creationId xmlns:a16="http://schemas.microsoft.com/office/drawing/2014/main" xmlns="" id="{98D3A7BE-6B2B-DAFA-F638-3201DA6D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48" t="14307" b="78023"/>
          <a:stretch>
            <a:fillRect/>
          </a:stretch>
        </p:blipFill>
        <p:spPr bwMode="auto">
          <a:xfrm>
            <a:off x="3185690" y="4038511"/>
            <a:ext cx="891968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xmlns="" id="{4ED0E1B1-650C-7E23-3A9A-2F8644A4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54"/>
          <a:stretch>
            <a:fillRect/>
          </a:stretch>
        </p:blipFill>
        <p:spPr bwMode="auto">
          <a:xfrm>
            <a:off x="3190582" y="5396777"/>
            <a:ext cx="8914475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xmlns="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xmlns="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xmlns="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954" y="3093920"/>
            <a:ext cx="1270534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xmlns="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95" y="5322771"/>
            <a:ext cx="3003082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DC9231EA-E27A-9E22-6FD0-4940D73D8D82}"/>
              </a:ext>
            </a:extLst>
          </p:cNvPr>
          <p:cNvSpPr txBox="1"/>
          <p:nvPr/>
        </p:nvSpPr>
        <p:spPr>
          <a:xfrm>
            <a:off x="52789" y="39441"/>
            <a:ext cx="2873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Hardware verify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533870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xmlns="" id="{D065FF21-2CC2-4F87-A910-3AE5D97C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10243" name="Rectangle 8">
            <a:extLst>
              <a:ext uri="{FF2B5EF4-FFF2-40B4-BE49-F238E27FC236}">
                <a16:creationId xmlns:a16="http://schemas.microsoft.com/office/drawing/2014/main" xmlns="" id="{642FAF95-9FD4-45AB-AA4B-D5DF9D656A0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4" name="图片 1">
            <a:extLst>
              <a:ext uri="{FF2B5EF4-FFF2-40B4-BE49-F238E27FC236}">
                <a16:creationId xmlns:a16="http://schemas.microsoft.com/office/drawing/2014/main" xmlns="" id="{1DD239A7-F0B5-4280-BBE6-9B50505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6">
            <a:extLst>
              <a:ext uri="{FF2B5EF4-FFF2-40B4-BE49-F238E27FC236}">
                <a16:creationId xmlns:a16="http://schemas.microsoft.com/office/drawing/2014/main" xmlns="" id="{FD1E9C08-0B16-43AA-81B1-1769985C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xmlns="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:a16="http://schemas.microsoft.com/office/drawing/2014/main" xmlns="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:a16="http://schemas.microsoft.com/office/drawing/2014/main" xmlns="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:a16="http://schemas.microsoft.com/office/drawing/2014/main" xmlns="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:a16="http://schemas.microsoft.com/office/drawing/2014/main" xmlns="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:a16="http://schemas.microsoft.com/office/drawing/2014/main" xmlns="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:a16="http://schemas.microsoft.com/office/drawing/2014/main" xmlns="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id="{301B7048-7C36-4F30-97F0-FC1D9D8CDDA1}"/>
                  </a:ext>
                </a:extLst>
              </p:cNvPr>
              <p:cNvSpPr/>
              <p:nvPr/>
            </p:nvSpPr>
            <p:spPr>
              <a:xfrm>
                <a:off x="3242944" y="1541126"/>
                <a:ext cx="1235317" cy="950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 2017.1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:a16="http://schemas.microsoft.com/office/drawing/2014/main" xmlns="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:a16="http://schemas.microsoft.com/office/drawing/2014/main" xmlns="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:a16="http://schemas.microsoft.com/office/drawing/2014/main" xmlns="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:a16="http://schemas.microsoft.com/office/drawing/2014/main" xmlns="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:a16="http://schemas.microsoft.com/office/drawing/2014/main" xmlns="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:a16="http://schemas.microsoft.com/office/drawing/2014/main" xmlns="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:a16="http://schemas.microsoft.com/office/drawing/2014/main" xmlns="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:a16="http://schemas.microsoft.com/office/drawing/2014/main" xmlns="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:a16="http://schemas.microsoft.com/office/drawing/2014/main" xmlns="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:a16="http://schemas.microsoft.com/office/drawing/2014/main" xmlns="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:a16="http://schemas.microsoft.com/office/drawing/2014/main" xmlns="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:a16="http://schemas.microsoft.com/office/drawing/2014/main" xmlns="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:a16="http://schemas.microsoft.com/office/drawing/2014/main" xmlns="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:a16="http://schemas.microsoft.com/office/drawing/2014/main" xmlns="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:a16="http://schemas.microsoft.com/office/drawing/2014/main" xmlns="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:a16="http://schemas.microsoft.com/office/drawing/2014/main" xmlns="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:a16="http://schemas.microsoft.com/office/drawing/2014/main" xmlns="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xmlns="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:a16="http://schemas.microsoft.com/office/drawing/2014/main" xmlns="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:a16="http://schemas.microsoft.com/office/drawing/2014/main" xmlns="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:a16="http://schemas.microsoft.com/office/drawing/2014/main" xmlns="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xmlns="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:a16="http://schemas.microsoft.com/office/drawing/2014/main" xmlns="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:a16="http://schemas.microsoft.com/office/drawing/2014/main" xmlns="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:a16="http://schemas.microsoft.com/office/drawing/2014/main" xmlns="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:a16="http://schemas.microsoft.com/office/drawing/2014/main" xmlns="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:a16="http://schemas.microsoft.com/office/drawing/2014/main" xmlns="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:a16="http://schemas.microsoft.com/office/drawing/2014/main" xmlns="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:a16="http://schemas.microsoft.com/office/drawing/2014/main" xmlns="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xmlns="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:a16="http://schemas.microsoft.com/office/drawing/2014/main" xmlns="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:a16="http://schemas.microsoft.com/office/drawing/2014/main" xmlns="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:a16="http://schemas.microsoft.com/office/drawing/2014/main" xmlns="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:a16="http://schemas.microsoft.com/office/drawing/2014/main" xmlns="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xmlns="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:a16="http://schemas.microsoft.com/office/drawing/2014/main" xmlns="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:a16="http://schemas.microsoft.com/office/drawing/2014/main" xmlns="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:a16="http://schemas.microsoft.com/office/drawing/2014/main" xmlns="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:a16="http://schemas.microsoft.com/office/drawing/2014/main" xmlns="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xmlns="" id="{25FCA329-940F-49AD-8D62-72ED5948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:a16="http://schemas.microsoft.com/office/drawing/2014/main" xmlns="" id="{D2BBE5FD-9EAD-43A5-AFB8-204D27383C5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84" name="图片 1">
            <a:extLst>
              <a:ext uri="{FF2B5EF4-FFF2-40B4-BE49-F238E27FC236}">
                <a16:creationId xmlns:a16="http://schemas.microsoft.com/office/drawing/2014/main" xmlns="" id="{D9E27345-AE05-46E7-9391-7EC91847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6">
            <a:extLst>
              <a:ext uri="{FF2B5EF4-FFF2-40B4-BE49-F238E27FC236}">
                <a16:creationId xmlns:a16="http://schemas.microsoft.com/office/drawing/2014/main" xmlns="" id="{E4F708FD-2F98-42E5-904F-12E923B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465263"/>
            <a:ext cx="1962150" cy="1085850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:a16="http://schemas.microsoft.com/office/drawing/2014/main" xmlns="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xmlns="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:a16="http://schemas.microsoft.com/office/drawing/2014/main" xmlns="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:a16="http://schemas.microsoft.com/office/drawing/2014/main" xmlns="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:a16="http://schemas.microsoft.com/office/drawing/2014/main" xmlns="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:a16="http://schemas.microsoft.com/office/drawing/2014/main" xmlns="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:a16="http://schemas.microsoft.com/office/drawing/2014/main" xmlns="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:a16="http://schemas.microsoft.com/office/drawing/2014/main" xmlns="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:a16="http://schemas.microsoft.com/office/drawing/2014/main" xmlns="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:a16="http://schemas.microsoft.com/office/drawing/2014/main" xmlns="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:a16="http://schemas.microsoft.com/office/drawing/2014/main" xmlns="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:a16="http://schemas.microsoft.com/office/drawing/2014/main" xmlns="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:a16="http://schemas.microsoft.com/office/drawing/2014/main" xmlns="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:a16="http://schemas.microsoft.com/office/drawing/2014/main" xmlns="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="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:a16="http://schemas.microsoft.com/office/drawing/2014/main" xmlns="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:a16="http://schemas.microsoft.com/office/drawing/2014/main" xmlns="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:a16="http://schemas.microsoft.com/office/drawing/2014/main" xmlns="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:a16="http://schemas.microsoft.com/office/drawing/2014/main" xmlns="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:a16="http://schemas.microsoft.com/office/drawing/2014/main" xmlns="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:a16="http://schemas.microsoft.com/office/drawing/2014/main" xmlns="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:a16="http://schemas.microsoft.com/office/drawing/2014/main" xmlns="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:a16="http://schemas.microsoft.com/office/drawing/2014/main" xmlns="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:a16="http://schemas.microsoft.com/office/drawing/2014/main" xmlns="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xmlns="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:a16="http://schemas.microsoft.com/office/drawing/2014/main" xmlns="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:a16="http://schemas.microsoft.com/office/drawing/2014/main" xmlns="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:a16="http://schemas.microsoft.com/office/drawing/2014/main" xmlns="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:a16="http://schemas.microsoft.com/office/drawing/2014/main" xmlns="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xmlns="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13539DE2-35E4-40FC-90E2-6600BF8AD58D}"/>
                </a:ext>
              </a:extLst>
            </p:cNvPr>
            <p:cNvSpPr/>
            <p:nvPr/>
          </p:nvSpPr>
          <p:spPr>
            <a:xfrm>
              <a:off x="3540321" y="4620271"/>
              <a:ext cx="2198410" cy="5529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A55B510C-96F3-48D6-9AB5-23A39A3078BA}"/>
                </a:ext>
              </a:extLst>
            </p:cNvPr>
            <p:cNvSpPr/>
            <p:nvPr/>
          </p:nvSpPr>
          <p:spPr>
            <a:xfrm>
              <a:off x="5943600" y="4620271"/>
              <a:ext cx="3530062" cy="6314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next page.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:a16="http://schemas.microsoft.com/office/drawing/2014/main" xmlns="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xmlns="" id="{3B6D431B-65F2-4F7C-8C07-9C9E8991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713" y="796925"/>
            <a:ext cx="2633662" cy="963613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3-8 decoder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3555" name="矩形 1">
            <a:extLst>
              <a:ext uri="{FF2B5EF4-FFF2-40B4-BE49-F238E27FC236}">
                <a16:creationId xmlns:a16="http://schemas.microsoft.com/office/drawing/2014/main" xmlns="" id="{41AACA4D-C3FD-43D1-8A04-355DEBE3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8" y="1951038"/>
            <a:ext cx="4373562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module decoder(A,B,C,Y); 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input A,B,C;</a:t>
            </a:r>
          </a:p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output </a:t>
            </a:r>
            <a:r>
              <a:rPr lang="en-US" altLang="zh-CN" sz="2800" dirty="0" err="1">
                <a:latin typeface="Arial" charset="0"/>
                <a:ea typeface="宋体" pitchFamily="2" charset="-122"/>
              </a:rPr>
              <a:t>reg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 [7:0] Y;</a:t>
            </a:r>
          </a:p>
          <a:p>
            <a:pPr indent="357188"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always@(*)</a:t>
            </a: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begin</a:t>
            </a: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end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 err="1">
                <a:latin typeface="Arial" charset="0"/>
                <a:ea typeface="宋体" pitchFamily="2" charset="-122"/>
              </a:rPr>
              <a:t>endmodule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  <p:pic>
        <p:nvPicPr>
          <p:cNvPr id="29700" name="图片 1">
            <a:extLst>
              <a:ext uri="{FF2B5EF4-FFF2-40B4-BE49-F238E27FC236}">
                <a16:creationId xmlns:a16="http://schemas.microsoft.com/office/drawing/2014/main" xmlns="" id="{454F62A4-DBC6-41FE-96D9-4BAF43D6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r="16098"/>
          <a:stretch>
            <a:fillRect/>
          </a:stretch>
        </p:blipFill>
        <p:spPr bwMode="auto">
          <a:xfrm>
            <a:off x="3163888" y="0"/>
            <a:ext cx="4562475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标题 1">
            <a:extLst>
              <a:ext uri="{FF2B5EF4-FFF2-40B4-BE49-F238E27FC236}">
                <a16:creationId xmlns:a16="http://schemas.microsoft.com/office/drawing/2014/main" xmlns="" id="{0B01F5D4-D39C-4FC5-A6DA-D3CD4878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xmlns="" id="{04D5AA0F-BF5E-4C84-9904-08D15D75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:a16="http://schemas.microsoft.com/office/drawing/2014/main" xmlns="" id="{87F71169-8486-4031-92E7-9F9246B0A3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图片 1">
            <a:extLst>
              <a:ext uri="{FF2B5EF4-FFF2-40B4-BE49-F238E27FC236}">
                <a16:creationId xmlns:a16="http://schemas.microsoft.com/office/drawing/2014/main" xmlns="" id="{501C4DB9-4F99-4E89-9AFA-21749B8D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:a16="http://schemas.microsoft.com/office/drawing/2014/main" xmlns="" id="{981A9A95-553B-4DBE-A6EF-CD87B0E0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924175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xmlns="" id="{715FB757-2D98-4CE7-9AD9-288BB34D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1747" name="组合 2">
            <a:extLst>
              <a:ext uri="{FF2B5EF4-FFF2-40B4-BE49-F238E27FC236}">
                <a16:creationId xmlns:a16="http://schemas.microsoft.com/office/drawing/2014/main" xmlns="" id="{2640FBB8-5A62-4DC2-B9B9-5EF5C8327C59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927225"/>
            <a:ext cx="7361237" cy="2800350"/>
            <a:chOff x="6555711" y="1926821"/>
            <a:chExt cx="5636289" cy="2116484"/>
          </a:xfrm>
        </p:grpSpPr>
        <p:pic>
          <p:nvPicPr>
            <p:cNvPr id="31749" name="图片 1">
              <a:extLst>
                <a:ext uri="{FF2B5EF4-FFF2-40B4-BE49-F238E27FC236}">
                  <a16:creationId xmlns:a16="http://schemas.microsoft.com/office/drawing/2014/main" xmlns="" id="{35674128-1BDA-43BF-9155-1EF2AD8BF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711" y="1926821"/>
              <a:ext cx="5636289" cy="2116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0" name="矩形 6">
              <a:extLst>
                <a:ext uri="{FF2B5EF4-FFF2-40B4-BE49-F238E27FC236}">
                  <a16:creationId xmlns:a16="http://schemas.microsoft.com/office/drawing/2014/main" xmlns="" id="{83FF02E7-6F51-4713-A022-8CD01A56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60" y="2643447"/>
              <a:ext cx="2483499" cy="57259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xmlns="" id="{15EC5F47-B703-4AEB-996D-324AF314BC7F}"/>
                </a:ext>
              </a:extLst>
            </p:cNvPr>
            <p:cNvSpPr/>
            <p:nvPr/>
          </p:nvSpPr>
          <p:spPr bwMode="auto">
            <a:xfrm>
              <a:off x="9561651" y="2753498"/>
              <a:ext cx="1976409" cy="4631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389C3334-E490-4B76-97BE-E7EEC79D832A}"/>
              </a:ext>
            </a:extLst>
          </p:cNvPr>
          <p:cNvSpPr/>
          <p:nvPr/>
        </p:nvSpPr>
        <p:spPr bwMode="auto">
          <a:xfrm>
            <a:off x="4986338" y="2147888"/>
            <a:ext cx="28035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xmlns="" id="{0BA7127F-D3F6-409A-A56A-A06B190A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2771" name="图片 1">
            <a:extLst>
              <a:ext uri="{FF2B5EF4-FFF2-40B4-BE49-F238E27FC236}">
                <a16:creationId xmlns:a16="http://schemas.microsoft.com/office/drawing/2014/main" xmlns="" id="{5848A2AC-125B-4FD7-A2F7-B3FE15B3D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0"/>
            <a:ext cx="80581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6">
            <a:extLst>
              <a:ext uri="{FF2B5EF4-FFF2-40B4-BE49-F238E27FC236}">
                <a16:creationId xmlns:a16="http://schemas.microsoft.com/office/drawing/2014/main" xmlns="" id="{BA9E5DE2-79F4-4CE5-8593-74F885FC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5713413"/>
            <a:ext cx="1677988" cy="758825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17994662-3B0D-4D98-98ED-DADAA0D90CB3}"/>
              </a:ext>
            </a:extLst>
          </p:cNvPr>
          <p:cNvSpPr/>
          <p:nvPr/>
        </p:nvSpPr>
        <p:spPr bwMode="auto">
          <a:xfrm>
            <a:off x="9285288" y="5251450"/>
            <a:ext cx="1582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xmlns="" id="{E27A0CFE-431B-4B75-BA5C-98BD95F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3795" name="TextBox 2">
            <a:extLst>
              <a:ext uri="{FF2B5EF4-FFF2-40B4-BE49-F238E27FC236}">
                <a16:creationId xmlns:a16="http://schemas.microsoft.com/office/drawing/2014/main" xmlns="" id="{5F1E4798-0C5B-4E3E-9E39-9DF84004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2450"/>
            <a:ext cx="4745038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E826B67-4226-459B-AE0A-D3C570C5571A}"/>
              </a:ext>
            </a:extLst>
          </p:cNvPr>
          <p:cNvSpPr/>
          <p:nvPr/>
        </p:nvSpPr>
        <p:spPr>
          <a:xfrm>
            <a:off x="0" y="5211763"/>
            <a:ext cx="42957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3797" name="组合 4">
            <a:extLst>
              <a:ext uri="{FF2B5EF4-FFF2-40B4-BE49-F238E27FC236}">
                <a16:creationId xmlns:a16="http://schemas.microsoft.com/office/drawing/2014/main" xmlns="" id="{4A50D72D-54A6-4C47-8F5E-75FF34F3F1E1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3175"/>
            <a:ext cx="7369175" cy="6854825"/>
            <a:chOff x="5582347" y="2786"/>
            <a:chExt cx="6609654" cy="6855214"/>
          </a:xfrm>
        </p:grpSpPr>
        <p:pic>
          <p:nvPicPr>
            <p:cNvPr id="33798" name="图片 3">
              <a:extLst>
                <a:ext uri="{FF2B5EF4-FFF2-40B4-BE49-F238E27FC236}">
                  <a16:creationId xmlns:a16="http://schemas.microsoft.com/office/drawing/2014/main" xmlns="" id="{654B8689-D809-45AF-B265-5D2A69C7F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2347" y="2786"/>
              <a:ext cx="6609654" cy="6855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9" name="矩形 4">
              <a:extLst>
                <a:ext uri="{FF2B5EF4-FFF2-40B4-BE49-F238E27FC236}">
                  <a16:creationId xmlns:a16="http://schemas.microsoft.com/office/drawing/2014/main" xmlns="" id="{4590854B-0660-4BEE-B0E7-911934F1D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775" y="5575099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B45D741F-08D6-4060-A99B-7E5850FF6161}"/>
                </a:ext>
              </a:extLst>
            </p:cNvPr>
            <p:cNvSpPr/>
            <p:nvPr/>
          </p:nvSpPr>
          <p:spPr bwMode="auto">
            <a:xfrm>
              <a:off x="8343252" y="5113239"/>
              <a:ext cx="2571528" cy="4619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801" name="矩形 4">
              <a:extLst>
                <a:ext uri="{FF2B5EF4-FFF2-40B4-BE49-F238E27FC236}">
                  <a16:creationId xmlns:a16="http://schemas.microsoft.com/office/drawing/2014/main" xmlns="" id="{9111C97F-A48A-4028-93C2-6C5FA942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703" y="3724867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3802" name="矩形 10">
              <a:extLst>
                <a:ext uri="{FF2B5EF4-FFF2-40B4-BE49-F238E27FC236}">
                  <a16:creationId xmlns:a16="http://schemas.microsoft.com/office/drawing/2014/main" xmlns="" id="{9F3079A2-82F0-4A75-8801-F38D4CA8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918" y="3879648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it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xmlns="" id="{1357C640-0C1C-4CF5-9672-CF9E44AD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4819" name="组合 3">
            <a:extLst>
              <a:ext uri="{FF2B5EF4-FFF2-40B4-BE49-F238E27FC236}">
                <a16:creationId xmlns:a16="http://schemas.microsoft.com/office/drawing/2014/main" xmlns="" id="{0DCCC5C4-B112-413F-AC3D-FEEC71307F04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0"/>
            <a:ext cx="5753100" cy="6858000"/>
            <a:chOff x="7549002" y="0"/>
            <a:chExt cx="3600770" cy="6858000"/>
          </a:xfrm>
        </p:grpSpPr>
        <p:pic>
          <p:nvPicPr>
            <p:cNvPr id="34821" name="图片 1">
              <a:extLst>
                <a:ext uri="{FF2B5EF4-FFF2-40B4-BE49-F238E27FC236}">
                  <a16:creationId xmlns:a16="http://schemas.microsoft.com/office/drawing/2014/main" xmlns="" id="{BB658FC6-7252-4058-AECA-E52BA562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8"/>
            <a:stretch>
              <a:fillRect/>
            </a:stretch>
          </p:blipFill>
          <p:spPr bwMode="auto">
            <a:xfrm>
              <a:off x="7549002" y="0"/>
              <a:ext cx="3450809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矩形 4">
              <a:extLst>
                <a:ext uri="{FF2B5EF4-FFF2-40B4-BE49-F238E27FC236}">
                  <a16:creationId xmlns:a16="http://schemas.microsoft.com/office/drawing/2014/main" xmlns="" id="{2250957A-2932-449F-9A26-E9978AA8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2717" y="6483927"/>
              <a:ext cx="1792287" cy="35744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E84A73AB-4F9A-4880-BE8D-7CCA71EE7E79}"/>
                </a:ext>
              </a:extLst>
            </p:cNvPr>
            <p:cNvSpPr/>
            <p:nvPr/>
          </p:nvSpPr>
          <p:spPr bwMode="auto">
            <a:xfrm>
              <a:off x="9556054" y="6086475"/>
              <a:ext cx="1593718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824" name="矩形 4">
              <a:extLst>
                <a:ext uri="{FF2B5EF4-FFF2-40B4-BE49-F238E27FC236}">
                  <a16:creationId xmlns:a16="http://schemas.microsoft.com/office/drawing/2014/main" xmlns="" id="{09DD3549-6E74-426B-862E-216720581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934" y="906085"/>
              <a:ext cx="2332745" cy="413299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1E7FBCA5-29D8-482B-923F-C1B253646E50}"/>
                </a:ext>
              </a:extLst>
            </p:cNvPr>
            <p:cNvSpPr/>
            <p:nvPr/>
          </p:nvSpPr>
          <p:spPr bwMode="auto">
            <a:xfrm>
              <a:off x="9399066" y="511175"/>
              <a:ext cx="1600673" cy="4603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1E07FD3-091A-4BB3-9BAD-E761027CBA5F}"/>
              </a:ext>
            </a:extLst>
          </p:cNvPr>
          <p:cNvSpPr/>
          <p:nvPr/>
        </p:nvSpPr>
        <p:spPr bwMode="auto">
          <a:xfrm>
            <a:off x="6599238" y="0"/>
            <a:ext cx="2233612" cy="5095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xmlns="" id="{A36C1E55-AEEF-4042-BF71-1F23D0DD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5843" name="图片 2">
            <a:extLst>
              <a:ext uri="{FF2B5EF4-FFF2-40B4-BE49-F238E27FC236}">
                <a16:creationId xmlns:a16="http://schemas.microsoft.com/office/drawing/2014/main" xmlns="" id="{2E924E08-F95F-4429-BD0C-53B51842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23"/>
          <a:stretch>
            <a:fillRect/>
          </a:stretch>
        </p:blipFill>
        <p:spPr bwMode="auto">
          <a:xfrm>
            <a:off x="3184525" y="0"/>
            <a:ext cx="9007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09376CF9-F975-4C75-A3DB-0AF7BD21F9DE}"/>
              </a:ext>
            </a:extLst>
          </p:cNvPr>
          <p:cNvSpPr/>
          <p:nvPr/>
        </p:nvSpPr>
        <p:spPr>
          <a:xfrm>
            <a:off x="4197350" y="4968875"/>
            <a:ext cx="2873375" cy="8302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your circuit based the Verilog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xmlns="" id="{5121A025-C356-4C8D-9496-9C0047E1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:a16="http://schemas.microsoft.com/office/drawing/2014/main" xmlns="" id="{E8DA03FE-1E86-4913-9C58-A6751FF4E4D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68" name="图片 1">
            <a:extLst>
              <a:ext uri="{FF2B5EF4-FFF2-40B4-BE49-F238E27FC236}">
                <a16:creationId xmlns:a16="http://schemas.microsoft.com/office/drawing/2014/main" xmlns="" id="{EED3E66E-E74D-44D6-ABC9-4A1515B2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6">
            <a:extLst>
              <a:ext uri="{FF2B5EF4-FFF2-40B4-BE49-F238E27FC236}">
                <a16:creationId xmlns:a16="http://schemas.microsoft.com/office/drawing/2014/main" xmlns="" id="{D11543C1-C52C-4E62-97D6-2D031AEE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26085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3">
            <a:extLst>
              <a:ext uri="{FF2B5EF4-FFF2-40B4-BE49-F238E27FC236}">
                <a16:creationId xmlns:a16="http://schemas.microsoft.com/office/drawing/2014/main" xmlns="" id="{6865139D-772D-469D-9B20-817E6239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8882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:a16="http://schemas.microsoft.com/office/drawing/2014/main" xmlns="" id="{F0B8A64A-8B76-46CB-932B-04D2CEA7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C9454E84-765E-4EC9-ABD3-7FF925ACC3EF}"/>
              </a:ext>
            </a:extLst>
          </p:cNvPr>
          <p:cNvSpPr/>
          <p:nvPr/>
        </p:nvSpPr>
        <p:spPr bwMode="auto">
          <a:xfrm>
            <a:off x="4968875" y="1819275"/>
            <a:ext cx="2498725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468F694F-D68A-4F39-8E31-891950B8A85B}"/>
              </a:ext>
            </a:extLst>
          </p:cNvPr>
          <p:cNvSpPr/>
          <p:nvPr/>
        </p:nvSpPr>
        <p:spPr bwMode="auto">
          <a:xfrm>
            <a:off x="3309938" y="2279650"/>
            <a:ext cx="3570287" cy="7032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7C39F425-1F45-49EF-AA46-9CB8AAF43904}"/>
              </a:ext>
            </a:extLst>
          </p:cNvPr>
          <p:cNvSpPr/>
          <p:nvPr/>
        </p:nvSpPr>
        <p:spPr bwMode="auto">
          <a:xfrm>
            <a:off x="7272338" y="6280150"/>
            <a:ext cx="4919662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449D5DDF-53B1-4087-A7F7-2C44FB122200}"/>
              </a:ext>
            </a:extLst>
          </p:cNvPr>
          <p:cNvSpPr/>
          <p:nvPr/>
        </p:nvSpPr>
        <p:spPr bwMode="auto">
          <a:xfrm>
            <a:off x="9856788" y="5818188"/>
            <a:ext cx="2233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26EACAB3-B2F7-43C9-88AD-0463EDE1F94D}"/>
              </a:ext>
            </a:extLst>
          </p:cNvPr>
          <p:cNvSpPr/>
          <p:nvPr/>
        </p:nvSpPr>
        <p:spPr bwMode="auto">
          <a:xfrm>
            <a:off x="3422650" y="8890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图片 5">
            <a:extLst>
              <a:ext uri="{FF2B5EF4-FFF2-40B4-BE49-F238E27FC236}">
                <a16:creationId xmlns:a16="http://schemas.microsoft.com/office/drawing/2014/main" xmlns="" id="{80E1194F-24AF-4BFD-8B9A-783BCBC1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0"/>
            <a:ext cx="8999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标题 1">
            <a:extLst>
              <a:ext uri="{FF2B5EF4-FFF2-40B4-BE49-F238E27FC236}">
                <a16:creationId xmlns:a16="http://schemas.microsoft.com/office/drawing/2014/main" xmlns="" id="{FBB206E9-4C62-470D-A35D-629DD10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8916" name="矩形 4">
            <a:extLst>
              <a:ext uri="{FF2B5EF4-FFF2-40B4-BE49-F238E27FC236}">
                <a16:creationId xmlns:a16="http://schemas.microsoft.com/office/drawing/2014/main" xmlns="" id="{F0DAB97B-3B17-4210-8FFB-EE8FCA4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6043613"/>
            <a:ext cx="13795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F536A881-9B6D-4662-8C42-E3452B4F6B6A}"/>
              </a:ext>
            </a:extLst>
          </p:cNvPr>
          <p:cNvSpPr/>
          <p:nvPr/>
        </p:nvSpPr>
        <p:spPr bwMode="auto">
          <a:xfrm>
            <a:off x="868045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918" name="矩形 4">
            <a:extLst>
              <a:ext uri="{FF2B5EF4-FFF2-40B4-BE49-F238E27FC236}">
                <a16:creationId xmlns:a16="http://schemas.microsoft.com/office/drawing/2014/main" xmlns="" id="{76798D93-F556-4783-9B06-C14DD93F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128838"/>
            <a:ext cx="2451100" cy="3857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38919" name="矩形 10">
            <a:extLst>
              <a:ext uri="{FF2B5EF4-FFF2-40B4-BE49-F238E27FC236}">
                <a16:creationId xmlns:a16="http://schemas.microsoft.com/office/drawing/2014/main" xmlns="" id="{D3825046-A237-4506-A1EF-299B67EE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135188"/>
            <a:ext cx="2868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图片 5">
            <a:extLst>
              <a:ext uri="{FF2B5EF4-FFF2-40B4-BE49-F238E27FC236}">
                <a16:creationId xmlns:a16="http://schemas.microsoft.com/office/drawing/2014/main" xmlns="" id="{6DC4E950-BF58-4B87-A530-6FE4ECA8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9045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4">
            <a:extLst>
              <a:ext uri="{FF2B5EF4-FFF2-40B4-BE49-F238E27FC236}">
                <a16:creationId xmlns:a16="http://schemas.microsoft.com/office/drawing/2014/main" xmlns="" id="{D252A28E-D43D-4D34-9923-7D91BFE6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895725"/>
            <a:ext cx="1350963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58B94741-9112-4D49-9CA1-9BC386014F51}"/>
              </a:ext>
            </a:extLst>
          </p:cNvPr>
          <p:cNvSpPr/>
          <p:nvPr/>
        </p:nvSpPr>
        <p:spPr bwMode="auto">
          <a:xfrm>
            <a:off x="8593138" y="3462338"/>
            <a:ext cx="17859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9941" name="标题 1">
            <a:extLst>
              <a:ext uri="{FF2B5EF4-FFF2-40B4-BE49-F238E27FC236}">
                <a16:creationId xmlns:a16="http://schemas.microsoft.com/office/drawing/2014/main" xmlns="" id="{C88B5E77-B970-4838-B774-FF2578E4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5">
            <a:extLst>
              <a:ext uri="{FF2B5EF4-FFF2-40B4-BE49-F238E27FC236}">
                <a16:creationId xmlns:a16="http://schemas.microsoft.com/office/drawing/2014/main" xmlns="" id="{2F68FBA2-7665-48FA-ADA8-DD953B24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0"/>
            <a:ext cx="86566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6C8D17-0CDA-4B95-A839-2B66C8B3A78E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B5F5B4B-28E1-4719-ADAE-F7283E4032CF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65" name="标题 1">
            <a:extLst>
              <a:ext uri="{FF2B5EF4-FFF2-40B4-BE49-F238E27FC236}">
                <a16:creationId xmlns:a16="http://schemas.microsoft.com/office/drawing/2014/main" xmlns="" id="{352B3DBC-E920-4EFF-A29B-51DE6E533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0966" name="矩形 4">
            <a:extLst>
              <a:ext uri="{FF2B5EF4-FFF2-40B4-BE49-F238E27FC236}">
                <a16:creationId xmlns:a16="http://schemas.microsoft.com/office/drawing/2014/main" xmlns="" id="{303EE529-3554-4304-A9BC-61DD9BFD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EC45EA38-F33D-4735-8786-C2B52F364EA6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">
            <a:extLst>
              <a:ext uri="{FF2B5EF4-FFF2-40B4-BE49-F238E27FC236}">
                <a16:creationId xmlns:a16="http://schemas.microsoft.com/office/drawing/2014/main" xmlns="" id="{4B31D4C2-2D89-444A-99C4-E2177914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-14288"/>
            <a:ext cx="88979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4">
            <a:extLst>
              <a:ext uri="{FF2B5EF4-FFF2-40B4-BE49-F238E27FC236}">
                <a16:creationId xmlns:a16="http://schemas.microsoft.com/office/drawing/2014/main" xmlns="" id="{75456E74-0797-45CF-8122-9D80399F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2DA5B78-C476-422C-9383-6F28381D4D87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989" name="标题 1">
            <a:extLst>
              <a:ext uri="{FF2B5EF4-FFF2-40B4-BE49-F238E27FC236}">
                <a16:creationId xmlns:a16="http://schemas.microsoft.com/office/drawing/2014/main" xmlns="" id="{9678E188-D378-491E-8187-F702F0A52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5">
            <a:extLst>
              <a:ext uri="{FF2B5EF4-FFF2-40B4-BE49-F238E27FC236}">
                <a16:creationId xmlns:a16="http://schemas.microsoft.com/office/drawing/2014/main" xmlns="" id="{F896526D-D55A-4E80-AE87-51F282DD4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0"/>
            <a:ext cx="8955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矩形 4">
            <a:extLst>
              <a:ext uri="{FF2B5EF4-FFF2-40B4-BE49-F238E27FC236}">
                <a16:creationId xmlns:a16="http://schemas.microsoft.com/office/drawing/2014/main" xmlns="" id="{9CDD4166-6999-4C99-91F1-BC3626B2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325562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FA1379AA-E104-4EE0-9EF2-9BE2AD4107BE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3013" name="组合 7">
            <a:extLst>
              <a:ext uri="{FF2B5EF4-FFF2-40B4-BE49-F238E27FC236}">
                <a16:creationId xmlns:a16="http://schemas.microsoft.com/office/drawing/2014/main" xmlns="" id="{0FCD1546-1C5F-4D0E-A079-D17D6696541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2051050"/>
            <a:ext cx="6934200" cy="1400175"/>
            <a:chOff x="4498368" y="2848218"/>
            <a:chExt cx="2848151" cy="5617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628B30D7-AC0E-4CD6-B8B1-92C8792664F0}"/>
                </a:ext>
              </a:extLst>
            </p:cNvPr>
            <p:cNvSpPr/>
            <p:nvPr/>
          </p:nvSpPr>
          <p:spPr bwMode="auto">
            <a:xfrm>
              <a:off x="4498368" y="3036736"/>
              <a:ext cx="2848151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DA934E62-87FE-4CCE-B97F-57D097536DEC}"/>
                </a:ext>
              </a:extLst>
            </p:cNvPr>
            <p:cNvSpPr/>
            <p:nvPr/>
          </p:nvSpPr>
          <p:spPr>
            <a:xfrm>
              <a:off x="5876800" y="2848218"/>
              <a:ext cx="1293666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3014" name="标题 1">
            <a:extLst>
              <a:ext uri="{FF2B5EF4-FFF2-40B4-BE49-F238E27FC236}">
                <a16:creationId xmlns:a16="http://schemas.microsoft.com/office/drawing/2014/main" xmlns="" id="{B1A42C54-E6C3-4253-A968-1D34A67A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6">
            <a:extLst>
              <a:ext uri="{FF2B5EF4-FFF2-40B4-BE49-F238E27FC236}">
                <a16:creationId xmlns:a16="http://schemas.microsoft.com/office/drawing/2014/main" xmlns="" id="{465CE771-E53F-4EE0-9020-F7E3AC8A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666875"/>
            <a:ext cx="797877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矩形 4">
            <a:extLst>
              <a:ext uri="{FF2B5EF4-FFF2-40B4-BE49-F238E27FC236}">
                <a16:creationId xmlns:a16="http://schemas.microsoft.com/office/drawing/2014/main" xmlns="" id="{458088ED-08D6-42D5-B423-A9FD831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C60A0AB-EDB3-4687-95BF-53D8FAFD87E2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037" name="标题 1">
            <a:extLst>
              <a:ext uri="{FF2B5EF4-FFF2-40B4-BE49-F238E27FC236}">
                <a16:creationId xmlns:a16="http://schemas.microsoft.com/office/drawing/2014/main" xmlns="" id="{ADD7E64B-724A-43B4-A8EB-4A8A5EB0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2">
            <a:extLst>
              <a:ext uri="{FF2B5EF4-FFF2-40B4-BE49-F238E27FC236}">
                <a16:creationId xmlns:a16="http://schemas.microsoft.com/office/drawing/2014/main" xmlns="" id="{3A165134-20E0-4152-9EBF-F391283C9D3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0"/>
            <a:ext cx="9186862" cy="6858000"/>
            <a:chOff x="126538" y="2286001"/>
            <a:chExt cx="11961658" cy="4472054"/>
          </a:xfrm>
        </p:grpSpPr>
        <p:pic>
          <p:nvPicPr>
            <p:cNvPr id="45064" name="图片 1">
              <a:extLst>
                <a:ext uri="{FF2B5EF4-FFF2-40B4-BE49-F238E27FC236}">
                  <a16:creationId xmlns:a16="http://schemas.microsoft.com/office/drawing/2014/main" xmlns="" id="{EB8DA791-7A9F-4769-99C3-96EE18E9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538" y="2286001"/>
              <a:ext cx="11961658" cy="4472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3C1F5607-D796-45B1-AA9D-D867F33B6040}"/>
                </a:ext>
              </a:extLst>
            </p:cNvPr>
            <p:cNvSpPr/>
            <p:nvPr/>
          </p:nvSpPr>
          <p:spPr>
            <a:xfrm>
              <a:off x="5785951" y="5657640"/>
              <a:ext cx="3823928" cy="10238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Copy  the  content in tb_decoder.txt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45059" name="标题 1">
            <a:extLst>
              <a:ext uri="{FF2B5EF4-FFF2-40B4-BE49-F238E27FC236}">
                <a16:creationId xmlns:a16="http://schemas.microsoft.com/office/drawing/2014/main" xmlns="" id="{AE8F60DC-E09D-4CE9-9F44-9633490C0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5F212585-95D6-4AD0-B25F-53BBE23FB8D3}"/>
              </a:ext>
            </a:extLst>
          </p:cNvPr>
          <p:cNvSpPr/>
          <p:nvPr/>
        </p:nvSpPr>
        <p:spPr bwMode="auto">
          <a:xfrm>
            <a:off x="3284538" y="2587625"/>
            <a:ext cx="1258887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8126360-64BC-4005-B153-D533990AAC69}"/>
              </a:ext>
            </a:extLst>
          </p:cNvPr>
          <p:cNvSpPr/>
          <p:nvPr/>
        </p:nvSpPr>
        <p:spPr bwMode="auto">
          <a:xfrm>
            <a:off x="3749675" y="1736725"/>
            <a:ext cx="15494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E26AE42C-1D55-4325-B86A-3728927C7E5F}"/>
              </a:ext>
            </a:extLst>
          </p:cNvPr>
          <p:cNvSpPr/>
          <p:nvPr/>
        </p:nvSpPr>
        <p:spPr bwMode="auto">
          <a:xfrm>
            <a:off x="5299075" y="5689600"/>
            <a:ext cx="1908175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8DF9011-F6D5-44D0-B41A-4B57BC222A08}"/>
              </a:ext>
            </a:extLst>
          </p:cNvPr>
          <p:cNvSpPr/>
          <p:nvPr/>
        </p:nvSpPr>
        <p:spPr bwMode="auto">
          <a:xfrm>
            <a:off x="2955925" y="88900"/>
            <a:ext cx="793750" cy="40481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>
            <a:extLst>
              <a:ext uri="{FF2B5EF4-FFF2-40B4-BE49-F238E27FC236}">
                <a16:creationId xmlns:a16="http://schemas.microsoft.com/office/drawing/2014/main" xmlns="" id="{A1D314FB-547B-40D2-B7D6-5B500AF6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198438"/>
            <a:ext cx="6327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标题 1">
            <a:extLst>
              <a:ext uri="{FF2B5EF4-FFF2-40B4-BE49-F238E27FC236}">
                <a16:creationId xmlns:a16="http://schemas.microsoft.com/office/drawing/2014/main" xmlns="" id="{154C3032-83D3-405A-9386-5B51D5C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A56E8FDE-CF0F-44DA-B2F1-79E69D547304}"/>
              </a:ext>
            </a:extLst>
          </p:cNvPr>
          <p:cNvSpPr/>
          <p:nvPr/>
        </p:nvSpPr>
        <p:spPr bwMode="auto">
          <a:xfrm>
            <a:off x="6432550" y="5302250"/>
            <a:ext cx="11922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816D9E5-3836-43F1-9658-715B6F87E6DE}"/>
              </a:ext>
            </a:extLst>
          </p:cNvPr>
          <p:cNvSpPr/>
          <p:nvPr/>
        </p:nvSpPr>
        <p:spPr bwMode="auto">
          <a:xfrm>
            <a:off x="5022850" y="2125663"/>
            <a:ext cx="1409700" cy="3079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3">
            <a:extLst>
              <a:ext uri="{FF2B5EF4-FFF2-40B4-BE49-F238E27FC236}">
                <a16:creationId xmlns:a16="http://schemas.microsoft.com/office/drawing/2014/main" xmlns="" id="{FA89565A-8728-456C-97B8-61A16DBF385E}"/>
              </a:ext>
            </a:extLst>
          </p:cNvPr>
          <p:cNvSpPr txBox="1"/>
          <p:nvPr/>
        </p:nvSpPr>
        <p:spPr>
          <a:xfrm>
            <a:off x="3184525" y="2047875"/>
            <a:ext cx="2322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本框 8">
            <a:extLst>
              <a:ext uri="{FF2B5EF4-FFF2-40B4-BE49-F238E27FC236}">
                <a16:creationId xmlns:a16="http://schemas.microsoft.com/office/drawing/2014/main" xmlns="" id="{45C9F8FB-4206-4B2F-87A9-4CBA4D7A576A}"/>
              </a:ext>
            </a:extLst>
          </p:cNvPr>
          <p:cNvSpPr txBox="1"/>
          <p:nvPr/>
        </p:nvSpPr>
        <p:spPr>
          <a:xfrm>
            <a:off x="7693025" y="5218113"/>
            <a:ext cx="1287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>
            <a:extLst>
              <a:ext uri="{FF2B5EF4-FFF2-40B4-BE49-F238E27FC236}">
                <a16:creationId xmlns:a16="http://schemas.microsoft.com/office/drawing/2014/main" xmlns="" id="{529C5CD8-C3D5-499F-A853-D9F3F297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32405"/>
          <a:stretch>
            <a:fillRect/>
          </a:stretch>
        </p:blipFill>
        <p:spPr bwMode="auto">
          <a:xfrm>
            <a:off x="3513138" y="103188"/>
            <a:ext cx="8777287" cy="675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5823CBD-B2EA-465F-B1EB-2BD60ABEE1D5}"/>
              </a:ext>
            </a:extLst>
          </p:cNvPr>
          <p:cNvSpPr/>
          <p:nvPr/>
        </p:nvSpPr>
        <p:spPr bwMode="auto">
          <a:xfrm>
            <a:off x="6632575" y="124460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E0C9FDD-268F-442B-90A6-B78F21AEE9FA}"/>
              </a:ext>
            </a:extLst>
          </p:cNvPr>
          <p:cNvSpPr/>
          <p:nvPr/>
        </p:nvSpPr>
        <p:spPr bwMode="auto">
          <a:xfrm>
            <a:off x="4216400" y="1384300"/>
            <a:ext cx="2416175" cy="701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07586FC-E5A5-417D-968B-456C8CE6E0D6}"/>
              </a:ext>
            </a:extLst>
          </p:cNvPr>
          <p:cNvSpPr/>
          <p:nvPr/>
        </p:nvSpPr>
        <p:spPr bwMode="auto">
          <a:xfrm>
            <a:off x="5984875" y="2198688"/>
            <a:ext cx="3886200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4F82201A-89B5-4AF2-84AD-152A0755DBD9}"/>
              </a:ext>
            </a:extLst>
          </p:cNvPr>
          <p:cNvSpPr/>
          <p:nvPr/>
        </p:nvSpPr>
        <p:spPr bwMode="auto">
          <a:xfrm>
            <a:off x="9871075" y="2278063"/>
            <a:ext cx="21034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111" name="标题 1">
            <a:extLst>
              <a:ext uri="{FF2B5EF4-FFF2-40B4-BE49-F238E27FC236}">
                <a16:creationId xmlns:a16="http://schemas.microsoft.com/office/drawing/2014/main" xmlns="" id="{9B61E04D-D7B6-4526-8660-83B43D461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-step10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26D205ED-12AC-4A15-BBF0-28EA4FEACB17}"/>
              </a:ext>
            </a:extLst>
          </p:cNvPr>
          <p:cNvSpPr/>
          <p:nvPr/>
        </p:nvSpPr>
        <p:spPr bwMode="auto">
          <a:xfrm>
            <a:off x="3625850" y="398463"/>
            <a:ext cx="2193925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4">
            <a:extLst>
              <a:ext uri="{FF2B5EF4-FFF2-40B4-BE49-F238E27FC236}">
                <a16:creationId xmlns:a16="http://schemas.microsoft.com/office/drawing/2014/main" xmlns="" id="{FC04156D-21D8-4FC1-ACD5-39ADFEB5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0"/>
            <a:ext cx="9637712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E408EFC1-7619-4F66-823C-13D74B35FD76}"/>
              </a:ext>
            </a:extLst>
          </p:cNvPr>
          <p:cNvSpPr/>
          <p:nvPr/>
        </p:nvSpPr>
        <p:spPr>
          <a:xfrm>
            <a:off x="8520113" y="4229100"/>
            <a:ext cx="2873375" cy="15684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8132" name="标题 1">
            <a:extLst>
              <a:ext uri="{FF2B5EF4-FFF2-40B4-BE49-F238E27FC236}">
                <a16:creationId xmlns:a16="http://schemas.microsoft.com/office/drawing/2014/main" xmlns="" id="{5217F509-ACDB-4A28-9D0E-FBB4FAF3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941388"/>
            <a:ext cx="2443163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Do the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D12CF44-C4DB-4D14-88D4-57307A7C5A59}"/>
              </a:ext>
            </a:extLst>
          </p:cNvPr>
          <p:cNvSpPr/>
          <p:nvPr/>
        </p:nvSpPr>
        <p:spPr bwMode="auto">
          <a:xfrm>
            <a:off x="6743700" y="681038"/>
            <a:ext cx="438150" cy="325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848D923-8C6F-425B-B88F-793E9A0B2344}"/>
              </a:ext>
            </a:extLst>
          </p:cNvPr>
          <p:cNvSpPr/>
          <p:nvPr/>
        </p:nvSpPr>
        <p:spPr bwMode="auto">
          <a:xfrm>
            <a:off x="6426200" y="2105025"/>
            <a:ext cx="423863" cy="239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A5440029-B8B7-4228-9C30-D9439BA06923}"/>
              </a:ext>
            </a:extLst>
          </p:cNvPr>
          <p:cNvSpPr/>
          <p:nvPr/>
        </p:nvSpPr>
        <p:spPr bwMode="auto">
          <a:xfrm>
            <a:off x="7181850" y="757238"/>
            <a:ext cx="323373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zoom the window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4BBE4650-7A0F-4858-B261-19FABE2D6801}"/>
              </a:ext>
            </a:extLst>
          </p:cNvPr>
          <p:cNvSpPr/>
          <p:nvPr/>
        </p:nvSpPr>
        <p:spPr bwMode="auto">
          <a:xfrm>
            <a:off x="4222750" y="2344738"/>
            <a:ext cx="25209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see bit 0~7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xmlns="" id="{9AB736A6-34B7-49CE-85AA-4588C3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xmlns="" id="{1D20959A-3A37-4591-8C40-642FC0ACA20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6" name="图片 1">
            <a:extLst>
              <a:ext uri="{FF2B5EF4-FFF2-40B4-BE49-F238E27FC236}">
                <a16:creationId xmlns:a16="http://schemas.microsoft.com/office/drawing/2014/main" xmlns="" id="{EC010C63-144A-4B33-AFA9-B9623503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6">
            <a:extLst>
              <a:ext uri="{FF2B5EF4-FFF2-40B4-BE49-F238E27FC236}">
                <a16:creationId xmlns:a16="http://schemas.microsoft.com/office/drawing/2014/main" xmlns="" id="{0FF17DE0-F722-46C1-B370-9FF56CAF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5684838"/>
            <a:ext cx="1962150" cy="1087437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xmlns="" id="{B7795C9F-5DA8-4CEE-9E66-6C24B9715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D5E473EB-7005-49F9-A142-200AF49027AB}" type="slidenum">
              <a:rPr lang="zh-CN" altLang="en-US" smtClean="0">
                <a:solidFill>
                  <a:srgbClr val="898989"/>
                </a:solidFill>
              </a:rPr>
              <a:pPr algn="ctr"/>
              <a:t>53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0179" name="图片 2">
            <a:extLst>
              <a:ext uri="{FF2B5EF4-FFF2-40B4-BE49-F238E27FC236}">
                <a16:creationId xmlns:a16="http://schemas.microsoft.com/office/drawing/2014/main" xmlns="" id="{A25DFE2C-7C59-4DA2-BA59-3C7A201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-57150"/>
            <a:ext cx="859155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A43C28E2-F6C9-4506-936C-5A7627851DCC}"/>
              </a:ext>
            </a:extLst>
          </p:cNvPr>
          <p:cNvSpPr/>
          <p:nvPr/>
        </p:nvSpPr>
        <p:spPr bwMode="auto">
          <a:xfrm>
            <a:off x="6632575" y="2278063"/>
            <a:ext cx="2070100" cy="46196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0E5B8B46-C11F-470A-9998-AAC7659D7F24}"/>
              </a:ext>
            </a:extLst>
          </p:cNvPr>
          <p:cNvSpPr/>
          <p:nvPr/>
        </p:nvSpPr>
        <p:spPr bwMode="auto">
          <a:xfrm>
            <a:off x="4216400" y="2157413"/>
            <a:ext cx="2416175" cy="7032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429B283C-2E88-4E75-AC12-D8B02400EE52}"/>
              </a:ext>
            </a:extLst>
          </p:cNvPr>
          <p:cNvSpPr/>
          <p:nvPr/>
        </p:nvSpPr>
        <p:spPr bwMode="auto">
          <a:xfrm>
            <a:off x="5984875" y="6232525"/>
            <a:ext cx="2535238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2BFA8643-5637-4B64-8E81-EC2A4CB08C6F}"/>
              </a:ext>
            </a:extLst>
          </p:cNvPr>
          <p:cNvSpPr/>
          <p:nvPr/>
        </p:nvSpPr>
        <p:spPr bwMode="auto">
          <a:xfrm>
            <a:off x="8702675" y="6311900"/>
            <a:ext cx="2103438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0184" name="标题 1">
            <a:extLst>
              <a:ext uri="{FF2B5EF4-FFF2-40B4-BE49-F238E27FC236}">
                <a16:creationId xmlns:a16="http://schemas.microsoft.com/office/drawing/2014/main" xmlns="" id="{CF94DFEF-1408-41CE-83B6-2B4A390A8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0B2B16C4-0BDA-4D30-A15D-34CD33051989}"/>
              </a:ext>
            </a:extLst>
          </p:cNvPr>
          <p:cNvSpPr/>
          <p:nvPr/>
        </p:nvSpPr>
        <p:spPr bwMode="auto">
          <a:xfrm>
            <a:off x="3632200" y="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xmlns="" id="{D3D6F37A-1DA8-45A3-86C7-B895C0A13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0E10066E-D8DC-4D7C-BEDD-309E5639D06D}" type="slidenum">
              <a:rPr lang="zh-CN" altLang="en-US" smtClean="0">
                <a:solidFill>
                  <a:srgbClr val="898989"/>
                </a:solidFill>
              </a:rPr>
              <a:pPr algn="ctr"/>
              <a:t>54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1203" name="图片 5">
            <a:extLst>
              <a:ext uri="{FF2B5EF4-FFF2-40B4-BE49-F238E27FC236}">
                <a16:creationId xmlns:a16="http://schemas.microsoft.com/office/drawing/2014/main" xmlns="" id="{A2C4ED77-85E8-46F4-B5D6-3A71AE8E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8491537" cy="678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标题 1">
            <a:extLst>
              <a:ext uri="{FF2B5EF4-FFF2-40B4-BE49-F238E27FC236}">
                <a16:creationId xmlns:a16="http://schemas.microsoft.com/office/drawing/2014/main" xmlns="" id="{259492DE-C68B-4458-AB3B-D459DB4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1205" name="矩形 4">
            <a:extLst>
              <a:ext uri="{FF2B5EF4-FFF2-40B4-BE49-F238E27FC236}">
                <a16:creationId xmlns:a16="http://schemas.microsoft.com/office/drawing/2014/main" xmlns="" id="{F96F2A10-C666-461F-A3F5-A7AB199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6043613"/>
            <a:ext cx="11303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637B5A33-FA1A-4736-B926-7DCFAF24F39D}"/>
              </a:ext>
            </a:extLst>
          </p:cNvPr>
          <p:cNvSpPr/>
          <p:nvPr/>
        </p:nvSpPr>
        <p:spPr bwMode="auto">
          <a:xfrm>
            <a:off x="9172575" y="5581650"/>
            <a:ext cx="17335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1207" name="矩形 4">
            <a:extLst>
              <a:ext uri="{FF2B5EF4-FFF2-40B4-BE49-F238E27FC236}">
                <a16:creationId xmlns:a16="http://schemas.microsoft.com/office/drawing/2014/main" xmlns="" id="{05A11D6F-114D-4282-9452-B6D4D798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1317625"/>
            <a:ext cx="1790700" cy="47625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1208" name="矩形 10">
            <a:extLst>
              <a:ext uri="{FF2B5EF4-FFF2-40B4-BE49-F238E27FC236}">
                <a16:creationId xmlns:a16="http://schemas.microsoft.com/office/drawing/2014/main" xmlns="" id="{160EC678-2BDF-47A1-9C7A-D878694C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31913"/>
            <a:ext cx="2868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:a16="http://schemas.microsoft.com/office/drawing/2014/main" xmlns="" id="{0C2F7F4F-0F9D-4A78-BE3C-95C090313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CC90F9E-9151-4DE6-807E-CF172C22C474}" type="slidenum">
              <a:rPr lang="zh-CN" altLang="en-US" smtClean="0">
                <a:solidFill>
                  <a:srgbClr val="898989"/>
                </a:solidFill>
              </a:rPr>
              <a:pPr algn="ctr"/>
              <a:t>55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2227" name="图片 1">
            <a:extLst>
              <a:ext uri="{FF2B5EF4-FFF2-40B4-BE49-F238E27FC236}">
                <a16:creationId xmlns:a16="http://schemas.microsoft.com/office/drawing/2014/main" xmlns="" id="{7F3E47C4-F530-440F-B9B2-5884273B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-50800"/>
            <a:ext cx="8607425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标题 1">
            <a:extLst>
              <a:ext uri="{FF2B5EF4-FFF2-40B4-BE49-F238E27FC236}">
                <a16:creationId xmlns:a16="http://schemas.microsoft.com/office/drawing/2014/main" xmlns="" id="{AD510D73-0D78-45F1-8229-B80B5C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2229" name="矩形 4">
            <a:extLst>
              <a:ext uri="{FF2B5EF4-FFF2-40B4-BE49-F238E27FC236}">
                <a16:creationId xmlns:a16="http://schemas.microsoft.com/office/drawing/2014/main" xmlns="" id="{64AF4D32-BD25-4C5F-A4B6-5D0F3EAA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4824413"/>
            <a:ext cx="1349375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C644C3E7-5546-43DB-A370-0B090FCD67A4}"/>
              </a:ext>
            </a:extLst>
          </p:cNvPr>
          <p:cNvSpPr/>
          <p:nvPr/>
        </p:nvSpPr>
        <p:spPr bwMode="auto">
          <a:xfrm>
            <a:off x="7924800" y="4391025"/>
            <a:ext cx="17859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xmlns="" id="{70638D9A-51CD-4BED-9BE3-EEF73AECD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EB3D300-CC33-4029-9026-188D5AA9A4A1}" type="slidenum">
              <a:rPr lang="zh-CN" altLang="en-US" smtClean="0">
                <a:solidFill>
                  <a:srgbClr val="898989"/>
                </a:solidFill>
              </a:rPr>
              <a:pPr algn="ctr"/>
              <a:t>56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3251" name="图片 10">
            <a:extLst>
              <a:ext uri="{FF2B5EF4-FFF2-40B4-BE49-F238E27FC236}">
                <a16:creationId xmlns:a16="http://schemas.microsoft.com/office/drawing/2014/main" xmlns="" id="{DD7B762F-8195-4A3F-B5FD-46CA2837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8623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2383ACF4-3D17-4324-AD6A-A3589C279204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3C2BCD30-1775-44F3-9E8F-47A597E5D00B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4" name="矩形 4">
            <a:extLst>
              <a:ext uri="{FF2B5EF4-FFF2-40B4-BE49-F238E27FC236}">
                <a16:creationId xmlns:a16="http://schemas.microsoft.com/office/drawing/2014/main" xmlns="" id="{33BB840C-00E1-4A8D-AB08-2539E789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FE66805-D2D3-4709-A300-4A8B2F4AC93A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6" name="标题 1">
            <a:extLst>
              <a:ext uri="{FF2B5EF4-FFF2-40B4-BE49-F238E27FC236}">
                <a16:creationId xmlns:a16="http://schemas.microsoft.com/office/drawing/2014/main" xmlns="" id="{5B94B14B-03AF-4E30-BE68-A2242D36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xmlns="" id="{82E58F73-71A7-4C96-ACD7-45471E7B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78853D62-BB73-47D8-8C10-229BA10A349D}" type="slidenum">
              <a:rPr lang="zh-CN" altLang="en-US" smtClean="0">
                <a:solidFill>
                  <a:srgbClr val="898989"/>
                </a:solidFill>
              </a:rPr>
              <a:pPr algn="ctr"/>
              <a:t>57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4275" name="图片 5">
            <a:extLst>
              <a:ext uri="{FF2B5EF4-FFF2-40B4-BE49-F238E27FC236}">
                <a16:creationId xmlns:a16="http://schemas.microsoft.com/office/drawing/2014/main" xmlns="" id="{14200C0D-FDD1-47D5-9210-30BD3098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0"/>
            <a:ext cx="8432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标题 1">
            <a:extLst>
              <a:ext uri="{FF2B5EF4-FFF2-40B4-BE49-F238E27FC236}">
                <a16:creationId xmlns:a16="http://schemas.microsoft.com/office/drawing/2014/main" xmlns="" id="{3D9AFB80-9F62-4E1B-8B2F-7C7AFFB1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4277" name="矩形 4">
            <a:extLst>
              <a:ext uri="{FF2B5EF4-FFF2-40B4-BE49-F238E27FC236}">
                <a16:creationId xmlns:a16="http://schemas.microsoft.com/office/drawing/2014/main" xmlns="" id="{8D70C9F2-C883-4566-8EFD-93090249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5272613-8209-4FA6-9C8B-107E4D238206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>
            <a:extLst>
              <a:ext uri="{FF2B5EF4-FFF2-40B4-BE49-F238E27FC236}">
                <a16:creationId xmlns:a16="http://schemas.microsoft.com/office/drawing/2014/main" xmlns="" id="{8E474CF2-DC61-403A-8713-1E758988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93170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F3C9848-C18E-4960-9379-CDD1D6175655}"/>
              </a:ext>
            </a:extLst>
          </p:cNvPr>
          <p:cNvSpPr/>
          <p:nvPr/>
        </p:nvSpPr>
        <p:spPr bwMode="auto">
          <a:xfrm>
            <a:off x="3095625" y="1755775"/>
            <a:ext cx="1258888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03F7EFF-71AB-4F45-869D-2E9FC61C52BD}"/>
              </a:ext>
            </a:extLst>
          </p:cNvPr>
          <p:cNvSpPr/>
          <p:nvPr/>
        </p:nvSpPr>
        <p:spPr bwMode="auto">
          <a:xfrm>
            <a:off x="3725863" y="925513"/>
            <a:ext cx="15494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1970F67B-B0E1-4FF7-848F-62A19D338585}"/>
              </a:ext>
            </a:extLst>
          </p:cNvPr>
          <p:cNvSpPr/>
          <p:nvPr/>
        </p:nvSpPr>
        <p:spPr bwMode="auto">
          <a:xfrm>
            <a:off x="6645275" y="2840038"/>
            <a:ext cx="2935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Copy  the  content in PINS_SET.txt 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5302" name="标题 1">
            <a:extLst>
              <a:ext uri="{FF2B5EF4-FFF2-40B4-BE49-F238E27FC236}">
                <a16:creationId xmlns:a16="http://schemas.microsoft.com/office/drawing/2014/main" xmlns="" id="{D304A86E-DD15-4D0F-B770-B2BF41AB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7D61992-5E67-4502-BC7B-22C33EDF92DC}"/>
              </a:ext>
            </a:extLst>
          </p:cNvPr>
          <p:cNvSpPr/>
          <p:nvPr/>
        </p:nvSpPr>
        <p:spPr bwMode="auto">
          <a:xfrm>
            <a:off x="2862263" y="0"/>
            <a:ext cx="620712" cy="4349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:a16="http://schemas.microsoft.com/office/drawing/2014/main" xmlns="" id="{56159282-BAEA-41C7-9BF6-EF8F68B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6323" name="矩形 5">
            <a:extLst>
              <a:ext uri="{FF2B5EF4-FFF2-40B4-BE49-F238E27FC236}">
                <a16:creationId xmlns:a16="http://schemas.microsoft.com/office/drawing/2014/main" xmlns="" id="{A8D9A938-AA11-4080-89FB-F00E5BDF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6324" name="组合 12">
            <a:extLst>
              <a:ext uri="{FF2B5EF4-FFF2-40B4-BE49-F238E27FC236}">
                <a16:creationId xmlns:a16="http://schemas.microsoft.com/office/drawing/2014/main" xmlns="" id="{5CB0BC78-7B76-495D-BD28-8C6D51F0B856}"/>
              </a:ext>
            </a:extLst>
          </p:cNvPr>
          <p:cNvGrpSpPr>
            <a:grpSpLocks/>
          </p:cNvGrpSpPr>
          <p:nvPr/>
        </p:nvGrpSpPr>
        <p:grpSpPr bwMode="auto">
          <a:xfrm>
            <a:off x="4513263" y="0"/>
            <a:ext cx="7678737" cy="6858000"/>
            <a:chOff x="403142" y="1590238"/>
            <a:chExt cx="2125273" cy="2658348"/>
          </a:xfrm>
        </p:grpSpPr>
        <p:pic>
          <p:nvPicPr>
            <p:cNvPr id="56328" name="图片 1">
              <a:extLst>
                <a:ext uri="{FF2B5EF4-FFF2-40B4-BE49-F238E27FC236}">
                  <a16:creationId xmlns:a16="http://schemas.microsoft.com/office/drawing/2014/main" xmlns="" id="{2E41594B-889A-491A-A802-FD2795912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42"/>
            <a:stretch>
              <a:fillRect/>
            </a:stretch>
          </p:blipFill>
          <p:spPr bwMode="auto">
            <a:xfrm>
              <a:off x="403142" y="1590238"/>
              <a:ext cx="2125273" cy="265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矩形 6">
              <a:extLst>
                <a:ext uri="{FF2B5EF4-FFF2-40B4-BE49-F238E27FC236}">
                  <a16:creationId xmlns:a16="http://schemas.microsoft.com/office/drawing/2014/main" xmlns="" id="{8A119177-40CE-4264-9603-A75C5FD8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26" y="3733014"/>
              <a:ext cx="992139" cy="262372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E7119895-3146-4DD1-AA21-E73D5400DB92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6326" name="标题 1">
            <a:extLst>
              <a:ext uri="{FF2B5EF4-FFF2-40B4-BE49-F238E27FC236}">
                <a16:creationId xmlns:a16="http://schemas.microsoft.com/office/drawing/2014/main" xmlns="" id="{5F7E4258-8DA0-4B69-B748-DAFFB0EA2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255B6FF4-6BB1-4661-BAAB-D9E258D8F6A1}"/>
              </a:ext>
            </a:extLst>
          </p:cNvPr>
          <p:cNvSpPr/>
          <p:nvPr/>
        </p:nvSpPr>
        <p:spPr bwMode="auto">
          <a:xfrm>
            <a:off x="5310188" y="4819650"/>
            <a:ext cx="4381500" cy="5603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5">
            <a:extLst>
              <a:ext uri="{FF2B5EF4-FFF2-40B4-BE49-F238E27FC236}">
                <a16:creationId xmlns:a16="http://schemas.microsoft.com/office/drawing/2014/main" xmlns="" id="{0D4FEEF0-ACAD-4BA0-B3D2-70AAAEC4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473200"/>
            <a:ext cx="7967662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28AE0A9-7CE6-4D7F-97DE-0CE8ED797E02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7348" name="矩形 5">
            <a:extLst>
              <a:ext uri="{FF2B5EF4-FFF2-40B4-BE49-F238E27FC236}">
                <a16:creationId xmlns:a16="http://schemas.microsoft.com/office/drawing/2014/main" xmlns="" id="{EC0D9E67-BD0F-40C5-8969-20F5B3A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7349" name="标题 1">
            <a:extLst>
              <a:ext uri="{FF2B5EF4-FFF2-40B4-BE49-F238E27FC236}">
                <a16:creationId xmlns:a16="http://schemas.microsoft.com/office/drawing/2014/main" xmlns="" id="{DC52EAA4-B34D-4166-8CF8-51C9BF2A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7350" name="矩形 4">
            <a:extLst>
              <a:ext uri="{FF2B5EF4-FFF2-40B4-BE49-F238E27FC236}">
                <a16:creationId xmlns:a16="http://schemas.microsoft.com/office/drawing/2014/main" xmlns="" id="{98EF6B65-0A24-45AD-AE3C-B1C7550A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825" y="3827463"/>
            <a:ext cx="1377950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81689EC-A23B-47F5-BA25-0A0F5CF60A5F}"/>
              </a:ext>
            </a:extLst>
          </p:cNvPr>
          <p:cNvSpPr/>
          <p:nvPr/>
        </p:nvSpPr>
        <p:spPr bwMode="auto">
          <a:xfrm>
            <a:off x="9775825" y="3365500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>
            <a:extLst>
              <a:ext uri="{FF2B5EF4-FFF2-40B4-BE49-F238E27FC236}">
                <a16:creationId xmlns:a16="http://schemas.microsoft.com/office/drawing/2014/main" xmlns="" id="{31C8A102-0456-4615-9C1A-B02F69E7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6738"/>
            <a:ext cx="4260850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1" name="矩形 1">
            <a:extLst>
              <a:ext uri="{FF2B5EF4-FFF2-40B4-BE49-F238E27FC236}">
                <a16:creationId xmlns:a16="http://schemas.microsoft.com/office/drawing/2014/main" xmlns="" id="{863FA524-908B-46F2-9B54-7D05C41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0397A572-DA20-493F-B87C-3CD0391DC2CA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8373" name="矩形 5">
            <a:extLst>
              <a:ext uri="{FF2B5EF4-FFF2-40B4-BE49-F238E27FC236}">
                <a16:creationId xmlns:a16="http://schemas.microsoft.com/office/drawing/2014/main" xmlns="" id="{EF63EF2E-E555-4E11-A2EF-BD01CB8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8374" name="组合 9">
            <a:extLst>
              <a:ext uri="{FF2B5EF4-FFF2-40B4-BE49-F238E27FC236}">
                <a16:creationId xmlns:a16="http://schemas.microsoft.com/office/drawing/2014/main" xmlns="" id="{3CC951E7-3681-4439-81A1-E90AD2E875AD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375150"/>
            <a:ext cx="4006850" cy="1274763"/>
            <a:chOff x="1945545" y="6293407"/>
            <a:chExt cx="5103522" cy="1005143"/>
          </a:xfrm>
        </p:grpSpPr>
        <p:grpSp>
          <p:nvGrpSpPr>
            <p:cNvPr id="58383" name="组合 8">
              <a:extLst>
                <a:ext uri="{FF2B5EF4-FFF2-40B4-BE49-F238E27FC236}">
                  <a16:creationId xmlns:a16="http://schemas.microsoft.com/office/drawing/2014/main" xmlns="" id="{9E4473A8-2A06-4984-A1FB-522CC1E7A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545" y="6293407"/>
              <a:ext cx="4870362" cy="667965"/>
              <a:chOff x="5379420" y="6151561"/>
              <a:chExt cx="4870362" cy="667965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A194FAED-9331-4D04-9793-201B1A169D09}"/>
                  </a:ext>
                </a:extLst>
              </p:cNvPr>
              <p:cNvSpPr/>
              <p:nvPr/>
            </p:nvSpPr>
            <p:spPr>
              <a:xfrm>
                <a:off x="6481409" y="6151561"/>
                <a:ext cx="2436506" cy="413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You can see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58386" name="图片 13">
                <a:extLst>
                  <a:ext uri="{FF2B5EF4-FFF2-40B4-BE49-F238E27FC236}">
                    <a16:creationId xmlns:a16="http://schemas.microsoft.com/office/drawing/2014/main" xmlns="" id="{C23BC1B1-8550-4483-97E3-764ED79F6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9420" y="6550557"/>
                <a:ext cx="4870362" cy="26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384" name="矩形 14">
              <a:extLst>
                <a:ext uri="{FF2B5EF4-FFF2-40B4-BE49-F238E27FC236}">
                  <a16:creationId xmlns:a16="http://schemas.microsoft.com/office/drawing/2014/main" xmlns="" id="{1BA02FD7-0EED-44C5-A28C-1234201C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3" y="6940732"/>
              <a:ext cx="4992624" cy="357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FF0000"/>
                  </a:solidFill>
                </a:rPr>
                <a:t> on the top right corner. 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AE3F896-A4DE-4824-8926-6CD44E9F1AFE}"/>
              </a:ext>
            </a:extLst>
          </p:cNvPr>
          <p:cNvSpPr/>
          <p:nvPr/>
        </p:nvSpPr>
        <p:spPr>
          <a:xfrm>
            <a:off x="415925" y="5826125"/>
            <a:ext cx="3586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8376" name="标题 1">
            <a:extLst>
              <a:ext uri="{FF2B5EF4-FFF2-40B4-BE49-F238E27FC236}">
                <a16:creationId xmlns:a16="http://schemas.microsoft.com/office/drawing/2014/main" xmlns="" id="{69C998EF-EC91-4A42-9D57-75C7F801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58377" name="组合 2">
            <a:extLst>
              <a:ext uri="{FF2B5EF4-FFF2-40B4-BE49-F238E27FC236}">
                <a16:creationId xmlns:a16="http://schemas.microsoft.com/office/drawing/2014/main" xmlns="" id="{E05FC394-1266-4274-966C-DCA0309EA03D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0"/>
            <a:ext cx="7931150" cy="6858000"/>
            <a:chOff x="4260850" y="0"/>
            <a:chExt cx="7931150" cy="6858000"/>
          </a:xfrm>
        </p:grpSpPr>
        <p:pic>
          <p:nvPicPr>
            <p:cNvPr id="58378" name="图片 10">
              <a:extLst>
                <a:ext uri="{FF2B5EF4-FFF2-40B4-BE49-F238E27FC236}">
                  <a16:creationId xmlns:a16="http://schemas.microsoft.com/office/drawing/2014/main" xmlns="" id="{E4E3BDDD-E3EE-42C2-89F7-1084C4447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850" y="0"/>
              <a:ext cx="79311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9" name="矩形 4">
              <a:extLst>
                <a:ext uri="{FF2B5EF4-FFF2-40B4-BE49-F238E27FC236}">
                  <a16:creationId xmlns:a16="http://schemas.microsoft.com/office/drawing/2014/main" xmlns="" id="{1C40FC83-DD34-4F6B-A759-9C2CC88A9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5649913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40F82AC2-88A5-4C4F-A77F-8AF9A9034FF1}"/>
                </a:ext>
              </a:extLst>
            </p:cNvPr>
            <p:cNvSpPr/>
            <p:nvPr/>
          </p:nvSpPr>
          <p:spPr bwMode="auto">
            <a:xfrm>
              <a:off x="8367713" y="5187950"/>
              <a:ext cx="2571750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8381" name="矩形 4">
              <a:extLst>
                <a:ext uri="{FF2B5EF4-FFF2-40B4-BE49-F238E27FC236}">
                  <a16:creationId xmlns:a16="http://schemas.microsoft.com/office/drawing/2014/main" xmlns="" id="{97A585A1-C50C-41F7-A6EC-3263F3B87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895" y="2787650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8382" name="矩形 16">
              <a:extLst>
                <a:ext uri="{FF2B5EF4-FFF2-40B4-BE49-F238E27FC236}">
                  <a16:creationId xmlns:a16="http://schemas.microsoft.com/office/drawing/2014/main" xmlns="" id="{D8CE6FA7-D7B1-4634-83B9-FC4A53B5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381" y="2967037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this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xmlns="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395" name="标题 1">
            <a:extLst>
              <a:ext uri="{FF2B5EF4-FFF2-40B4-BE49-F238E27FC236}">
                <a16:creationId xmlns:a16="http://schemas.microsoft.com/office/drawing/2014/main" xmlns="" id="{EB48DAD1-EF60-4F2B-ADF6-32125EBF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081088"/>
            <a:ext cx="28876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8.Connect  FPGA Target Board With Computer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59955A52-97D3-45A5-9D03-D11018D93B35}"/>
              </a:ext>
            </a:extLst>
          </p:cNvPr>
          <p:cNvSpPr/>
          <p:nvPr/>
        </p:nvSpPr>
        <p:spPr>
          <a:xfrm>
            <a:off x="0" y="5086350"/>
            <a:ext cx="410686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Put all  switch(17 ) to ON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 Power on with switch (7)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xmlns="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xmlns="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5086350"/>
            <a:ext cx="895350" cy="1771650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399" name="矩形 4">
            <a:extLst>
              <a:ext uri="{FF2B5EF4-FFF2-40B4-BE49-F238E27FC236}">
                <a16:creationId xmlns:a16="http://schemas.microsoft.com/office/drawing/2014/main" xmlns="" id="{83CAD433-AFED-4F75-87F2-70C881A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0"/>
            <a:ext cx="896938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xmlns="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5" y="0"/>
            <a:ext cx="896938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组合 7">
            <a:extLst>
              <a:ext uri="{FF2B5EF4-FFF2-40B4-BE49-F238E27FC236}">
                <a16:creationId xmlns:a16="http://schemas.microsoft.com/office/drawing/2014/main" xmlns="" id="{96953E17-BB22-4B11-B057-9ED893272B24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0"/>
            <a:ext cx="8678862" cy="6858000"/>
            <a:chOff x="286343" y="714321"/>
            <a:chExt cx="2562225" cy="1981200"/>
          </a:xfrm>
        </p:grpSpPr>
        <p:pic>
          <p:nvPicPr>
            <p:cNvPr id="60424" name="图片 3">
              <a:extLst>
                <a:ext uri="{FF2B5EF4-FFF2-40B4-BE49-F238E27FC236}">
                  <a16:creationId xmlns:a16="http://schemas.microsoft.com/office/drawing/2014/main" xmlns="" id="{97037175-DC12-46F5-8D91-96A6F59E4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43" y="714321"/>
              <a:ext cx="2562225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9E6F19F6-AC52-470B-977A-8B73E93B7013}"/>
                </a:ext>
              </a:extLst>
            </p:cNvPr>
            <p:cNvSpPr/>
            <p:nvPr/>
          </p:nvSpPr>
          <p:spPr>
            <a:xfrm>
              <a:off x="495839" y="1242641"/>
              <a:ext cx="1779544" cy="21463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4C9D5866-F5F9-4B35-B68A-49EF76EA60D5}"/>
                </a:ext>
              </a:extLst>
            </p:cNvPr>
            <p:cNvSpPr/>
            <p:nvPr/>
          </p:nvSpPr>
          <p:spPr>
            <a:xfrm>
              <a:off x="700648" y="1536152"/>
              <a:ext cx="770027" cy="17977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3608CCFD-93EE-49DC-B587-B9212449E855}"/>
                </a:ext>
              </a:extLst>
            </p:cNvPr>
            <p:cNvSpPr/>
            <p:nvPr/>
          </p:nvSpPr>
          <p:spPr>
            <a:xfrm>
              <a:off x="1524572" y="1844339"/>
              <a:ext cx="807989" cy="17152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A42350A6-84C1-4064-8C55-3A02B4FEED0D}"/>
              </a:ext>
            </a:extLst>
          </p:cNvPr>
          <p:cNvSpPr/>
          <p:nvPr/>
        </p:nvSpPr>
        <p:spPr bwMode="auto">
          <a:xfrm>
            <a:off x="7669213" y="295275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DD604B0F-839A-4829-A8C0-89D24A14133F}"/>
              </a:ext>
            </a:extLst>
          </p:cNvPr>
          <p:cNvSpPr/>
          <p:nvPr/>
        </p:nvSpPr>
        <p:spPr bwMode="auto">
          <a:xfrm>
            <a:off x="5565775" y="3978275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45A3398-5A09-4895-9D3F-3E234D9FD43E}"/>
              </a:ext>
            </a:extLst>
          </p:cNvPr>
          <p:cNvSpPr/>
          <p:nvPr/>
        </p:nvSpPr>
        <p:spPr bwMode="auto">
          <a:xfrm>
            <a:off x="8442325" y="1309688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0422" name="标题 1">
            <a:extLst>
              <a:ext uri="{FF2B5EF4-FFF2-40B4-BE49-F238E27FC236}">
                <a16:creationId xmlns:a16="http://schemas.microsoft.com/office/drawing/2014/main" xmlns="" id="{CD44458F-6FFA-4BB3-A6A1-B9F7630AA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3CC1BB23-A744-4A26-B42F-A5E933939C70}"/>
              </a:ext>
            </a:extLst>
          </p:cNvPr>
          <p:cNvSpPr/>
          <p:nvPr/>
        </p:nvSpPr>
        <p:spPr bwMode="auto">
          <a:xfrm>
            <a:off x="3614738" y="88900"/>
            <a:ext cx="4827587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组合 4">
            <a:extLst>
              <a:ext uri="{FF2B5EF4-FFF2-40B4-BE49-F238E27FC236}">
                <a16:creationId xmlns:a16="http://schemas.microsoft.com/office/drawing/2014/main" xmlns="" id="{EDDBED2A-C7EC-4772-8700-C56B992FAED5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0"/>
            <a:ext cx="8288337" cy="6858000"/>
            <a:chOff x="3830408" y="636588"/>
            <a:chExt cx="3024187" cy="2894012"/>
          </a:xfrm>
        </p:grpSpPr>
        <p:pic>
          <p:nvPicPr>
            <p:cNvPr id="61445" name="图片 8">
              <a:extLst>
                <a:ext uri="{FF2B5EF4-FFF2-40B4-BE49-F238E27FC236}">
                  <a16:creationId xmlns:a16="http://schemas.microsoft.com/office/drawing/2014/main" xmlns="" id="{3F155562-F52A-46CE-9B09-8F93E5A3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408" y="636588"/>
              <a:ext cx="3024187" cy="289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06EFC944-3C8F-49C9-B1B7-EDE3E3B9E959}"/>
                </a:ext>
              </a:extLst>
            </p:cNvPr>
            <p:cNvSpPr/>
            <p:nvPr/>
          </p:nvSpPr>
          <p:spPr>
            <a:xfrm>
              <a:off x="5303403" y="856989"/>
              <a:ext cx="814405" cy="2746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1443" name="标题 1">
            <a:extLst>
              <a:ext uri="{FF2B5EF4-FFF2-40B4-BE49-F238E27FC236}">
                <a16:creationId xmlns:a16="http://schemas.microsoft.com/office/drawing/2014/main" xmlns="" id="{0EB90BA5-03FE-4638-9DC4-EFBD1C7F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E8153393-E809-4C63-AC02-57E0C7808CC5}"/>
              </a:ext>
            </a:extLst>
          </p:cNvPr>
          <p:cNvSpPr/>
          <p:nvPr/>
        </p:nvSpPr>
        <p:spPr bwMode="auto">
          <a:xfrm>
            <a:off x="8253413" y="1262063"/>
            <a:ext cx="16081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3">
            <a:extLst>
              <a:ext uri="{FF2B5EF4-FFF2-40B4-BE49-F238E27FC236}">
                <a16:creationId xmlns:a16="http://schemas.microsoft.com/office/drawing/2014/main" xmlns="" id="{7CD84E48-6032-48D4-B28D-89160EDBA561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3813"/>
            <a:ext cx="8593137" cy="6858000"/>
            <a:chOff x="4352025" y="2627411"/>
            <a:chExt cx="5273675" cy="2867025"/>
          </a:xfrm>
        </p:grpSpPr>
        <p:pic>
          <p:nvPicPr>
            <p:cNvPr id="62471" name="图片 5">
              <a:extLst>
                <a:ext uri="{FF2B5EF4-FFF2-40B4-BE49-F238E27FC236}">
                  <a16:creationId xmlns:a16="http://schemas.microsoft.com/office/drawing/2014/main" xmlns="" id="{7B1C9FA5-51D1-4DBA-A60E-C3916DB1A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025" y="2627411"/>
              <a:ext cx="5273675" cy="286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2" name="文本框 16">
              <a:extLst>
                <a:ext uri="{FF2B5EF4-FFF2-40B4-BE49-F238E27FC236}">
                  <a16:creationId xmlns:a16="http://schemas.microsoft.com/office/drawing/2014/main" xmlns="" id="{84BF210A-34C0-4434-98CE-6B8D2D14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294" y="3522030"/>
              <a:ext cx="2036189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>
                <a:buFontTx/>
                <a:buAutoNum type="arabicPeriod"/>
              </a:pPr>
              <a:r>
                <a:rPr lang="en-US" altLang="zh-CN" sz="2400" b="1">
                  <a:solidFill>
                    <a:srgbClr val="FF0000"/>
                  </a:solidFill>
                </a:rPr>
                <a:t>Find you bit file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62467" name="标题 1">
            <a:extLst>
              <a:ext uri="{FF2B5EF4-FFF2-40B4-BE49-F238E27FC236}">
                <a16:creationId xmlns:a16="http://schemas.microsoft.com/office/drawing/2014/main" xmlns="" id="{C65C2F1F-4E95-4FC1-B660-2F103124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9B3F5845-A280-4CA8-A3B7-BF04B05FE6BB}"/>
              </a:ext>
            </a:extLst>
          </p:cNvPr>
          <p:cNvSpPr/>
          <p:nvPr/>
        </p:nvSpPr>
        <p:spPr bwMode="auto">
          <a:xfrm>
            <a:off x="5586413" y="2576513"/>
            <a:ext cx="5270500" cy="7429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469" name="矩形 4">
            <a:extLst>
              <a:ext uri="{FF2B5EF4-FFF2-40B4-BE49-F238E27FC236}">
                <a16:creationId xmlns:a16="http://schemas.microsoft.com/office/drawing/2014/main" xmlns="" id="{643AD43F-6B7A-4653-A4C9-561058CB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5873750"/>
            <a:ext cx="1446213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BA22BE53-C112-4531-AA41-D8DBB0198E98}"/>
              </a:ext>
            </a:extLst>
          </p:cNvPr>
          <p:cNvSpPr/>
          <p:nvPr/>
        </p:nvSpPr>
        <p:spPr bwMode="auto">
          <a:xfrm>
            <a:off x="9571038" y="5380038"/>
            <a:ext cx="16637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8">
            <a:extLst>
              <a:ext uri="{FF2B5EF4-FFF2-40B4-BE49-F238E27FC236}">
                <a16:creationId xmlns:a16="http://schemas.microsoft.com/office/drawing/2014/main" xmlns="" id="{85491CA6-2CB5-40AC-A18E-0C122DB5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79888"/>
            <a:ext cx="4106863" cy="269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1" name="矩形 6">
            <a:extLst>
              <a:ext uri="{FF2B5EF4-FFF2-40B4-BE49-F238E27FC236}">
                <a16:creationId xmlns:a16="http://schemas.microsoft.com/office/drawing/2014/main" xmlns="" id="{A5C59790-4D39-40E4-AD87-3DDF985F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421188"/>
            <a:ext cx="3860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1. Switch(0,1,2) are the inputs (A,B,C), led(0~7) are the  outputs (Y0~Y7)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2. Use the switch to control the led light </a:t>
            </a:r>
            <a:endParaRPr lang="zh-CN" altLang="zh-CN" sz="2800" b="1">
              <a:solidFill>
                <a:srgbClr val="FF0000"/>
              </a:solidFill>
            </a:endParaRPr>
          </a:p>
        </p:txBody>
      </p:sp>
      <p:sp>
        <p:nvSpPr>
          <p:cNvPr id="63492" name="标题 1">
            <a:extLst>
              <a:ext uri="{FF2B5EF4-FFF2-40B4-BE49-F238E27FC236}">
                <a16:creationId xmlns:a16="http://schemas.microsoft.com/office/drawing/2014/main" xmlns="" id="{BED4C9BB-B011-4230-9A74-388F2371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786063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Observe phenomena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63493" name="图片 2">
            <a:extLst>
              <a:ext uri="{FF2B5EF4-FFF2-40B4-BE49-F238E27FC236}">
                <a16:creationId xmlns:a16="http://schemas.microsoft.com/office/drawing/2014/main" xmlns="" id="{E6243CB3-6824-41CB-8A55-732E41D1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4">
            <a:extLst>
              <a:ext uri="{FF2B5EF4-FFF2-40B4-BE49-F238E27FC236}">
                <a16:creationId xmlns:a16="http://schemas.microsoft.com/office/drawing/2014/main" xmlns="" id="{BA5EE581-ED28-4887-A794-B4F6D891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5849938"/>
            <a:ext cx="1103312" cy="6143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63495" name="矩形 4">
            <a:extLst>
              <a:ext uri="{FF2B5EF4-FFF2-40B4-BE49-F238E27FC236}">
                <a16:creationId xmlns:a16="http://schemas.microsoft.com/office/drawing/2014/main" xmlns="" id="{56353498-27C6-44D1-B3DD-873BEDA3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370513"/>
            <a:ext cx="3062287" cy="3476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xmlns="" id="{396E2ED0-CA62-43CA-8CFF-669797BC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3175"/>
            <a:ext cx="11235267" cy="2257955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Appendix: </a:t>
            </a:r>
            <a:br>
              <a:rPr lang="en-US" altLang="zh-CN" sz="5400" b="1" dirty="0">
                <a:solidFill>
                  <a:srgbClr val="00B0F0"/>
                </a:solidFill>
              </a:rPr>
            </a:br>
            <a:r>
              <a:rPr lang="en-US" altLang="zh-CN" sz="5400" b="1" dirty="0">
                <a:solidFill>
                  <a:srgbClr val="00B0F0"/>
                </a:solidFill>
              </a:rPr>
              <a:t>       </a:t>
            </a:r>
            <a:r>
              <a:rPr lang="en-US" altLang="zh-CN" sz="4800" b="1" dirty="0">
                <a:solidFill>
                  <a:srgbClr val="00B0F0"/>
                </a:solidFill>
              </a:rPr>
              <a:t>implement and verify a </a:t>
            </a:r>
            <a:r>
              <a:rPr lang="en-US" altLang="zh-CN" sz="4800" b="1" dirty="0" err="1">
                <a:solidFill>
                  <a:srgbClr val="00B0F0"/>
                </a:solidFill>
              </a:rPr>
              <a:t>ledwater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3" name="Picture 61">
            <a:extLst>
              <a:ext uri="{FF2B5EF4-FFF2-40B4-BE49-F238E27FC236}">
                <a16:creationId xmlns:a16="http://schemas.microsoft.com/office/drawing/2014/main" xmlns="" id="{3543F478-7AFA-50ED-7DAC-A061DCBA2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" y="2080119"/>
            <a:ext cx="6720008" cy="394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0DE3909-F65E-B0EA-505E-9F94E32B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556" y="1990851"/>
            <a:ext cx="4840644" cy="40298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xmlns="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:a16="http://schemas.microsoft.com/office/drawing/2014/main" xmlns="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xmlns="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3265</TotalTime>
  <Words>1171</Words>
  <Application>Microsoft Office PowerPoint</Application>
  <PresentationFormat>自定义</PresentationFormat>
  <Paragraphs>298</Paragraphs>
  <Slides>68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69" baseType="lpstr">
      <vt:lpstr>模板</vt:lpstr>
      <vt:lpstr>Digital Logic Design and Application</vt:lpstr>
      <vt:lpstr>Fundamental</vt:lpstr>
      <vt:lpstr>Grading</vt:lpstr>
      <vt:lpstr>Grading</vt:lpstr>
      <vt:lpstr>Grading</vt:lpstr>
      <vt:lpstr>Reference</vt:lpstr>
      <vt:lpstr>Note</vt:lpstr>
      <vt:lpstr>Content</vt:lpstr>
      <vt:lpstr>Implement for a 3-8 Decoder </vt:lpstr>
      <vt:lpstr>FPGA Design Flow</vt:lpstr>
      <vt:lpstr>PowerPoint 演示文稿</vt:lpstr>
      <vt:lpstr>PowerPoint 演示文稿</vt:lpstr>
      <vt:lpstr>PowerPoint 演示文稿</vt:lpstr>
      <vt:lpstr>FPGA Design Flow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decoder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Appendix:         implement and verify a ledwater</vt:lpstr>
      <vt:lpstr>Digital Logic Design and Application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248</cp:revision>
  <dcterms:created xsi:type="dcterms:W3CDTF">2017-04-08T01:53:17Z</dcterms:created>
  <dcterms:modified xsi:type="dcterms:W3CDTF">2024-03-25T13:56:05Z</dcterms:modified>
</cp:coreProperties>
</file>