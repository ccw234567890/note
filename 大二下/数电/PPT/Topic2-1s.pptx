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9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20.xml" ContentType="application/vnd.openxmlformats-officedocument.presentationml.tags+xml"/>
  <Override PartName="/ppt/notesSlides/notesSlide5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1" r:id="rId1"/>
    <p:sldMasterId id="2147483664" r:id="rId2"/>
  </p:sldMasterIdLst>
  <p:notesMasterIdLst>
    <p:notesMasterId r:id="rId108"/>
  </p:notesMasterIdLst>
  <p:handoutMasterIdLst>
    <p:handoutMasterId r:id="rId109"/>
  </p:handoutMasterIdLst>
  <p:sldIdLst>
    <p:sldId id="256" r:id="rId3"/>
    <p:sldId id="523" r:id="rId4"/>
    <p:sldId id="515" r:id="rId5"/>
    <p:sldId id="600" r:id="rId6"/>
    <p:sldId id="529" r:id="rId7"/>
    <p:sldId id="514" r:id="rId8"/>
    <p:sldId id="1920" r:id="rId9"/>
    <p:sldId id="315" r:id="rId10"/>
    <p:sldId id="311" r:id="rId11"/>
    <p:sldId id="316" r:id="rId12"/>
    <p:sldId id="413" r:id="rId13"/>
    <p:sldId id="414" r:id="rId14"/>
    <p:sldId id="415" r:id="rId15"/>
    <p:sldId id="416" r:id="rId16"/>
    <p:sldId id="466" r:id="rId17"/>
    <p:sldId id="459" r:id="rId18"/>
    <p:sldId id="460" r:id="rId19"/>
    <p:sldId id="461" r:id="rId20"/>
    <p:sldId id="462" r:id="rId21"/>
    <p:sldId id="463" r:id="rId22"/>
    <p:sldId id="464" r:id="rId23"/>
    <p:sldId id="465" r:id="rId24"/>
    <p:sldId id="516" r:id="rId25"/>
    <p:sldId id="572" r:id="rId26"/>
    <p:sldId id="573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428" r:id="rId36"/>
    <p:sldId id="429" r:id="rId37"/>
    <p:sldId id="431" r:id="rId38"/>
    <p:sldId id="432" r:id="rId39"/>
    <p:sldId id="433" r:id="rId40"/>
    <p:sldId id="1388" r:id="rId41"/>
    <p:sldId id="434" r:id="rId42"/>
    <p:sldId id="435" r:id="rId43"/>
    <p:sldId id="436" r:id="rId44"/>
    <p:sldId id="442" r:id="rId45"/>
    <p:sldId id="443" r:id="rId46"/>
    <p:sldId id="444" r:id="rId47"/>
    <p:sldId id="445" r:id="rId48"/>
    <p:sldId id="446" r:id="rId49"/>
    <p:sldId id="447" r:id="rId50"/>
    <p:sldId id="448" r:id="rId51"/>
    <p:sldId id="449" r:id="rId52"/>
    <p:sldId id="450" r:id="rId53"/>
    <p:sldId id="451" r:id="rId54"/>
    <p:sldId id="452" r:id="rId55"/>
    <p:sldId id="453" r:id="rId56"/>
    <p:sldId id="454" r:id="rId57"/>
    <p:sldId id="455" r:id="rId58"/>
    <p:sldId id="467" r:id="rId59"/>
    <p:sldId id="517" r:id="rId60"/>
    <p:sldId id="469" r:id="rId61"/>
    <p:sldId id="470" r:id="rId62"/>
    <p:sldId id="471" r:id="rId63"/>
    <p:sldId id="494" r:id="rId64"/>
    <p:sldId id="1389" r:id="rId65"/>
    <p:sldId id="525" r:id="rId66"/>
    <p:sldId id="574" r:id="rId67"/>
    <p:sldId id="526" r:id="rId68"/>
    <p:sldId id="533" r:id="rId69"/>
    <p:sldId id="534" r:id="rId70"/>
    <p:sldId id="1914" r:id="rId71"/>
    <p:sldId id="474" r:id="rId72"/>
    <p:sldId id="475" r:id="rId73"/>
    <p:sldId id="476" r:id="rId74"/>
    <p:sldId id="478" r:id="rId75"/>
    <p:sldId id="1897" r:id="rId76"/>
    <p:sldId id="479" r:id="rId77"/>
    <p:sldId id="480" r:id="rId78"/>
    <p:sldId id="1697" r:id="rId79"/>
    <p:sldId id="543" r:id="rId80"/>
    <p:sldId id="544" r:id="rId81"/>
    <p:sldId id="1915" r:id="rId82"/>
    <p:sldId id="487" r:id="rId83"/>
    <p:sldId id="488" r:id="rId84"/>
    <p:sldId id="489" r:id="rId85"/>
    <p:sldId id="490" r:id="rId86"/>
    <p:sldId id="491" r:id="rId87"/>
    <p:sldId id="1916" r:id="rId88"/>
    <p:sldId id="331" r:id="rId89"/>
    <p:sldId id="539" r:id="rId90"/>
    <p:sldId id="551" r:id="rId91"/>
    <p:sldId id="540" r:id="rId92"/>
    <p:sldId id="1907" r:id="rId93"/>
    <p:sldId id="541" r:id="rId94"/>
    <p:sldId id="504" r:id="rId95"/>
    <p:sldId id="495" r:id="rId96"/>
    <p:sldId id="507" r:id="rId97"/>
    <p:sldId id="508" r:id="rId98"/>
    <p:sldId id="496" r:id="rId99"/>
    <p:sldId id="531" r:id="rId100"/>
    <p:sldId id="532" r:id="rId101"/>
    <p:sldId id="542" r:id="rId102"/>
    <p:sldId id="530" r:id="rId103"/>
    <p:sldId id="396" r:id="rId104"/>
    <p:sldId id="417" r:id="rId105"/>
    <p:sldId id="397" r:id="rId106"/>
    <p:sldId id="438" r:id="rId10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6D04"/>
    <a:srgbClr val="0A419B"/>
    <a:srgbClr val="003399"/>
    <a:srgbClr val="205BA9"/>
    <a:srgbClr val="FFFF00"/>
    <a:srgbClr val="FF6600"/>
    <a:srgbClr val="DA251C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7" autoAdjust="0"/>
    <p:restoredTop sz="95995" autoAdjust="0"/>
  </p:normalViewPr>
  <p:slideViewPr>
    <p:cSldViewPr>
      <p:cViewPr varScale="1">
        <p:scale>
          <a:sx n="92" d="100"/>
          <a:sy n="92" d="100"/>
        </p:scale>
        <p:origin x="297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0698"/>
    </p:cViewPr>
  </p:sorterViewPr>
  <p:notesViewPr>
    <p:cSldViewPr>
      <p:cViewPr varScale="1">
        <p:scale>
          <a:sx n="52" d="100"/>
          <a:sy n="52" d="100"/>
        </p:scale>
        <p:origin x="-2844" y="-84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70DD0E-A2AC-4B66-B2D3-BC2C6DF307D8}" type="doc">
      <dgm:prSet loTypeId="urn:microsoft.com/office/officeart/2005/8/layout/vList4#1" loCatId="picture" qsTypeId="urn:microsoft.com/office/officeart/2005/8/quickstyle/simple1" qsCatId="simple" csTypeId="urn:microsoft.com/office/officeart/2005/8/colors/accent1_2" csCatId="accent1" phldr="1"/>
      <dgm:spPr/>
    </dgm:pt>
    <dgm:pt modelId="{49D2852C-6EC3-445E-BB27-AD9FCD0E1D40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B75F4B0C-80C1-42DD-ADA0-D23A7169AF3A}" type="par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5B57BA09-70E5-4A4A-973A-252A649BCC07}" type="sib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FE257EAC-2996-41A8-A164-C8C72964DBF6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6EDF1B70-A2B3-4E40-B79E-3B474B32F997}" type="par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8AD136C8-6DFA-4944-A710-AAA79DE86A0F}" type="sib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43D24B6-A25D-49BA-9935-2CEC2CF39EBF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 err="1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9A2E131C-0A07-457F-AD2E-63CCE89FCC81}" type="par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A8D3A51B-1BB1-4561-BC95-6E8643928446}" type="sib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75B876E6-A622-439F-AFAF-9390F7E0181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4C3501E-ED8A-4272-B73B-98FCB0D3B0BF}" type="par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C8E6390E-5084-4F59-9C98-3B3200ED7E61}" type="sib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7F46090C-3ACA-476D-A289-5FC68063C662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D3B324A-BD97-4B69-BB10-339D047DD3FF}" type="par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F2E5A219-CC20-4C40-976C-3FDFB67F8A5A}" type="sib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0F8D46C3-B158-4639-992F-48634EAE5003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9605186D-67FE-4F5A-A82B-D0EC92FE3D87}" type="par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0CE03EAA-B456-4CD6-BE80-E6B0FE86F5C2}" type="sib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5B4EB17D-0261-45F6-BC4F-ADB1E8FC9624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8F14E7E0-C435-4C75-8739-AA21238A8461}" type="par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B17AB00C-B823-44D0-8E44-1C31956737F1}" type="sib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8F35CAC1-F50A-4680-BF27-20B76D0DA08E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1CAD9DE1-4739-459D-B2C7-0399C6022C64}" type="par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FF97D0BD-442E-4958-9D11-3EFE6FC11663}" type="sib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93B6F96E-4C1B-41CC-9EE2-22B406001DB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en-US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28821544-08F6-436A-98F2-A52583AA4207}" type="par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18F2336E-BEEB-4CAD-9CF2-814D93BBCAD5}" type="sib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D90EEBE0-4E98-4635-8622-6B8CF25BA50C}">
      <dgm:prSet custT="1"/>
      <dgm:spPr/>
      <dgm:t>
        <a:bodyPr/>
        <a:lstStyle/>
        <a:p>
          <a:pPr marL="809625" marR="0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CF34F1E-53C1-4352-9D61-A0CCD0BCADDF}" type="sib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45BE8D35-358D-4131-B397-02A4879D73EE}" type="par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F9274577-2B36-4C96-B8BA-F0D7C2E76EBD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EC108E4B-E06E-4E84-B27A-E92BD06537C5}" type="sib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0C242A5E-A7B7-42A2-940E-C97E6AFD7DF4}" type="par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B91E1197-2D63-4CA2-87CF-3230E1B397E8}">
      <dgm:prSet custT="1"/>
      <dgm:spPr/>
      <dgm:t>
        <a:bodyPr/>
        <a:lstStyle/>
        <a:p>
          <a:pPr marL="809625" marR="0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ED412137-5DFA-42EB-8E81-0D2A3A605BEA}" type="par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DBA2178F-6473-4FF7-8ECF-10C4028273E3}" type="sib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7F07B7EF-8112-41BD-A672-4ABD3A3BD914}" type="pres">
      <dgm:prSet presAssocID="{1C70DD0E-A2AC-4B66-B2D3-BC2C6DF307D8}" presName="linear" presStyleCnt="0">
        <dgm:presLayoutVars>
          <dgm:dir/>
          <dgm:resizeHandles val="exact"/>
        </dgm:presLayoutVars>
      </dgm:prSet>
      <dgm:spPr/>
    </dgm:pt>
    <dgm:pt modelId="{480266AB-4114-438D-A8AA-417339D03C48}" type="pres">
      <dgm:prSet presAssocID="{49D2852C-6EC3-445E-BB27-AD9FCD0E1D40}" presName="comp" presStyleCnt="0"/>
      <dgm:spPr/>
    </dgm:pt>
    <dgm:pt modelId="{FF446214-26FB-4068-8F2D-A476785B55E9}" type="pres">
      <dgm:prSet presAssocID="{49D2852C-6EC3-445E-BB27-AD9FCD0E1D40}" presName="box" presStyleLbl="node1" presStyleIdx="0" presStyleCnt="3" custLinFactNeighborX="-20664" custLinFactNeighborY="-4784"/>
      <dgm:spPr/>
    </dgm:pt>
    <dgm:pt modelId="{139F12E7-CFA0-4BAF-8300-501CA786BD9A}" type="pres">
      <dgm:prSet presAssocID="{49D2852C-6EC3-445E-BB27-AD9FCD0E1D40}" presName="img" presStyleLbl="fgImgPlace1" presStyleIdx="0" presStyleCnt="3" custScaleX="122651" custLinFactNeighborX="561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04D620BA-FAD4-444F-8A4F-C2A70B4ECB42}" type="pres">
      <dgm:prSet presAssocID="{49D2852C-6EC3-445E-BB27-AD9FCD0E1D40}" presName="text" presStyleLbl="node1" presStyleIdx="0" presStyleCnt="3">
        <dgm:presLayoutVars>
          <dgm:bulletEnabled val="1"/>
        </dgm:presLayoutVars>
      </dgm:prSet>
      <dgm:spPr/>
    </dgm:pt>
    <dgm:pt modelId="{3DF19DF2-2A17-457B-8937-931821ACD1BE}" type="pres">
      <dgm:prSet presAssocID="{5B57BA09-70E5-4A4A-973A-252A649BCC07}" presName="spacer" presStyleCnt="0"/>
      <dgm:spPr/>
    </dgm:pt>
    <dgm:pt modelId="{27EFBFAA-523D-4D64-BDB6-95338400EE4B}" type="pres">
      <dgm:prSet presAssocID="{FE257EAC-2996-41A8-A164-C8C72964DBF6}" presName="comp" presStyleCnt="0"/>
      <dgm:spPr/>
    </dgm:pt>
    <dgm:pt modelId="{83F179FF-809B-4BFE-89F1-88032042A5CE}" type="pres">
      <dgm:prSet presAssocID="{FE257EAC-2996-41A8-A164-C8C72964DBF6}" presName="box" presStyleLbl="node1" presStyleIdx="1" presStyleCnt="3" custScaleY="105065" custLinFactNeighborX="-1190" custLinFactNeighborY="-114"/>
      <dgm:spPr/>
    </dgm:pt>
    <dgm:pt modelId="{D9BFE94D-71EB-4B6A-BDEB-ADAFD2BB447D}" type="pres">
      <dgm:prSet presAssocID="{FE257EAC-2996-41A8-A164-C8C72964DBF6}" presName="img" presStyleLbl="fgImgPlace1" presStyleIdx="1" presStyleCnt="3" custScaleX="121982" custLinFactNeighborX="394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B2D0996-43AD-435E-A996-D1160750F921}" type="pres">
      <dgm:prSet presAssocID="{FE257EAC-2996-41A8-A164-C8C72964DBF6}" presName="text" presStyleLbl="node1" presStyleIdx="1" presStyleCnt="3">
        <dgm:presLayoutVars>
          <dgm:bulletEnabled val="1"/>
        </dgm:presLayoutVars>
      </dgm:prSet>
      <dgm:spPr/>
    </dgm:pt>
    <dgm:pt modelId="{65A56053-3AD0-48FD-8011-3AB7AED30859}" type="pres">
      <dgm:prSet presAssocID="{8AD136C8-6DFA-4944-A710-AAA79DE86A0F}" presName="spacer" presStyleCnt="0"/>
      <dgm:spPr/>
    </dgm:pt>
    <dgm:pt modelId="{5C3EAC3E-8EC0-47DB-937E-50639549E34D}" type="pres">
      <dgm:prSet presAssocID="{C43D24B6-A25D-49BA-9935-2CEC2CF39EBF}" presName="comp" presStyleCnt="0"/>
      <dgm:spPr/>
    </dgm:pt>
    <dgm:pt modelId="{03E89C44-91EE-4A50-82FF-56AF27111F79}" type="pres">
      <dgm:prSet presAssocID="{C43D24B6-A25D-49BA-9935-2CEC2CF39EBF}" presName="box" presStyleLbl="node1" presStyleIdx="2" presStyleCnt="3"/>
      <dgm:spPr/>
    </dgm:pt>
    <dgm:pt modelId="{0E6BBB02-09EE-42AF-A56F-2F420B4DE34B}" type="pres">
      <dgm:prSet presAssocID="{C43D24B6-A25D-49BA-9935-2CEC2CF39EBF}" presName="img" presStyleLbl="fgImgPlace1" presStyleIdx="2" presStyleCnt="3" custScaleX="121982" custLinFactNeighborX="394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40074237-D529-4E62-847A-E7E9D8E0BDE4}" type="pres">
      <dgm:prSet presAssocID="{C43D24B6-A25D-49BA-9935-2CEC2CF39EBF}" presName="text" presStyleLbl="node1" presStyleIdx="2" presStyleCnt="3">
        <dgm:presLayoutVars>
          <dgm:bulletEnabled val="1"/>
        </dgm:presLayoutVars>
      </dgm:prSet>
      <dgm:spPr/>
    </dgm:pt>
  </dgm:ptLst>
  <dgm:cxnLst>
    <dgm:cxn modelId="{963CA10B-FBF2-4711-BF62-AA69D4511393}" srcId="{C43D24B6-A25D-49BA-9935-2CEC2CF39EBF}" destId="{F9274577-2B36-4C96-B8BA-F0D7C2E76EBD}" srcOrd="0" destOrd="0" parTransId="{0C242A5E-A7B7-42A2-940E-C97E6AFD7DF4}" sibTransId="{EC108E4B-E06E-4E84-B27A-E92BD06537C5}"/>
    <dgm:cxn modelId="{E8F74F19-E8FE-4971-A282-E6637A0FAFA3}" type="presOf" srcId="{C43D24B6-A25D-49BA-9935-2CEC2CF39EBF}" destId="{40074237-D529-4E62-847A-E7E9D8E0BDE4}" srcOrd="1" destOrd="0" presId="urn:microsoft.com/office/officeart/2005/8/layout/vList4#1"/>
    <dgm:cxn modelId="{7C26C01F-C0B7-48D0-A335-22AB4A293E97}" type="presOf" srcId="{7F46090C-3ACA-476D-A289-5FC68063C662}" destId="{3B2D0996-43AD-435E-A996-D1160750F921}" srcOrd="1" destOrd="1" presId="urn:microsoft.com/office/officeart/2005/8/layout/vList4#1"/>
    <dgm:cxn modelId="{3F2DED1F-EFFB-4C11-A89F-289A6F5025CA}" type="presOf" srcId="{0F8D46C3-B158-4639-992F-48634EAE5003}" destId="{83F179FF-809B-4BFE-89F1-88032042A5CE}" srcOrd="0" destOrd="2" presId="urn:microsoft.com/office/officeart/2005/8/layout/vList4#1"/>
    <dgm:cxn modelId="{C6D4502F-6007-4032-A7B9-14BA9600043F}" srcId="{FE257EAC-2996-41A8-A164-C8C72964DBF6}" destId="{0F8D46C3-B158-4639-992F-48634EAE5003}" srcOrd="1" destOrd="0" parTransId="{9605186D-67FE-4F5A-A82B-D0EC92FE3D87}" sibTransId="{0CE03EAA-B456-4CD6-BE80-E6B0FE86F5C2}"/>
    <dgm:cxn modelId="{E4A65A2F-C232-4C42-AC81-273F918A7400}" type="presOf" srcId="{49D2852C-6EC3-445E-BB27-AD9FCD0E1D40}" destId="{FF446214-26FB-4068-8F2D-A476785B55E9}" srcOrd="0" destOrd="0" presId="urn:microsoft.com/office/officeart/2005/8/layout/vList4#1"/>
    <dgm:cxn modelId="{25872630-3636-46B3-8F0E-FF996401B76A}" type="presOf" srcId="{49D2852C-6EC3-445E-BB27-AD9FCD0E1D40}" destId="{04D620BA-FAD4-444F-8A4F-C2A70B4ECB42}" srcOrd="1" destOrd="0" presId="urn:microsoft.com/office/officeart/2005/8/layout/vList4#1"/>
    <dgm:cxn modelId="{05130332-7624-4830-B0BD-4CE216365A75}" type="presOf" srcId="{75B876E6-A622-439F-AFAF-9390F7E0181B}" destId="{FF446214-26FB-4068-8F2D-A476785B55E9}" srcOrd="0" destOrd="1" presId="urn:microsoft.com/office/officeart/2005/8/layout/vList4#1"/>
    <dgm:cxn modelId="{4FCD6E37-2BAB-4A12-913C-9A8BB2BF1D39}" type="presOf" srcId="{D90EEBE0-4E98-4635-8622-6B8CF25BA50C}" destId="{03E89C44-91EE-4A50-82FF-56AF27111F79}" srcOrd="0" destOrd="3" presId="urn:microsoft.com/office/officeart/2005/8/layout/vList4#1"/>
    <dgm:cxn modelId="{4F35F43B-1143-436B-868D-FE1350A0225B}" type="presOf" srcId="{93B6F96E-4C1B-41CC-9EE2-22B406001DBB}" destId="{04D620BA-FAD4-444F-8A4F-C2A70B4ECB42}" srcOrd="1" destOrd="2" presId="urn:microsoft.com/office/officeart/2005/8/layout/vList4#1"/>
    <dgm:cxn modelId="{9958F941-C817-4E1A-B0AC-A1D41406D6C7}" type="presOf" srcId="{8F35CAC1-F50A-4680-BF27-20B76D0DA08E}" destId="{04D620BA-FAD4-444F-8A4F-C2A70B4ECB42}" srcOrd="1" destOrd="3" presId="urn:microsoft.com/office/officeart/2005/8/layout/vList4#1"/>
    <dgm:cxn modelId="{0489C869-1CD8-4F92-80EB-896C3206BF54}" type="presOf" srcId="{8F35CAC1-F50A-4680-BF27-20B76D0DA08E}" destId="{FF446214-26FB-4068-8F2D-A476785B55E9}" srcOrd="0" destOrd="3" presId="urn:microsoft.com/office/officeart/2005/8/layout/vList4#1"/>
    <dgm:cxn modelId="{6703584A-DE2A-4462-88FE-9CABA9026854}" srcId="{1C70DD0E-A2AC-4B66-B2D3-BC2C6DF307D8}" destId="{C43D24B6-A25D-49BA-9935-2CEC2CF39EBF}" srcOrd="2" destOrd="0" parTransId="{9A2E131C-0A07-457F-AD2E-63CCE89FCC81}" sibTransId="{A8D3A51B-1BB1-4561-BC95-6E8643928446}"/>
    <dgm:cxn modelId="{0500C54C-4AFD-4F60-86D1-1A264D5DC872}" type="presOf" srcId="{FE257EAC-2996-41A8-A164-C8C72964DBF6}" destId="{83F179FF-809B-4BFE-89F1-88032042A5CE}" srcOrd="0" destOrd="0" presId="urn:microsoft.com/office/officeart/2005/8/layout/vList4#1"/>
    <dgm:cxn modelId="{89184171-064F-485F-8256-3584EEF28791}" type="presOf" srcId="{93B6F96E-4C1B-41CC-9EE2-22B406001DBB}" destId="{FF446214-26FB-4068-8F2D-A476785B55E9}" srcOrd="0" destOrd="2" presId="urn:microsoft.com/office/officeart/2005/8/layout/vList4#1"/>
    <dgm:cxn modelId="{0486F052-DF44-4184-A6BA-D7FF2516BD7B}" srcId="{1C70DD0E-A2AC-4B66-B2D3-BC2C6DF307D8}" destId="{49D2852C-6EC3-445E-BB27-AD9FCD0E1D40}" srcOrd="0" destOrd="0" parTransId="{B75F4B0C-80C1-42DD-ADA0-D23A7169AF3A}" sibTransId="{5B57BA09-70E5-4A4A-973A-252A649BCC07}"/>
    <dgm:cxn modelId="{B7A22774-6346-4AF0-987F-09334A9F9943}" srcId="{1C70DD0E-A2AC-4B66-B2D3-BC2C6DF307D8}" destId="{FE257EAC-2996-41A8-A164-C8C72964DBF6}" srcOrd="1" destOrd="0" parTransId="{6EDF1B70-A2B3-4E40-B79E-3B474B32F997}" sibTransId="{8AD136C8-6DFA-4944-A710-AAA79DE86A0F}"/>
    <dgm:cxn modelId="{88138075-3084-42D0-AE6A-7DD57EC0EA22}" type="presOf" srcId="{B91E1197-2D63-4CA2-87CF-3230E1B397E8}" destId="{40074237-D529-4E62-847A-E7E9D8E0BDE4}" srcOrd="1" destOrd="2" presId="urn:microsoft.com/office/officeart/2005/8/layout/vList4#1"/>
    <dgm:cxn modelId="{AF2F7676-05EB-4694-A66D-6C93516328AC}" srcId="{49D2852C-6EC3-445E-BB27-AD9FCD0E1D40}" destId="{75B876E6-A622-439F-AFAF-9390F7E0181B}" srcOrd="0" destOrd="0" parTransId="{C4C3501E-ED8A-4272-B73B-98FCB0D3B0BF}" sibTransId="{C8E6390E-5084-4F59-9C98-3B3200ED7E61}"/>
    <dgm:cxn modelId="{990A4078-CA56-4AD8-BB04-0407A81139FA}" srcId="{49D2852C-6EC3-445E-BB27-AD9FCD0E1D40}" destId="{93B6F96E-4C1B-41CC-9EE2-22B406001DBB}" srcOrd="1" destOrd="0" parTransId="{28821544-08F6-436A-98F2-A52583AA4207}" sibTransId="{18F2336E-BEEB-4CAD-9CF2-814D93BBCAD5}"/>
    <dgm:cxn modelId="{DD28A958-5F28-436A-BFFF-98398587E9C4}" type="presOf" srcId="{5B4EB17D-0261-45F6-BC4F-ADB1E8FC9624}" destId="{83F179FF-809B-4BFE-89F1-88032042A5CE}" srcOrd="0" destOrd="3" presId="urn:microsoft.com/office/officeart/2005/8/layout/vList4#1"/>
    <dgm:cxn modelId="{B5F3607C-A7D6-4A16-B26F-CC4E42D56241}" srcId="{C43D24B6-A25D-49BA-9935-2CEC2CF39EBF}" destId="{B91E1197-2D63-4CA2-87CF-3230E1B397E8}" srcOrd="1" destOrd="0" parTransId="{ED412137-5DFA-42EB-8E81-0D2A3A605BEA}" sibTransId="{DBA2178F-6473-4FF7-8ECF-10C4028273E3}"/>
    <dgm:cxn modelId="{32563C81-F3FD-41A6-B2D4-2924D8BCCDD5}" type="presOf" srcId="{7F46090C-3ACA-476D-A289-5FC68063C662}" destId="{83F179FF-809B-4BFE-89F1-88032042A5CE}" srcOrd="0" destOrd="1" presId="urn:microsoft.com/office/officeart/2005/8/layout/vList4#1"/>
    <dgm:cxn modelId="{4F8E6783-9F8A-437D-A569-3B30A51700C1}" srcId="{49D2852C-6EC3-445E-BB27-AD9FCD0E1D40}" destId="{8F35CAC1-F50A-4680-BF27-20B76D0DA08E}" srcOrd="2" destOrd="0" parTransId="{1CAD9DE1-4739-459D-B2C7-0399C6022C64}" sibTransId="{FF97D0BD-442E-4958-9D11-3EFE6FC11663}"/>
    <dgm:cxn modelId="{D6102E8E-482D-48BA-8FBF-6BF84565CC5F}" type="presOf" srcId="{5B4EB17D-0261-45F6-BC4F-ADB1E8FC9624}" destId="{3B2D0996-43AD-435E-A996-D1160750F921}" srcOrd="1" destOrd="3" presId="urn:microsoft.com/office/officeart/2005/8/layout/vList4#1"/>
    <dgm:cxn modelId="{0038B793-3E48-4DE1-A2F9-5BA692CF7B31}" type="presOf" srcId="{B91E1197-2D63-4CA2-87CF-3230E1B397E8}" destId="{03E89C44-91EE-4A50-82FF-56AF27111F79}" srcOrd="0" destOrd="2" presId="urn:microsoft.com/office/officeart/2005/8/layout/vList4#1"/>
    <dgm:cxn modelId="{3A39F6AD-9A69-4FD6-A3B2-1D0D1EE45C11}" type="presOf" srcId="{D90EEBE0-4E98-4635-8622-6B8CF25BA50C}" destId="{40074237-D529-4E62-847A-E7E9D8E0BDE4}" srcOrd="1" destOrd="3" presId="urn:microsoft.com/office/officeart/2005/8/layout/vList4#1"/>
    <dgm:cxn modelId="{CF2A49B5-78F9-4E58-BC4E-916566ED0C40}" type="presOf" srcId="{1C70DD0E-A2AC-4B66-B2D3-BC2C6DF307D8}" destId="{7F07B7EF-8112-41BD-A672-4ABD3A3BD914}" srcOrd="0" destOrd="0" presId="urn:microsoft.com/office/officeart/2005/8/layout/vList4#1"/>
    <dgm:cxn modelId="{71DFF6B5-3B46-4D6B-B814-908A9119E5BA}" type="presOf" srcId="{F9274577-2B36-4C96-B8BA-F0D7C2E76EBD}" destId="{03E89C44-91EE-4A50-82FF-56AF27111F79}" srcOrd="0" destOrd="1" presId="urn:microsoft.com/office/officeart/2005/8/layout/vList4#1"/>
    <dgm:cxn modelId="{0C5F63B9-EDB0-4233-8995-6D9F6CB6024E}" type="presOf" srcId="{FE257EAC-2996-41A8-A164-C8C72964DBF6}" destId="{3B2D0996-43AD-435E-A996-D1160750F921}" srcOrd="1" destOrd="0" presId="urn:microsoft.com/office/officeart/2005/8/layout/vList4#1"/>
    <dgm:cxn modelId="{B21E75BC-D313-426B-98BD-8ADAD55876C5}" srcId="{FE257EAC-2996-41A8-A164-C8C72964DBF6}" destId="{7F46090C-3ACA-476D-A289-5FC68063C662}" srcOrd="0" destOrd="0" parTransId="{CD3B324A-BD97-4B69-BB10-339D047DD3FF}" sibTransId="{F2E5A219-CC20-4C40-976C-3FDFB67F8A5A}"/>
    <dgm:cxn modelId="{9C4FD5BC-B7E8-4F53-940D-71FFADB60EF8}" type="presOf" srcId="{F9274577-2B36-4C96-B8BA-F0D7C2E76EBD}" destId="{40074237-D529-4E62-847A-E7E9D8E0BDE4}" srcOrd="1" destOrd="1" presId="urn:microsoft.com/office/officeart/2005/8/layout/vList4#1"/>
    <dgm:cxn modelId="{8F8F03D9-0088-4B46-9315-A96CA71EE0F2}" type="presOf" srcId="{75B876E6-A622-439F-AFAF-9390F7E0181B}" destId="{04D620BA-FAD4-444F-8A4F-C2A70B4ECB42}" srcOrd="1" destOrd="1" presId="urn:microsoft.com/office/officeart/2005/8/layout/vList4#1"/>
    <dgm:cxn modelId="{0ABADFDE-EFA9-4E50-B69A-38CF297029B8}" type="presOf" srcId="{C43D24B6-A25D-49BA-9935-2CEC2CF39EBF}" destId="{03E89C44-91EE-4A50-82FF-56AF27111F79}" srcOrd="0" destOrd="0" presId="urn:microsoft.com/office/officeart/2005/8/layout/vList4#1"/>
    <dgm:cxn modelId="{CA5747F6-4CA9-4946-9E32-FF04308DD339}" srcId="{FE257EAC-2996-41A8-A164-C8C72964DBF6}" destId="{5B4EB17D-0261-45F6-BC4F-ADB1E8FC9624}" srcOrd="2" destOrd="0" parTransId="{8F14E7E0-C435-4C75-8739-AA21238A8461}" sibTransId="{B17AB00C-B823-44D0-8E44-1C31956737F1}"/>
    <dgm:cxn modelId="{4E16BBF7-11A3-47C5-BD5C-B396516C698D}" type="presOf" srcId="{0F8D46C3-B158-4639-992F-48634EAE5003}" destId="{3B2D0996-43AD-435E-A996-D1160750F921}" srcOrd="1" destOrd="2" presId="urn:microsoft.com/office/officeart/2005/8/layout/vList4#1"/>
    <dgm:cxn modelId="{A61E3FF9-0184-4B23-B391-94ED427C5B55}" srcId="{C43D24B6-A25D-49BA-9935-2CEC2CF39EBF}" destId="{D90EEBE0-4E98-4635-8622-6B8CF25BA50C}" srcOrd="2" destOrd="0" parTransId="{45BE8D35-358D-4131-B397-02A4879D73EE}" sibTransId="{CCF34F1E-53C1-4352-9D61-A0CCD0BCADDF}"/>
    <dgm:cxn modelId="{38A243AE-7167-44C0-B40E-1E23BBA08240}" type="presParOf" srcId="{7F07B7EF-8112-41BD-A672-4ABD3A3BD914}" destId="{480266AB-4114-438D-A8AA-417339D03C48}" srcOrd="0" destOrd="0" presId="urn:microsoft.com/office/officeart/2005/8/layout/vList4#1"/>
    <dgm:cxn modelId="{255EB03D-C4D6-4241-9573-7E450EA1D49D}" type="presParOf" srcId="{480266AB-4114-438D-A8AA-417339D03C48}" destId="{FF446214-26FB-4068-8F2D-A476785B55E9}" srcOrd="0" destOrd="0" presId="urn:microsoft.com/office/officeart/2005/8/layout/vList4#1"/>
    <dgm:cxn modelId="{AADEE128-524E-4B5C-9507-AEE78F099E50}" type="presParOf" srcId="{480266AB-4114-438D-A8AA-417339D03C48}" destId="{139F12E7-CFA0-4BAF-8300-501CA786BD9A}" srcOrd="1" destOrd="0" presId="urn:microsoft.com/office/officeart/2005/8/layout/vList4#1"/>
    <dgm:cxn modelId="{2AA178E1-0332-4354-92B1-D6664115909D}" type="presParOf" srcId="{480266AB-4114-438D-A8AA-417339D03C48}" destId="{04D620BA-FAD4-444F-8A4F-C2A70B4ECB42}" srcOrd="2" destOrd="0" presId="urn:microsoft.com/office/officeart/2005/8/layout/vList4#1"/>
    <dgm:cxn modelId="{7B0DF506-9CBC-4222-85D5-D17FE4C4B02C}" type="presParOf" srcId="{7F07B7EF-8112-41BD-A672-4ABD3A3BD914}" destId="{3DF19DF2-2A17-457B-8937-931821ACD1BE}" srcOrd="1" destOrd="0" presId="urn:microsoft.com/office/officeart/2005/8/layout/vList4#1"/>
    <dgm:cxn modelId="{0B46825F-9F2E-46C7-9164-82010481C76F}" type="presParOf" srcId="{7F07B7EF-8112-41BD-A672-4ABD3A3BD914}" destId="{27EFBFAA-523D-4D64-BDB6-95338400EE4B}" srcOrd="2" destOrd="0" presId="urn:microsoft.com/office/officeart/2005/8/layout/vList4#1"/>
    <dgm:cxn modelId="{15D1542A-4FE2-43BD-AB65-6B54FDCE3C94}" type="presParOf" srcId="{27EFBFAA-523D-4D64-BDB6-95338400EE4B}" destId="{83F179FF-809B-4BFE-89F1-88032042A5CE}" srcOrd="0" destOrd="0" presId="urn:microsoft.com/office/officeart/2005/8/layout/vList4#1"/>
    <dgm:cxn modelId="{AE97277F-DB36-4F78-B7CE-417D0C71A3F6}" type="presParOf" srcId="{27EFBFAA-523D-4D64-BDB6-95338400EE4B}" destId="{D9BFE94D-71EB-4B6A-BDEB-ADAFD2BB447D}" srcOrd="1" destOrd="0" presId="urn:microsoft.com/office/officeart/2005/8/layout/vList4#1"/>
    <dgm:cxn modelId="{DF0F2265-1245-480D-84B5-E54BBCBDD0A4}" type="presParOf" srcId="{27EFBFAA-523D-4D64-BDB6-95338400EE4B}" destId="{3B2D0996-43AD-435E-A996-D1160750F921}" srcOrd="2" destOrd="0" presId="urn:microsoft.com/office/officeart/2005/8/layout/vList4#1"/>
    <dgm:cxn modelId="{5E19BD04-069F-4272-AF16-8C0E39EE6F34}" type="presParOf" srcId="{7F07B7EF-8112-41BD-A672-4ABD3A3BD914}" destId="{65A56053-3AD0-48FD-8011-3AB7AED30859}" srcOrd="3" destOrd="0" presId="urn:microsoft.com/office/officeart/2005/8/layout/vList4#1"/>
    <dgm:cxn modelId="{79AD1730-8117-4C2B-AC61-5C52A756475F}" type="presParOf" srcId="{7F07B7EF-8112-41BD-A672-4ABD3A3BD914}" destId="{5C3EAC3E-8EC0-47DB-937E-50639549E34D}" srcOrd="4" destOrd="0" presId="urn:microsoft.com/office/officeart/2005/8/layout/vList4#1"/>
    <dgm:cxn modelId="{0B21B134-2D11-4BFB-92E8-C3CFD5AD82AF}" type="presParOf" srcId="{5C3EAC3E-8EC0-47DB-937E-50639549E34D}" destId="{03E89C44-91EE-4A50-82FF-56AF27111F79}" srcOrd="0" destOrd="0" presId="urn:microsoft.com/office/officeart/2005/8/layout/vList4#1"/>
    <dgm:cxn modelId="{F2D3A9F5-CB2D-4E10-878D-28B4C1BD58F5}" type="presParOf" srcId="{5C3EAC3E-8EC0-47DB-937E-50639549E34D}" destId="{0E6BBB02-09EE-42AF-A56F-2F420B4DE34B}" srcOrd="1" destOrd="0" presId="urn:microsoft.com/office/officeart/2005/8/layout/vList4#1"/>
    <dgm:cxn modelId="{6CDE9607-9BD4-4EE6-B325-DA02E1B5FBA3}" type="presParOf" srcId="{5C3EAC3E-8EC0-47DB-937E-50639549E34D}" destId="{40074237-D529-4E62-847A-E7E9D8E0BDE4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70DD0E-A2AC-4B66-B2D3-BC2C6DF307D8}" type="doc">
      <dgm:prSet loTypeId="urn:microsoft.com/office/officeart/2005/8/layout/vList4#1" loCatId="picture" qsTypeId="urn:microsoft.com/office/officeart/2005/8/quickstyle/simple1" qsCatId="simple" csTypeId="urn:microsoft.com/office/officeart/2005/8/colors/accent1_2" csCatId="accent1" phldr="1"/>
      <dgm:spPr/>
    </dgm:pt>
    <dgm:pt modelId="{49D2852C-6EC3-445E-BB27-AD9FCD0E1D40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B75F4B0C-80C1-42DD-ADA0-D23A7169AF3A}" type="par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5B57BA09-70E5-4A4A-973A-252A649BCC07}" type="sib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FE257EAC-2996-41A8-A164-C8C72964DBF6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6EDF1B70-A2B3-4E40-B79E-3B474B32F997}" type="par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8AD136C8-6DFA-4944-A710-AAA79DE86A0F}" type="sib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43D24B6-A25D-49BA-9935-2CEC2CF39EBF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 err="1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A2E131C-0A07-457F-AD2E-63CCE89FCC81}" type="par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A8D3A51B-1BB1-4561-BC95-6E8643928446}" type="sib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75B876E6-A622-439F-AFAF-9390F7E0181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4C3501E-ED8A-4272-B73B-98FCB0D3B0BF}" type="par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C8E6390E-5084-4F59-9C98-3B3200ED7E61}" type="sib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7F46090C-3ACA-476D-A289-5FC68063C662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D3B324A-BD97-4B69-BB10-339D047DD3FF}" type="par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F2E5A219-CC20-4C40-976C-3FDFB67F8A5A}" type="sib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0F8D46C3-B158-4639-992F-48634EAE5003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605186D-67FE-4F5A-A82B-D0EC92FE3D87}" type="par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0CE03EAA-B456-4CD6-BE80-E6B0FE86F5C2}" type="sib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5B4EB17D-0261-45F6-BC4F-ADB1E8FC9624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8F14E7E0-C435-4C75-8739-AA21238A8461}" type="par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B17AB00C-B823-44D0-8E44-1C31956737F1}" type="sib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8F35CAC1-F50A-4680-BF27-20B76D0DA08E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1CAD9DE1-4739-459D-B2C7-0399C6022C64}" type="par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FF97D0BD-442E-4958-9D11-3EFE6FC11663}" type="sib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93B6F96E-4C1B-41CC-9EE2-22B406001DB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en-US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28821544-08F6-436A-98F2-A52583AA4207}" type="par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18F2336E-BEEB-4CAD-9CF2-814D93BBCAD5}" type="sib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D90EEBE0-4E98-4635-8622-6B8CF25BA50C}">
      <dgm:prSet custT="1"/>
      <dgm:spPr/>
      <dgm:t>
        <a:bodyPr/>
        <a:lstStyle/>
        <a:p>
          <a:pPr marL="809625" marR="0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CF34F1E-53C1-4352-9D61-A0CCD0BCADDF}" type="sib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45BE8D35-358D-4131-B397-02A4879D73EE}" type="par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F9274577-2B36-4C96-B8BA-F0D7C2E76EBD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EC108E4B-E06E-4E84-B27A-E92BD06537C5}" type="sib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0C242A5E-A7B7-42A2-940E-C97E6AFD7DF4}" type="par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B91E1197-2D63-4CA2-87CF-3230E1B397E8}">
      <dgm:prSet custT="1"/>
      <dgm:spPr/>
      <dgm:t>
        <a:bodyPr/>
        <a:lstStyle/>
        <a:p>
          <a:pPr marL="801688" marR="0" indent="-9525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ED412137-5DFA-42EB-8E81-0D2A3A605BEA}" type="par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DBA2178F-6473-4FF7-8ECF-10C4028273E3}" type="sib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7F07B7EF-8112-41BD-A672-4ABD3A3BD914}" type="pres">
      <dgm:prSet presAssocID="{1C70DD0E-A2AC-4B66-B2D3-BC2C6DF307D8}" presName="linear" presStyleCnt="0">
        <dgm:presLayoutVars>
          <dgm:dir/>
          <dgm:resizeHandles val="exact"/>
        </dgm:presLayoutVars>
      </dgm:prSet>
      <dgm:spPr/>
    </dgm:pt>
    <dgm:pt modelId="{480266AB-4114-438D-A8AA-417339D03C48}" type="pres">
      <dgm:prSet presAssocID="{49D2852C-6EC3-445E-BB27-AD9FCD0E1D40}" presName="comp" presStyleCnt="0"/>
      <dgm:spPr/>
    </dgm:pt>
    <dgm:pt modelId="{FF446214-26FB-4068-8F2D-A476785B55E9}" type="pres">
      <dgm:prSet presAssocID="{49D2852C-6EC3-445E-BB27-AD9FCD0E1D40}" presName="box" presStyleLbl="node1" presStyleIdx="0" presStyleCnt="3" custLinFactNeighborX="-20664" custLinFactNeighborY="-4784"/>
      <dgm:spPr/>
    </dgm:pt>
    <dgm:pt modelId="{139F12E7-CFA0-4BAF-8300-501CA786BD9A}" type="pres">
      <dgm:prSet presAssocID="{49D2852C-6EC3-445E-BB27-AD9FCD0E1D40}" presName="img" presStyleLbl="fgImgPlace1" presStyleIdx="0" presStyleCnt="3" custScaleX="122651" custLinFactNeighborX="561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04D620BA-FAD4-444F-8A4F-C2A70B4ECB42}" type="pres">
      <dgm:prSet presAssocID="{49D2852C-6EC3-445E-BB27-AD9FCD0E1D40}" presName="text" presStyleLbl="node1" presStyleIdx="0" presStyleCnt="3">
        <dgm:presLayoutVars>
          <dgm:bulletEnabled val="1"/>
        </dgm:presLayoutVars>
      </dgm:prSet>
      <dgm:spPr/>
    </dgm:pt>
    <dgm:pt modelId="{3DF19DF2-2A17-457B-8937-931821ACD1BE}" type="pres">
      <dgm:prSet presAssocID="{5B57BA09-70E5-4A4A-973A-252A649BCC07}" presName="spacer" presStyleCnt="0"/>
      <dgm:spPr/>
    </dgm:pt>
    <dgm:pt modelId="{27EFBFAA-523D-4D64-BDB6-95338400EE4B}" type="pres">
      <dgm:prSet presAssocID="{FE257EAC-2996-41A8-A164-C8C72964DBF6}" presName="comp" presStyleCnt="0"/>
      <dgm:spPr/>
    </dgm:pt>
    <dgm:pt modelId="{83F179FF-809B-4BFE-89F1-88032042A5CE}" type="pres">
      <dgm:prSet presAssocID="{FE257EAC-2996-41A8-A164-C8C72964DBF6}" presName="box" presStyleLbl="node1" presStyleIdx="1" presStyleCnt="3" custScaleY="105065" custLinFactNeighborX="-1190" custLinFactNeighborY="-114"/>
      <dgm:spPr/>
    </dgm:pt>
    <dgm:pt modelId="{D9BFE94D-71EB-4B6A-BDEB-ADAFD2BB447D}" type="pres">
      <dgm:prSet presAssocID="{FE257EAC-2996-41A8-A164-C8C72964DBF6}" presName="img" presStyleLbl="fgImgPlace1" presStyleIdx="1" presStyleCnt="3" custScaleX="121982" custLinFactNeighborX="394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B2D0996-43AD-435E-A996-D1160750F921}" type="pres">
      <dgm:prSet presAssocID="{FE257EAC-2996-41A8-A164-C8C72964DBF6}" presName="text" presStyleLbl="node1" presStyleIdx="1" presStyleCnt="3">
        <dgm:presLayoutVars>
          <dgm:bulletEnabled val="1"/>
        </dgm:presLayoutVars>
      </dgm:prSet>
      <dgm:spPr/>
    </dgm:pt>
    <dgm:pt modelId="{65A56053-3AD0-48FD-8011-3AB7AED30859}" type="pres">
      <dgm:prSet presAssocID="{8AD136C8-6DFA-4944-A710-AAA79DE86A0F}" presName="spacer" presStyleCnt="0"/>
      <dgm:spPr/>
    </dgm:pt>
    <dgm:pt modelId="{5C3EAC3E-8EC0-47DB-937E-50639549E34D}" type="pres">
      <dgm:prSet presAssocID="{C43D24B6-A25D-49BA-9935-2CEC2CF39EBF}" presName="comp" presStyleCnt="0"/>
      <dgm:spPr/>
    </dgm:pt>
    <dgm:pt modelId="{03E89C44-91EE-4A50-82FF-56AF27111F79}" type="pres">
      <dgm:prSet presAssocID="{C43D24B6-A25D-49BA-9935-2CEC2CF39EBF}" presName="box" presStyleLbl="node1" presStyleIdx="2" presStyleCnt="3"/>
      <dgm:spPr/>
    </dgm:pt>
    <dgm:pt modelId="{0E6BBB02-09EE-42AF-A56F-2F420B4DE34B}" type="pres">
      <dgm:prSet presAssocID="{C43D24B6-A25D-49BA-9935-2CEC2CF39EBF}" presName="img" presStyleLbl="fgImgPlace1" presStyleIdx="2" presStyleCnt="3" custScaleX="121982" custLinFactNeighborX="394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40074237-D529-4E62-847A-E7E9D8E0BDE4}" type="pres">
      <dgm:prSet presAssocID="{C43D24B6-A25D-49BA-9935-2CEC2CF39EBF}" presName="text" presStyleLbl="node1" presStyleIdx="2" presStyleCnt="3">
        <dgm:presLayoutVars>
          <dgm:bulletEnabled val="1"/>
        </dgm:presLayoutVars>
      </dgm:prSet>
      <dgm:spPr/>
    </dgm:pt>
  </dgm:ptLst>
  <dgm:cxnLst>
    <dgm:cxn modelId="{963CA10B-FBF2-4711-BF62-AA69D4511393}" srcId="{C43D24B6-A25D-49BA-9935-2CEC2CF39EBF}" destId="{F9274577-2B36-4C96-B8BA-F0D7C2E76EBD}" srcOrd="0" destOrd="0" parTransId="{0C242A5E-A7B7-42A2-940E-C97E6AFD7DF4}" sibTransId="{EC108E4B-E06E-4E84-B27A-E92BD06537C5}"/>
    <dgm:cxn modelId="{7418270C-809A-4A08-8902-F920363A3EB5}" type="presOf" srcId="{7F46090C-3ACA-476D-A289-5FC68063C662}" destId="{3B2D0996-43AD-435E-A996-D1160750F921}" srcOrd="1" destOrd="1" presId="urn:microsoft.com/office/officeart/2005/8/layout/vList4#1"/>
    <dgm:cxn modelId="{45E20022-ECCF-4BFA-A7E7-DE707505E1FE}" type="presOf" srcId="{FE257EAC-2996-41A8-A164-C8C72964DBF6}" destId="{3B2D0996-43AD-435E-A996-D1160750F921}" srcOrd="1" destOrd="0" presId="urn:microsoft.com/office/officeart/2005/8/layout/vList4#1"/>
    <dgm:cxn modelId="{67A26627-EA5B-47F8-8D2C-CF3C070D8211}" type="presOf" srcId="{C43D24B6-A25D-49BA-9935-2CEC2CF39EBF}" destId="{40074237-D529-4E62-847A-E7E9D8E0BDE4}" srcOrd="1" destOrd="0" presId="urn:microsoft.com/office/officeart/2005/8/layout/vList4#1"/>
    <dgm:cxn modelId="{EE8C6628-CC13-46DC-987B-6368224D62B9}" type="presOf" srcId="{B91E1197-2D63-4CA2-87CF-3230E1B397E8}" destId="{40074237-D529-4E62-847A-E7E9D8E0BDE4}" srcOrd="1" destOrd="2" presId="urn:microsoft.com/office/officeart/2005/8/layout/vList4#1"/>
    <dgm:cxn modelId="{C6D4502F-6007-4032-A7B9-14BA9600043F}" srcId="{FE257EAC-2996-41A8-A164-C8C72964DBF6}" destId="{0F8D46C3-B158-4639-992F-48634EAE5003}" srcOrd="1" destOrd="0" parTransId="{9605186D-67FE-4F5A-A82B-D0EC92FE3D87}" sibTransId="{0CE03EAA-B456-4CD6-BE80-E6B0FE86F5C2}"/>
    <dgm:cxn modelId="{A87A5339-1718-4C4C-824C-1D49B7CFDE46}" type="presOf" srcId="{D90EEBE0-4E98-4635-8622-6B8CF25BA50C}" destId="{40074237-D529-4E62-847A-E7E9D8E0BDE4}" srcOrd="1" destOrd="3" presId="urn:microsoft.com/office/officeart/2005/8/layout/vList4#1"/>
    <dgm:cxn modelId="{42CA2F3B-5276-4B15-9F4C-7AAA587F8883}" type="presOf" srcId="{75B876E6-A622-439F-AFAF-9390F7E0181B}" destId="{FF446214-26FB-4068-8F2D-A476785B55E9}" srcOrd="0" destOrd="1" presId="urn:microsoft.com/office/officeart/2005/8/layout/vList4#1"/>
    <dgm:cxn modelId="{CBFE773D-D96C-4273-85F1-F9C92E9EFBDB}" type="presOf" srcId="{0F8D46C3-B158-4639-992F-48634EAE5003}" destId="{83F179FF-809B-4BFE-89F1-88032042A5CE}" srcOrd="0" destOrd="2" presId="urn:microsoft.com/office/officeart/2005/8/layout/vList4#1"/>
    <dgm:cxn modelId="{3FF2635D-AE48-4435-8830-ADA8507EACC4}" type="presOf" srcId="{D90EEBE0-4E98-4635-8622-6B8CF25BA50C}" destId="{03E89C44-91EE-4A50-82FF-56AF27111F79}" srcOrd="0" destOrd="3" presId="urn:microsoft.com/office/officeart/2005/8/layout/vList4#1"/>
    <dgm:cxn modelId="{A4D96746-7B3D-4111-A99B-2449EE7A1551}" type="presOf" srcId="{93B6F96E-4C1B-41CC-9EE2-22B406001DBB}" destId="{FF446214-26FB-4068-8F2D-A476785B55E9}" srcOrd="0" destOrd="2" presId="urn:microsoft.com/office/officeart/2005/8/layout/vList4#1"/>
    <dgm:cxn modelId="{CE6A4C46-8AAF-4EFA-BC9A-65256B434C8C}" type="presOf" srcId="{49D2852C-6EC3-445E-BB27-AD9FCD0E1D40}" destId="{FF446214-26FB-4068-8F2D-A476785B55E9}" srcOrd="0" destOrd="0" presId="urn:microsoft.com/office/officeart/2005/8/layout/vList4#1"/>
    <dgm:cxn modelId="{6703584A-DE2A-4462-88FE-9CABA9026854}" srcId="{1C70DD0E-A2AC-4B66-B2D3-BC2C6DF307D8}" destId="{C43D24B6-A25D-49BA-9935-2CEC2CF39EBF}" srcOrd="2" destOrd="0" parTransId="{9A2E131C-0A07-457F-AD2E-63CCE89FCC81}" sibTransId="{A8D3A51B-1BB1-4561-BC95-6E8643928446}"/>
    <dgm:cxn modelId="{D22C844B-3918-461C-B272-F31A049E69B4}" type="presOf" srcId="{5B4EB17D-0261-45F6-BC4F-ADB1E8FC9624}" destId="{3B2D0996-43AD-435E-A996-D1160750F921}" srcOrd="1" destOrd="3" presId="urn:microsoft.com/office/officeart/2005/8/layout/vList4#1"/>
    <dgm:cxn modelId="{A7743851-DF75-4D2E-8A2C-C4BBA2E49C10}" type="presOf" srcId="{49D2852C-6EC3-445E-BB27-AD9FCD0E1D40}" destId="{04D620BA-FAD4-444F-8A4F-C2A70B4ECB42}" srcOrd="1" destOrd="0" presId="urn:microsoft.com/office/officeart/2005/8/layout/vList4#1"/>
    <dgm:cxn modelId="{0486F052-DF44-4184-A6BA-D7FF2516BD7B}" srcId="{1C70DD0E-A2AC-4B66-B2D3-BC2C6DF307D8}" destId="{49D2852C-6EC3-445E-BB27-AD9FCD0E1D40}" srcOrd="0" destOrd="0" parTransId="{B75F4B0C-80C1-42DD-ADA0-D23A7169AF3A}" sibTransId="{5B57BA09-70E5-4A4A-973A-252A649BCC07}"/>
    <dgm:cxn modelId="{FFFB0453-7553-4EAF-A6EF-755C3B66C584}" type="presOf" srcId="{F9274577-2B36-4C96-B8BA-F0D7C2E76EBD}" destId="{40074237-D529-4E62-847A-E7E9D8E0BDE4}" srcOrd="1" destOrd="1" presId="urn:microsoft.com/office/officeart/2005/8/layout/vList4#1"/>
    <dgm:cxn modelId="{B7A22774-6346-4AF0-987F-09334A9F9943}" srcId="{1C70DD0E-A2AC-4B66-B2D3-BC2C6DF307D8}" destId="{FE257EAC-2996-41A8-A164-C8C72964DBF6}" srcOrd="1" destOrd="0" parTransId="{6EDF1B70-A2B3-4E40-B79E-3B474B32F997}" sibTransId="{8AD136C8-6DFA-4944-A710-AAA79DE86A0F}"/>
    <dgm:cxn modelId="{084ED975-72D4-40F8-B24E-D105D6C1C034}" type="presOf" srcId="{1C70DD0E-A2AC-4B66-B2D3-BC2C6DF307D8}" destId="{7F07B7EF-8112-41BD-A672-4ABD3A3BD914}" srcOrd="0" destOrd="0" presId="urn:microsoft.com/office/officeart/2005/8/layout/vList4#1"/>
    <dgm:cxn modelId="{AF2F7676-05EB-4694-A66D-6C93516328AC}" srcId="{49D2852C-6EC3-445E-BB27-AD9FCD0E1D40}" destId="{75B876E6-A622-439F-AFAF-9390F7E0181B}" srcOrd="0" destOrd="0" parTransId="{C4C3501E-ED8A-4272-B73B-98FCB0D3B0BF}" sibTransId="{C8E6390E-5084-4F59-9C98-3B3200ED7E61}"/>
    <dgm:cxn modelId="{990A4078-CA56-4AD8-BB04-0407A81139FA}" srcId="{49D2852C-6EC3-445E-BB27-AD9FCD0E1D40}" destId="{93B6F96E-4C1B-41CC-9EE2-22B406001DBB}" srcOrd="1" destOrd="0" parTransId="{28821544-08F6-436A-98F2-A52583AA4207}" sibTransId="{18F2336E-BEEB-4CAD-9CF2-814D93BBCAD5}"/>
    <dgm:cxn modelId="{B5F3607C-A7D6-4A16-B26F-CC4E42D56241}" srcId="{C43D24B6-A25D-49BA-9935-2CEC2CF39EBF}" destId="{B91E1197-2D63-4CA2-87CF-3230E1B397E8}" srcOrd="1" destOrd="0" parTransId="{ED412137-5DFA-42EB-8E81-0D2A3A605BEA}" sibTransId="{DBA2178F-6473-4FF7-8ECF-10C4028273E3}"/>
    <dgm:cxn modelId="{4F8E6783-9F8A-437D-A569-3B30A51700C1}" srcId="{49D2852C-6EC3-445E-BB27-AD9FCD0E1D40}" destId="{8F35CAC1-F50A-4680-BF27-20B76D0DA08E}" srcOrd="2" destOrd="0" parTransId="{1CAD9DE1-4739-459D-B2C7-0399C6022C64}" sibTransId="{FF97D0BD-442E-4958-9D11-3EFE6FC11663}"/>
    <dgm:cxn modelId="{F2AFE983-FE93-4584-A6F7-8CE2BE0DA3A3}" type="presOf" srcId="{F9274577-2B36-4C96-B8BA-F0D7C2E76EBD}" destId="{03E89C44-91EE-4A50-82FF-56AF27111F79}" srcOrd="0" destOrd="1" presId="urn:microsoft.com/office/officeart/2005/8/layout/vList4#1"/>
    <dgm:cxn modelId="{AC226294-0A3D-4CFC-B97B-8407B59650C5}" type="presOf" srcId="{93B6F96E-4C1B-41CC-9EE2-22B406001DBB}" destId="{04D620BA-FAD4-444F-8A4F-C2A70B4ECB42}" srcOrd="1" destOrd="2" presId="urn:microsoft.com/office/officeart/2005/8/layout/vList4#1"/>
    <dgm:cxn modelId="{9E651A98-2962-4238-B8A4-82712A03374B}" type="presOf" srcId="{8F35CAC1-F50A-4680-BF27-20B76D0DA08E}" destId="{FF446214-26FB-4068-8F2D-A476785B55E9}" srcOrd="0" destOrd="3" presId="urn:microsoft.com/office/officeart/2005/8/layout/vList4#1"/>
    <dgm:cxn modelId="{73214E99-8142-481F-9E76-74C7C1BE94E5}" type="presOf" srcId="{C43D24B6-A25D-49BA-9935-2CEC2CF39EBF}" destId="{03E89C44-91EE-4A50-82FF-56AF27111F79}" srcOrd="0" destOrd="0" presId="urn:microsoft.com/office/officeart/2005/8/layout/vList4#1"/>
    <dgm:cxn modelId="{F906869A-5AFB-496D-A1A3-40664548E819}" type="presOf" srcId="{B91E1197-2D63-4CA2-87CF-3230E1B397E8}" destId="{03E89C44-91EE-4A50-82FF-56AF27111F79}" srcOrd="0" destOrd="2" presId="urn:microsoft.com/office/officeart/2005/8/layout/vList4#1"/>
    <dgm:cxn modelId="{CA2992A2-AD0E-4B82-903E-A335A86DC465}" type="presOf" srcId="{8F35CAC1-F50A-4680-BF27-20B76D0DA08E}" destId="{04D620BA-FAD4-444F-8A4F-C2A70B4ECB42}" srcOrd="1" destOrd="3" presId="urn:microsoft.com/office/officeart/2005/8/layout/vList4#1"/>
    <dgm:cxn modelId="{CAC35AB1-CE66-4F6E-840B-EFA18A0EEB72}" type="presOf" srcId="{7F46090C-3ACA-476D-A289-5FC68063C662}" destId="{83F179FF-809B-4BFE-89F1-88032042A5CE}" srcOrd="0" destOrd="1" presId="urn:microsoft.com/office/officeart/2005/8/layout/vList4#1"/>
    <dgm:cxn modelId="{B21E75BC-D313-426B-98BD-8ADAD55876C5}" srcId="{FE257EAC-2996-41A8-A164-C8C72964DBF6}" destId="{7F46090C-3ACA-476D-A289-5FC68063C662}" srcOrd="0" destOrd="0" parTransId="{CD3B324A-BD97-4B69-BB10-339D047DD3FF}" sibTransId="{F2E5A219-CC20-4C40-976C-3FDFB67F8A5A}"/>
    <dgm:cxn modelId="{C35A06C5-9127-4707-A129-24DA3FBE568F}" type="presOf" srcId="{0F8D46C3-B158-4639-992F-48634EAE5003}" destId="{3B2D0996-43AD-435E-A996-D1160750F921}" srcOrd="1" destOrd="2" presId="urn:microsoft.com/office/officeart/2005/8/layout/vList4#1"/>
    <dgm:cxn modelId="{664B3DDA-EEEA-43CF-B213-F156C40C551A}" type="presOf" srcId="{FE257EAC-2996-41A8-A164-C8C72964DBF6}" destId="{83F179FF-809B-4BFE-89F1-88032042A5CE}" srcOrd="0" destOrd="0" presId="urn:microsoft.com/office/officeart/2005/8/layout/vList4#1"/>
    <dgm:cxn modelId="{E05D4AE9-DD15-442C-A6CD-2E8A00316A58}" type="presOf" srcId="{5B4EB17D-0261-45F6-BC4F-ADB1E8FC9624}" destId="{83F179FF-809B-4BFE-89F1-88032042A5CE}" srcOrd="0" destOrd="3" presId="urn:microsoft.com/office/officeart/2005/8/layout/vList4#1"/>
    <dgm:cxn modelId="{CA5747F6-4CA9-4946-9E32-FF04308DD339}" srcId="{FE257EAC-2996-41A8-A164-C8C72964DBF6}" destId="{5B4EB17D-0261-45F6-BC4F-ADB1E8FC9624}" srcOrd="2" destOrd="0" parTransId="{8F14E7E0-C435-4C75-8739-AA21238A8461}" sibTransId="{B17AB00C-B823-44D0-8E44-1C31956737F1}"/>
    <dgm:cxn modelId="{A61E3FF9-0184-4B23-B391-94ED427C5B55}" srcId="{C43D24B6-A25D-49BA-9935-2CEC2CF39EBF}" destId="{D90EEBE0-4E98-4635-8622-6B8CF25BA50C}" srcOrd="2" destOrd="0" parTransId="{45BE8D35-358D-4131-B397-02A4879D73EE}" sibTransId="{CCF34F1E-53C1-4352-9D61-A0CCD0BCADDF}"/>
    <dgm:cxn modelId="{3D022EFA-2EA4-49A6-A240-95A6B5E5F4CA}" type="presOf" srcId="{75B876E6-A622-439F-AFAF-9390F7E0181B}" destId="{04D620BA-FAD4-444F-8A4F-C2A70B4ECB42}" srcOrd="1" destOrd="1" presId="urn:microsoft.com/office/officeart/2005/8/layout/vList4#1"/>
    <dgm:cxn modelId="{9DB7CDC1-AA89-4E3D-84C7-E01A66C9B2FD}" type="presParOf" srcId="{7F07B7EF-8112-41BD-A672-4ABD3A3BD914}" destId="{480266AB-4114-438D-A8AA-417339D03C48}" srcOrd="0" destOrd="0" presId="urn:microsoft.com/office/officeart/2005/8/layout/vList4#1"/>
    <dgm:cxn modelId="{F46AF577-ACB8-4F53-B325-073B2E15427B}" type="presParOf" srcId="{480266AB-4114-438D-A8AA-417339D03C48}" destId="{FF446214-26FB-4068-8F2D-A476785B55E9}" srcOrd="0" destOrd="0" presId="urn:microsoft.com/office/officeart/2005/8/layout/vList4#1"/>
    <dgm:cxn modelId="{5476205C-808B-45BA-A199-2420509850E2}" type="presParOf" srcId="{480266AB-4114-438D-A8AA-417339D03C48}" destId="{139F12E7-CFA0-4BAF-8300-501CA786BD9A}" srcOrd="1" destOrd="0" presId="urn:microsoft.com/office/officeart/2005/8/layout/vList4#1"/>
    <dgm:cxn modelId="{3D7FDF8A-E1F1-4B5C-B818-FF57DD3FED66}" type="presParOf" srcId="{480266AB-4114-438D-A8AA-417339D03C48}" destId="{04D620BA-FAD4-444F-8A4F-C2A70B4ECB42}" srcOrd="2" destOrd="0" presId="urn:microsoft.com/office/officeart/2005/8/layout/vList4#1"/>
    <dgm:cxn modelId="{D33DF9C7-A028-4FE2-9F30-CF4D0AB3C3CE}" type="presParOf" srcId="{7F07B7EF-8112-41BD-A672-4ABD3A3BD914}" destId="{3DF19DF2-2A17-457B-8937-931821ACD1BE}" srcOrd="1" destOrd="0" presId="urn:microsoft.com/office/officeart/2005/8/layout/vList4#1"/>
    <dgm:cxn modelId="{18DBAE03-9CD6-4B69-9A3A-6264020A52FC}" type="presParOf" srcId="{7F07B7EF-8112-41BD-A672-4ABD3A3BD914}" destId="{27EFBFAA-523D-4D64-BDB6-95338400EE4B}" srcOrd="2" destOrd="0" presId="urn:microsoft.com/office/officeart/2005/8/layout/vList4#1"/>
    <dgm:cxn modelId="{B5656883-9326-439C-980C-5804D63F9B44}" type="presParOf" srcId="{27EFBFAA-523D-4D64-BDB6-95338400EE4B}" destId="{83F179FF-809B-4BFE-89F1-88032042A5CE}" srcOrd="0" destOrd="0" presId="urn:microsoft.com/office/officeart/2005/8/layout/vList4#1"/>
    <dgm:cxn modelId="{049C716B-3A76-4E74-9001-410363F37A3A}" type="presParOf" srcId="{27EFBFAA-523D-4D64-BDB6-95338400EE4B}" destId="{D9BFE94D-71EB-4B6A-BDEB-ADAFD2BB447D}" srcOrd="1" destOrd="0" presId="urn:microsoft.com/office/officeart/2005/8/layout/vList4#1"/>
    <dgm:cxn modelId="{E0372C21-C276-4EFC-A82E-ED6915AB7731}" type="presParOf" srcId="{27EFBFAA-523D-4D64-BDB6-95338400EE4B}" destId="{3B2D0996-43AD-435E-A996-D1160750F921}" srcOrd="2" destOrd="0" presId="urn:microsoft.com/office/officeart/2005/8/layout/vList4#1"/>
    <dgm:cxn modelId="{E8B50336-8086-455E-9E3C-A5D5130BAB70}" type="presParOf" srcId="{7F07B7EF-8112-41BD-A672-4ABD3A3BD914}" destId="{65A56053-3AD0-48FD-8011-3AB7AED30859}" srcOrd="3" destOrd="0" presId="urn:microsoft.com/office/officeart/2005/8/layout/vList4#1"/>
    <dgm:cxn modelId="{C9BC860D-D5E3-434A-BFA3-B681069DB473}" type="presParOf" srcId="{7F07B7EF-8112-41BD-A672-4ABD3A3BD914}" destId="{5C3EAC3E-8EC0-47DB-937E-50639549E34D}" srcOrd="4" destOrd="0" presId="urn:microsoft.com/office/officeart/2005/8/layout/vList4#1"/>
    <dgm:cxn modelId="{2B46992F-4DC2-498D-93FB-DFCA103BAB25}" type="presParOf" srcId="{5C3EAC3E-8EC0-47DB-937E-50639549E34D}" destId="{03E89C44-91EE-4A50-82FF-56AF27111F79}" srcOrd="0" destOrd="0" presId="urn:microsoft.com/office/officeart/2005/8/layout/vList4#1"/>
    <dgm:cxn modelId="{37DF6B50-0B96-4C94-B9E7-A0F84990F83C}" type="presParOf" srcId="{5C3EAC3E-8EC0-47DB-937E-50639549E34D}" destId="{0E6BBB02-09EE-42AF-A56F-2F420B4DE34B}" srcOrd="1" destOrd="0" presId="urn:microsoft.com/office/officeart/2005/8/layout/vList4#1"/>
    <dgm:cxn modelId="{294067B2-805F-4E6D-AB7C-F90018C43D94}" type="presParOf" srcId="{5C3EAC3E-8EC0-47DB-937E-50639549E34D}" destId="{40074237-D529-4E62-847A-E7E9D8E0BDE4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70DD0E-A2AC-4B66-B2D3-BC2C6DF307D8}" type="doc">
      <dgm:prSet loTypeId="urn:microsoft.com/office/officeart/2005/8/layout/vList4#1" loCatId="picture" qsTypeId="urn:microsoft.com/office/officeart/2005/8/quickstyle/simple1" qsCatId="simple" csTypeId="urn:microsoft.com/office/officeart/2005/8/colors/accent1_2" csCatId="accent1" phldr="1"/>
      <dgm:spPr/>
    </dgm:pt>
    <dgm:pt modelId="{49D2852C-6EC3-445E-BB27-AD9FCD0E1D40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B75F4B0C-80C1-42DD-ADA0-D23A7169AF3A}" type="par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5B57BA09-70E5-4A4A-973A-252A649BCC07}" type="sib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FE257EAC-2996-41A8-A164-C8C72964DBF6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6EDF1B70-A2B3-4E40-B79E-3B474B32F997}" type="par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8AD136C8-6DFA-4944-A710-AAA79DE86A0F}" type="sib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43D24B6-A25D-49BA-9935-2CEC2CF39EBF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 err="1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A2E131C-0A07-457F-AD2E-63CCE89FCC81}" type="par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A8D3A51B-1BB1-4561-BC95-6E8643928446}" type="sib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75B876E6-A622-439F-AFAF-9390F7E0181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4C3501E-ED8A-4272-B73B-98FCB0D3B0BF}" type="par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C8E6390E-5084-4F59-9C98-3B3200ED7E61}" type="sib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7F46090C-3ACA-476D-A289-5FC68063C662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D3B324A-BD97-4B69-BB10-339D047DD3FF}" type="par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F2E5A219-CC20-4C40-976C-3FDFB67F8A5A}" type="sib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0F8D46C3-B158-4639-992F-48634EAE5003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605186D-67FE-4F5A-A82B-D0EC92FE3D87}" type="par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0CE03EAA-B456-4CD6-BE80-E6B0FE86F5C2}" type="sib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5B4EB17D-0261-45F6-BC4F-ADB1E8FC9624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8F14E7E0-C435-4C75-8739-AA21238A8461}" type="par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B17AB00C-B823-44D0-8E44-1C31956737F1}" type="sib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8F35CAC1-F50A-4680-BF27-20B76D0DA08E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1CAD9DE1-4739-459D-B2C7-0399C6022C64}" type="par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FF97D0BD-442E-4958-9D11-3EFE6FC11663}" type="sib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93B6F96E-4C1B-41CC-9EE2-22B406001DB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en-US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28821544-08F6-436A-98F2-A52583AA4207}" type="par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18F2336E-BEEB-4CAD-9CF2-814D93BBCAD5}" type="sib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D90EEBE0-4E98-4635-8622-6B8CF25BA50C}">
      <dgm:prSet custT="1"/>
      <dgm:spPr/>
      <dgm:t>
        <a:bodyPr/>
        <a:lstStyle/>
        <a:p>
          <a:pPr marL="809625" marR="0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CF34F1E-53C1-4352-9D61-A0CCD0BCADDF}" type="sib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45BE8D35-358D-4131-B397-02A4879D73EE}" type="par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F9274577-2B36-4C96-B8BA-F0D7C2E76EBD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EC108E4B-E06E-4E84-B27A-E92BD06537C5}" type="sib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0C242A5E-A7B7-42A2-940E-C97E6AFD7DF4}" type="par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B91E1197-2D63-4CA2-87CF-3230E1B397E8}">
      <dgm:prSet custT="1"/>
      <dgm:spPr/>
      <dgm:t>
        <a:bodyPr/>
        <a:lstStyle/>
        <a:p>
          <a:pPr marL="801688" marR="0" indent="-9525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ED412137-5DFA-42EB-8E81-0D2A3A605BEA}" type="par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DBA2178F-6473-4FF7-8ECF-10C4028273E3}" type="sib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7F07B7EF-8112-41BD-A672-4ABD3A3BD914}" type="pres">
      <dgm:prSet presAssocID="{1C70DD0E-A2AC-4B66-B2D3-BC2C6DF307D8}" presName="linear" presStyleCnt="0">
        <dgm:presLayoutVars>
          <dgm:dir/>
          <dgm:resizeHandles val="exact"/>
        </dgm:presLayoutVars>
      </dgm:prSet>
      <dgm:spPr/>
    </dgm:pt>
    <dgm:pt modelId="{480266AB-4114-438D-A8AA-417339D03C48}" type="pres">
      <dgm:prSet presAssocID="{49D2852C-6EC3-445E-BB27-AD9FCD0E1D40}" presName="comp" presStyleCnt="0"/>
      <dgm:spPr/>
    </dgm:pt>
    <dgm:pt modelId="{FF446214-26FB-4068-8F2D-A476785B55E9}" type="pres">
      <dgm:prSet presAssocID="{49D2852C-6EC3-445E-BB27-AD9FCD0E1D40}" presName="box" presStyleLbl="node1" presStyleIdx="0" presStyleCnt="3" custLinFactNeighborX="-20664" custLinFactNeighborY="-4784"/>
      <dgm:spPr/>
    </dgm:pt>
    <dgm:pt modelId="{139F12E7-CFA0-4BAF-8300-501CA786BD9A}" type="pres">
      <dgm:prSet presAssocID="{49D2852C-6EC3-445E-BB27-AD9FCD0E1D40}" presName="img" presStyleLbl="fgImgPlace1" presStyleIdx="0" presStyleCnt="3" custScaleX="122651" custLinFactNeighborX="561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04D620BA-FAD4-444F-8A4F-C2A70B4ECB42}" type="pres">
      <dgm:prSet presAssocID="{49D2852C-6EC3-445E-BB27-AD9FCD0E1D40}" presName="text" presStyleLbl="node1" presStyleIdx="0" presStyleCnt="3">
        <dgm:presLayoutVars>
          <dgm:bulletEnabled val="1"/>
        </dgm:presLayoutVars>
      </dgm:prSet>
      <dgm:spPr/>
    </dgm:pt>
    <dgm:pt modelId="{3DF19DF2-2A17-457B-8937-931821ACD1BE}" type="pres">
      <dgm:prSet presAssocID="{5B57BA09-70E5-4A4A-973A-252A649BCC07}" presName="spacer" presStyleCnt="0"/>
      <dgm:spPr/>
    </dgm:pt>
    <dgm:pt modelId="{27EFBFAA-523D-4D64-BDB6-95338400EE4B}" type="pres">
      <dgm:prSet presAssocID="{FE257EAC-2996-41A8-A164-C8C72964DBF6}" presName="comp" presStyleCnt="0"/>
      <dgm:spPr/>
    </dgm:pt>
    <dgm:pt modelId="{83F179FF-809B-4BFE-89F1-88032042A5CE}" type="pres">
      <dgm:prSet presAssocID="{FE257EAC-2996-41A8-A164-C8C72964DBF6}" presName="box" presStyleLbl="node1" presStyleIdx="1" presStyleCnt="3" custScaleY="105065" custLinFactNeighborX="-1190" custLinFactNeighborY="-114"/>
      <dgm:spPr/>
    </dgm:pt>
    <dgm:pt modelId="{D9BFE94D-71EB-4B6A-BDEB-ADAFD2BB447D}" type="pres">
      <dgm:prSet presAssocID="{FE257EAC-2996-41A8-A164-C8C72964DBF6}" presName="img" presStyleLbl="fgImgPlace1" presStyleIdx="1" presStyleCnt="3" custScaleX="121982" custLinFactNeighborX="394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B2D0996-43AD-435E-A996-D1160750F921}" type="pres">
      <dgm:prSet presAssocID="{FE257EAC-2996-41A8-A164-C8C72964DBF6}" presName="text" presStyleLbl="node1" presStyleIdx="1" presStyleCnt="3">
        <dgm:presLayoutVars>
          <dgm:bulletEnabled val="1"/>
        </dgm:presLayoutVars>
      </dgm:prSet>
      <dgm:spPr/>
    </dgm:pt>
    <dgm:pt modelId="{65A56053-3AD0-48FD-8011-3AB7AED30859}" type="pres">
      <dgm:prSet presAssocID="{8AD136C8-6DFA-4944-A710-AAA79DE86A0F}" presName="spacer" presStyleCnt="0"/>
      <dgm:spPr/>
    </dgm:pt>
    <dgm:pt modelId="{5C3EAC3E-8EC0-47DB-937E-50639549E34D}" type="pres">
      <dgm:prSet presAssocID="{C43D24B6-A25D-49BA-9935-2CEC2CF39EBF}" presName="comp" presStyleCnt="0"/>
      <dgm:spPr/>
    </dgm:pt>
    <dgm:pt modelId="{03E89C44-91EE-4A50-82FF-56AF27111F79}" type="pres">
      <dgm:prSet presAssocID="{C43D24B6-A25D-49BA-9935-2CEC2CF39EBF}" presName="box" presStyleLbl="node1" presStyleIdx="2" presStyleCnt="3"/>
      <dgm:spPr/>
    </dgm:pt>
    <dgm:pt modelId="{0E6BBB02-09EE-42AF-A56F-2F420B4DE34B}" type="pres">
      <dgm:prSet presAssocID="{C43D24B6-A25D-49BA-9935-2CEC2CF39EBF}" presName="img" presStyleLbl="fgImgPlace1" presStyleIdx="2" presStyleCnt="3" custScaleX="121982" custLinFactNeighborX="394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40074237-D529-4E62-847A-E7E9D8E0BDE4}" type="pres">
      <dgm:prSet presAssocID="{C43D24B6-A25D-49BA-9935-2CEC2CF39EBF}" presName="text" presStyleLbl="node1" presStyleIdx="2" presStyleCnt="3">
        <dgm:presLayoutVars>
          <dgm:bulletEnabled val="1"/>
        </dgm:presLayoutVars>
      </dgm:prSet>
      <dgm:spPr/>
    </dgm:pt>
  </dgm:ptLst>
  <dgm:cxnLst>
    <dgm:cxn modelId="{963CA10B-FBF2-4711-BF62-AA69D4511393}" srcId="{C43D24B6-A25D-49BA-9935-2CEC2CF39EBF}" destId="{F9274577-2B36-4C96-B8BA-F0D7C2E76EBD}" srcOrd="0" destOrd="0" parTransId="{0C242A5E-A7B7-42A2-940E-C97E6AFD7DF4}" sibTransId="{EC108E4B-E06E-4E84-B27A-E92BD06537C5}"/>
    <dgm:cxn modelId="{DAC35010-10C5-45E1-A46C-0737948805A2}" type="presOf" srcId="{8F35CAC1-F50A-4680-BF27-20B76D0DA08E}" destId="{FF446214-26FB-4068-8F2D-A476785B55E9}" srcOrd="0" destOrd="3" presId="urn:microsoft.com/office/officeart/2005/8/layout/vList4#1"/>
    <dgm:cxn modelId="{C6D4502F-6007-4032-A7B9-14BA9600043F}" srcId="{FE257EAC-2996-41A8-A164-C8C72964DBF6}" destId="{0F8D46C3-B158-4639-992F-48634EAE5003}" srcOrd="1" destOrd="0" parTransId="{9605186D-67FE-4F5A-A82B-D0EC92FE3D87}" sibTransId="{0CE03EAA-B456-4CD6-BE80-E6B0FE86F5C2}"/>
    <dgm:cxn modelId="{440B0D36-4F48-4547-9DEA-862070246642}" type="presOf" srcId="{7F46090C-3ACA-476D-A289-5FC68063C662}" destId="{83F179FF-809B-4BFE-89F1-88032042A5CE}" srcOrd="0" destOrd="1" presId="urn:microsoft.com/office/officeart/2005/8/layout/vList4#1"/>
    <dgm:cxn modelId="{A1877A40-9EF7-43AC-8721-2E083442F9DC}" type="presOf" srcId="{75B876E6-A622-439F-AFAF-9390F7E0181B}" destId="{FF446214-26FB-4068-8F2D-A476785B55E9}" srcOrd="0" destOrd="1" presId="urn:microsoft.com/office/officeart/2005/8/layout/vList4#1"/>
    <dgm:cxn modelId="{29B90B5B-0488-48A1-A3F9-85A0379CBDC8}" type="presOf" srcId="{0F8D46C3-B158-4639-992F-48634EAE5003}" destId="{3B2D0996-43AD-435E-A996-D1160750F921}" srcOrd="1" destOrd="2" presId="urn:microsoft.com/office/officeart/2005/8/layout/vList4#1"/>
    <dgm:cxn modelId="{D572B062-4D80-4B8D-9577-0732AC76C41A}" type="presOf" srcId="{C43D24B6-A25D-49BA-9935-2CEC2CF39EBF}" destId="{03E89C44-91EE-4A50-82FF-56AF27111F79}" srcOrd="0" destOrd="0" presId="urn:microsoft.com/office/officeart/2005/8/layout/vList4#1"/>
    <dgm:cxn modelId="{16E65D45-8673-45E9-BC7A-89657CBBAA28}" type="presOf" srcId="{B91E1197-2D63-4CA2-87CF-3230E1B397E8}" destId="{40074237-D529-4E62-847A-E7E9D8E0BDE4}" srcOrd="1" destOrd="2" presId="urn:microsoft.com/office/officeart/2005/8/layout/vList4#1"/>
    <dgm:cxn modelId="{6703584A-DE2A-4462-88FE-9CABA9026854}" srcId="{1C70DD0E-A2AC-4B66-B2D3-BC2C6DF307D8}" destId="{C43D24B6-A25D-49BA-9935-2CEC2CF39EBF}" srcOrd="2" destOrd="0" parTransId="{9A2E131C-0A07-457F-AD2E-63CCE89FCC81}" sibTransId="{A8D3A51B-1BB1-4561-BC95-6E8643928446}"/>
    <dgm:cxn modelId="{28965650-5C31-42A4-B02C-F1F95502BDA7}" type="presOf" srcId="{F9274577-2B36-4C96-B8BA-F0D7C2E76EBD}" destId="{40074237-D529-4E62-847A-E7E9D8E0BDE4}" srcOrd="1" destOrd="1" presId="urn:microsoft.com/office/officeart/2005/8/layout/vList4#1"/>
    <dgm:cxn modelId="{0486F052-DF44-4184-A6BA-D7FF2516BD7B}" srcId="{1C70DD0E-A2AC-4B66-B2D3-BC2C6DF307D8}" destId="{49D2852C-6EC3-445E-BB27-AD9FCD0E1D40}" srcOrd="0" destOrd="0" parTransId="{B75F4B0C-80C1-42DD-ADA0-D23A7169AF3A}" sibTransId="{5B57BA09-70E5-4A4A-973A-252A649BCC07}"/>
    <dgm:cxn modelId="{B7A22774-6346-4AF0-987F-09334A9F9943}" srcId="{1C70DD0E-A2AC-4B66-B2D3-BC2C6DF307D8}" destId="{FE257EAC-2996-41A8-A164-C8C72964DBF6}" srcOrd="1" destOrd="0" parTransId="{6EDF1B70-A2B3-4E40-B79E-3B474B32F997}" sibTransId="{8AD136C8-6DFA-4944-A710-AAA79DE86A0F}"/>
    <dgm:cxn modelId="{57DB2D55-2773-47B1-89C5-C9E0A9362618}" type="presOf" srcId="{5B4EB17D-0261-45F6-BC4F-ADB1E8FC9624}" destId="{3B2D0996-43AD-435E-A996-D1160750F921}" srcOrd="1" destOrd="3" presId="urn:microsoft.com/office/officeart/2005/8/layout/vList4#1"/>
    <dgm:cxn modelId="{AF2F7676-05EB-4694-A66D-6C93516328AC}" srcId="{49D2852C-6EC3-445E-BB27-AD9FCD0E1D40}" destId="{75B876E6-A622-439F-AFAF-9390F7E0181B}" srcOrd="0" destOrd="0" parTransId="{C4C3501E-ED8A-4272-B73B-98FCB0D3B0BF}" sibTransId="{C8E6390E-5084-4F59-9C98-3B3200ED7E61}"/>
    <dgm:cxn modelId="{A5DFDE76-D698-4EC3-B1D7-B6FC2B0A4858}" type="presOf" srcId="{FE257EAC-2996-41A8-A164-C8C72964DBF6}" destId="{3B2D0996-43AD-435E-A996-D1160750F921}" srcOrd="1" destOrd="0" presId="urn:microsoft.com/office/officeart/2005/8/layout/vList4#1"/>
    <dgm:cxn modelId="{990A4078-CA56-4AD8-BB04-0407A81139FA}" srcId="{49D2852C-6EC3-445E-BB27-AD9FCD0E1D40}" destId="{93B6F96E-4C1B-41CC-9EE2-22B406001DBB}" srcOrd="1" destOrd="0" parTransId="{28821544-08F6-436A-98F2-A52583AA4207}" sibTransId="{18F2336E-BEEB-4CAD-9CF2-814D93BBCAD5}"/>
    <dgm:cxn modelId="{3CEE9578-A297-43AE-8C19-EC794A71CFA6}" type="presOf" srcId="{5B4EB17D-0261-45F6-BC4F-ADB1E8FC9624}" destId="{83F179FF-809B-4BFE-89F1-88032042A5CE}" srcOrd="0" destOrd="3" presId="urn:microsoft.com/office/officeart/2005/8/layout/vList4#1"/>
    <dgm:cxn modelId="{B5F3607C-A7D6-4A16-B26F-CC4E42D56241}" srcId="{C43D24B6-A25D-49BA-9935-2CEC2CF39EBF}" destId="{B91E1197-2D63-4CA2-87CF-3230E1B397E8}" srcOrd="1" destOrd="0" parTransId="{ED412137-5DFA-42EB-8E81-0D2A3A605BEA}" sibTransId="{DBA2178F-6473-4FF7-8ECF-10C4028273E3}"/>
    <dgm:cxn modelId="{4F8E6783-9F8A-437D-A569-3B30A51700C1}" srcId="{49D2852C-6EC3-445E-BB27-AD9FCD0E1D40}" destId="{8F35CAC1-F50A-4680-BF27-20B76D0DA08E}" srcOrd="2" destOrd="0" parTransId="{1CAD9DE1-4739-459D-B2C7-0399C6022C64}" sibTransId="{FF97D0BD-442E-4958-9D11-3EFE6FC11663}"/>
    <dgm:cxn modelId="{B83B438F-2EFF-4F6C-9197-8E710717C16C}" type="presOf" srcId="{93B6F96E-4C1B-41CC-9EE2-22B406001DBB}" destId="{04D620BA-FAD4-444F-8A4F-C2A70B4ECB42}" srcOrd="1" destOrd="2" presId="urn:microsoft.com/office/officeart/2005/8/layout/vList4#1"/>
    <dgm:cxn modelId="{50026A98-4FDE-42C7-AAA0-BE70AC2D5269}" type="presOf" srcId="{D90EEBE0-4E98-4635-8622-6B8CF25BA50C}" destId="{40074237-D529-4E62-847A-E7E9D8E0BDE4}" srcOrd="1" destOrd="3" presId="urn:microsoft.com/office/officeart/2005/8/layout/vList4#1"/>
    <dgm:cxn modelId="{4A354C9C-3340-4736-B00B-03B5B69D0DB3}" type="presOf" srcId="{B91E1197-2D63-4CA2-87CF-3230E1B397E8}" destId="{03E89C44-91EE-4A50-82FF-56AF27111F79}" srcOrd="0" destOrd="2" presId="urn:microsoft.com/office/officeart/2005/8/layout/vList4#1"/>
    <dgm:cxn modelId="{D43BDDA1-1BE9-41E5-A9E4-DD9C62D7775A}" type="presOf" srcId="{7F46090C-3ACA-476D-A289-5FC68063C662}" destId="{3B2D0996-43AD-435E-A996-D1160750F921}" srcOrd="1" destOrd="1" presId="urn:microsoft.com/office/officeart/2005/8/layout/vList4#1"/>
    <dgm:cxn modelId="{ABE2B7A6-F734-448C-84DB-EB2EAEF10C94}" type="presOf" srcId="{93B6F96E-4C1B-41CC-9EE2-22B406001DBB}" destId="{FF446214-26FB-4068-8F2D-A476785B55E9}" srcOrd="0" destOrd="2" presId="urn:microsoft.com/office/officeart/2005/8/layout/vList4#1"/>
    <dgm:cxn modelId="{84F5BAB1-8F38-4D43-85AC-3285C6396798}" type="presOf" srcId="{FE257EAC-2996-41A8-A164-C8C72964DBF6}" destId="{83F179FF-809B-4BFE-89F1-88032042A5CE}" srcOrd="0" destOrd="0" presId="urn:microsoft.com/office/officeart/2005/8/layout/vList4#1"/>
    <dgm:cxn modelId="{CEFDB0B2-F020-49CD-861B-62CB1235CE22}" type="presOf" srcId="{49D2852C-6EC3-445E-BB27-AD9FCD0E1D40}" destId="{04D620BA-FAD4-444F-8A4F-C2A70B4ECB42}" srcOrd="1" destOrd="0" presId="urn:microsoft.com/office/officeart/2005/8/layout/vList4#1"/>
    <dgm:cxn modelId="{B21E75BC-D313-426B-98BD-8ADAD55876C5}" srcId="{FE257EAC-2996-41A8-A164-C8C72964DBF6}" destId="{7F46090C-3ACA-476D-A289-5FC68063C662}" srcOrd="0" destOrd="0" parTransId="{CD3B324A-BD97-4B69-BB10-339D047DD3FF}" sibTransId="{F2E5A219-CC20-4C40-976C-3FDFB67F8A5A}"/>
    <dgm:cxn modelId="{400E50BE-204A-4E20-AE9F-A79B5CAB80BA}" type="presOf" srcId="{75B876E6-A622-439F-AFAF-9390F7E0181B}" destId="{04D620BA-FAD4-444F-8A4F-C2A70B4ECB42}" srcOrd="1" destOrd="1" presId="urn:microsoft.com/office/officeart/2005/8/layout/vList4#1"/>
    <dgm:cxn modelId="{4F4992C9-0A04-4655-90CC-9AE456134058}" type="presOf" srcId="{D90EEBE0-4E98-4635-8622-6B8CF25BA50C}" destId="{03E89C44-91EE-4A50-82FF-56AF27111F79}" srcOrd="0" destOrd="3" presId="urn:microsoft.com/office/officeart/2005/8/layout/vList4#1"/>
    <dgm:cxn modelId="{DB4CF1CA-B838-4943-B553-424E3A128650}" type="presOf" srcId="{49D2852C-6EC3-445E-BB27-AD9FCD0E1D40}" destId="{FF446214-26FB-4068-8F2D-A476785B55E9}" srcOrd="0" destOrd="0" presId="urn:microsoft.com/office/officeart/2005/8/layout/vList4#1"/>
    <dgm:cxn modelId="{A122E0CD-BC8F-4DC6-ABAF-2B9E7F52A320}" type="presOf" srcId="{C43D24B6-A25D-49BA-9935-2CEC2CF39EBF}" destId="{40074237-D529-4E62-847A-E7E9D8E0BDE4}" srcOrd="1" destOrd="0" presId="urn:microsoft.com/office/officeart/2005/8/layout/vList4#1"/>
    <dgm:cxn modelId="{04D7F5D7-E81B-4675-8D02-9CB056298321}" type="presOf" srcId="{8F35CAC1-F50A-4680-BF27-20B76D0DA08E}" destId="{04D620BA-FAD4-444F-8A4F-C2A70B4ECB42}" srcOrd="1" destOrd="3" presId="urn:microsoft.com/office/officeart/2005/8/layout/vList4#1"/>
    <dgm:cxn modelId="{00DDE9DC-25C9-489A-8A02-0BCE7901A222}" type="presOf" srcId="{1C70DD0E-A2AC-4B66-B2D3-BC2C6DF307D8}" destId="{7F07B7EF-8112-41BD-A672-4ABD3A3BD914}" srcOrd="0" destOrd="0" presId="urn:microsoft.com/office/officeart/2005/8/layout/vList4#1"/>
    <dgm:cxn modelId="{26A956DD-E8FB-4383-9C6E-DF42279E357F}" type="presOf" srcId="{0F8D46C3-B158-4639-992F-48634EAE5003}" destId="{83F179FF-809B-4BFE-89F1-88032042A5CE}" srcOrd="0" destOrd="2" presId="urn:microsoft.com/office/officeart/2005/8/layout/vList4#1"/>
    <dgm:cxn modelId="{CA5747F6-4CA9-4946-9E32-FF04308DD339}" srcId="{FE257EAC-2996-41A8-A164-C8C72964DBF6}" destId="{5B4EB17D-0261-45F6-BC4F-ADB1E8FC9624}" srcOrd="2" destOrd="0" parTransId="{8F14E7E0-C435-4C75-8739-AA21238A8461}" sibTransId="{B17AB00C-B823-44D0-8E44-1C31956737F1}"/>
    <dgm:cxn modelId="{B67346F8-3761-4689-BC5E-362B286094A2}" type="presOf" srcId="{F9274577-2B36-4C96-B8BA-F0D7C2E76EBD}" destId="{03E89C44-91EE-4A50-82FF-56AF27111F79}" srcOrd="0" destOrd="1" presId="urn:microsoft.com/office/officeart/2005/8/layout/vList4#1"/>
    <dgm:cxn modelId="{A61E3FF9-0184-4B23-B391-94ED427C5B55}" srcId="{C43D24B6-A25D-49BA-9935-2CEC2CF39EBF}" destId="{D90EEBE0-4E98-4635-8622-6B8CF25BA50C}" srcOrd="2" destOrd="0" parTransId="{45BE8D35-358D-4131-B397-02A4879D73EE}" sibTransId="{CCF34F1E-53C1-4352-9D61-A0CCD0BCADDF}"/>
    <dgm:cxn modelId="{D72E393F-743B-41CE-803D-3F2BD99204A7}" type="presParOf" srcId="{7F07B7EF-8112-41BD-A672-4ABD3A3BD914}" destId="{480266AB-4114-438D-A8AA-417339D03C48}" srcOrd="0" destOrd="0" presId="urn:microsoft.com/office/officeart/2005/8/layout/vList4#1"/>
    <dgm:cxn modelId="{5FB2BC1F-E4F2-4891-8A82-308D44D07CF9}" type="presParOf" srcId="{480266AB-4114-438D-A8AA-417339D03C48}" destId="{FF446214-26FB-4068-8F2D-A476785B55E9}" srcOrd="0" destOrd="0" presId="urn:microsoft.com/office/officeart/2005/8/layout/vList4#1"/>
    <dgm:cxn modelId="{945BC4AA-F1E1-4B13-B49C-7C3552D2D145}" type="presParOf" srcId="{480266AB-4114-438D-A8AA-417339D03C48}" destId="{139F12E7-CFA0-4BAF-8300-501CA786BD9A}" srcOrd="1" destOrd="0" presId="urn:microsoft.com/office/officeart/2005/8/layout/vList4#1"/>
    <dgm:cxn modelId="{8C442294-7404-4BDD-8C27-F04B7A433EC8}" type="presParOf" srcId="{480266AB-4114-438D-A8AA-417339D03C48}" destId="{04D620BA-FAD4-444F-8A4F-C2A70B4ECB42}" srcOrd="2" destOrd="0" presId="urn:microsoft.com/office/officeart/2005/8/layout/vList4#1"/>
    <dgm:cxn modelId="{0C9D4B8C-3D9E-4BB6-8934-7F17348F7229}" type="presParOf" srcId="{7F07B7EF-8112-41BD-A672-4ABD3A3BD914}" destId="{3DF19DF2-2A17-457B-8937-931821ACD1BE}" srcOrd="1" destOrd="0" presId="urn:microsoft.com/office/officeart/2005/8/layout/vList4#1"/>
    <dgm:cxn modelId="{20BD41C9-B10E-46AF-AF2D-15A397B0ECD5}" type="presParOf" srcId="{7F07B7EF-8112-41BD-A672-4ABD3A3BD914}" destId="{27EFBFAA-523D-4D64-BDB6-95338400EE4B}" srcOrd="2" destOrd="0" presId="urn:microsoft.com/office/officeart/2005/8/layout/vList4#1"/>
    <dgm:cxn modelId="{01188A32-E4B2-4B76-9DA8-54AE03A3C58E}" type="presParOf" srcId="{27EFBFAA-523D-4D64-BDB6-95338400EE4B}" destId="{83F179FF-809B-4BFE-89F1-88032042A5CE}" srcOrd="0" destOrd="0" presId="urn:microsoft.com/office/officeart/2005/8/layout/vList4#1"/>
    <dgm:cxn modelId="{531D3CB1-836E-4202-8095-0E88A14B3EB9}" type="presParOf" srcId="{27EFBFAA-523D-4D64-BDB6-95338400EE4B}" destId="{D9BFE94D-71EB-4B6A-BDEB-ADAFD2BB447D}" srcOrd="1" destOrd="0" presId="urn:microsoft.com/office/officeart/2005/8/layout/vList4#1"/>
    <dgm:cxn modelId="{0E22F296-7009-4064-88AE-7692A37E02FE}" type="presParOf" srcId="{27EFBFAA-523D-4D64-BDB6-95338400EE4B}" destId="{3B2D0996-43AD-435E-A996-D1160750F921}" srcOrd="2" destOrd="0" presId="urn:microsoft.com/office/officeart/2005/8/layout/vList4#1"/>
    <dgm:cxn modelId="{4199266A-2FD0-4B49-8272-681B4D7C0659}" type="presParOf" srcId="{7F07B7EF-8112-41BD-A672-4ABD3A3BD914}" destId="{65A56053-3AD0-48FD-8011-3AB7AED30859}" srcOrd="3" destOrd="0" presId="urn:microsoft.com/office/officeart/2005/8/layout/vList4#1"/>
    <dgm:cxn modelId="{6E90DA12-AE6F-45BA-A72D-AC8EA3EBE73B}" type="presParOf" srcId="{7F07B7EF-8112-41BD-A672-4ABD3A3BD914}" destId="{5C3EAC3E-8EC0-47DB-937E-50639549E34D}" srcOrd="4" destOrd="0" presId="urn:microsoft.com/office/officeart/2005/8/layout/vList4#1"/>
    <dgm:cxn modelId="{9213933B-B613-43BE-9BB7-33C067DE93AC}" type="presParOf" srcId="{5C3EAC3E-8EC0-47DB-937E-50639549E34D}" destId="{03E89C44-91EE-4A50-82FF-56AF27111F79}" srcOrd="0" destOrd="0" presId="urn:microsoft.com/office/officeart/2005/8/layout/vList4#1"/>
    <dgm:cxn modelId="{8988EA9B-5092-4A6D-B8E1-EEEC0D0A6021}" type="presParOf" srcId="{5C3EAC3E-8EC0-47DB-937E-50639549E34D}" destId="{0E6BBB02-09EE-42AF-A56F-2F420B4DE34B}" srcOrd="1" destOrd="0" presId="urn:microsoft.com/office/officeart/2005/8/layout/vList4#1"/>
    <dgm:cxn modelId="{871C32D2-A5D6-4E49-A556-535530A3E3C0}" type="presParOf" srcId="{5C3EAC3E-8EC0-47DB-937E-50639549E34D}" destId="{40074237-D529-4E62-847A-E7E9D8E0BDE4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70DD0E-A2AC-4B66-B2D3-BC2C6DF307D8}" type="doc">
      <dgm:prSet loTypeId="urn:microsoft.com/office/officeart/2005/8/layout/vList4#1" loCatId="picture" qsTypeId="urn:microsoft.com/office/officeart/2005/8/quickstyle/simple1" qsCatId="simple" csTypeId="urn:microsoft.com/office/officeart/2005/8/colors/accent1_2" csCatId="accent1" phldr="1"/>
      <dgm:spPr/>
    </dgm:pt>
    <dgm:pt modelId="{49D2852C-6EC3-445E-BB27-AD9FCD0E1D40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B75F4B0C-80C1-42DD-ADA0-D23A7169AF3A}" type="par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5B57BA09-70E5-4A4A-973A-252A649BCC07}" type="sib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FE257EAC-2996-41A8-A164-C8C72964DBF6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6EDF1B70-A2B3-4E40-B79E-3B474B32F997}" type="par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8AD136C8-6DFA-4944-A710-AAA79DE86A0F}" type="sib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43D24B6-A25D-49BA-9935-2CEC2CF39EBF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 err="1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A2E131C-0A07-457F-AD2E-63CCE89FCC81}" type="par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A8D3A51B-1BB1-4561-BC95-6E8643928446}" type="sib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75B876E6-A622-439F-AFAF-9390F7E0181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4C3501E-ED8A-4272-B73B-98FCB0D3B0BF}" type="par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C8E6390E-5084-4F59-9C98-3B3200ED7E61}" type="sib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7F46090C-3ACA-476D-A289-5FC68063C662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D3B324A-BD97-4B69-BB10-339D047DD3FF}" type="par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F2E5A219-CC20-4C40-976C-3FDFB67F8A5A}" type="sib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0F8D46C3-B158-4639-992F-48634EAE5003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605186D-67FE-4F5A-A82B-D0EC92FE3D87}" type="par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0CE03EAA-B456-4CD6-BE80-E6B0FE86F5C2}" type="sib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5B4EB17D-0261-45F6-BC4F-ADB1E8FC9624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8F14E7E0-C435-4C75-8739-AA21238A8461}" type="par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B17AB00C-B823-44D0-8E44-1C31956737F1}" type="sib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93B6F96E-4C1B-41CC-9EE2-22B406001DB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en-US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28821544-08F6-436A-98F2-A52583AA4207}" type="par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18F2336E-BEEB-4CAD-9CF2-814D93BBCAD5}" type="sib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D90EEBE0-4E98-4635-8622-6B8CF25BA50C}">
      <dgm:prSet custT="1"/>
      <dgm:spPr/>
      <dgm:t>
        <a:bodyPr/>
        <a:lstStyle/>
        <a:p>
          <a:pPr marL="809625" marR="0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CF34F1E-53C1-4352-9D61-A0CCD0BCADDF}" type="sib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45BE8D35-358D-4131-B397-02A4879D73EE}" type="par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F9274577-2B36-4C96-B8BA-F0D7C2E76EBD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EC108E4B-E06E-4E84-B27A-E92BD06537C5}" type="sib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0C242A5E-A7B7-42A2-940E-C97E6AFD7DF4}" type="par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B91E1197-2D63-4CA2-87CF-3230E1B397E8}">
      <dgm:prSet custT="1"/>
      <dgm:spPr/>
      <dgm:t>
        <a:bodyPr/>
        <a:lstStyle/>
        <a:p>
          <a:pPr marL="801688" marR="0" indent="-9525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ED412137-5DFA-42EB-8E81-0D2A3A605BEA}" type="par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DBA2178F-6473-4FF7-8ECF-10C4028273E3}" type="sib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8F35CAC1-F50A-4680-BF27-20B76D0DA08E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FF97D0BD-442E-4958-9D11-3EFE6FC11663}" type="sib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1CAD9DE1-4739-459D-B2C7-0399C6022C64}" type="par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7F07B7EF-8112-41BD-A672-4ABD3A3BD914}" type="pres">
      <dgm:prSet presAssocID="{1C70DD0E-A2AC-4B66-B2D3-BC2C6DF307D8}" presName="linear" presStyleCnt="0">
        <dgm:presLayoutVars>
          <dgm:dir/>
          <dgm:resizeHandles val="exact"/>
        </dgm:presLayoutVars>
      </dgm:prSet>
      <dgm:spPr/>
    </dgm:pt>
    <dgm:pt modelId="{480266AB-4114-438D-A8AA-417339D03C48}" type="pres">
      <dgm:prSet presAssocID="{49D2852C-6EC3-445E-BB27-AD9FCD0E1D40}" presName="comp" presStyleCnt="0"/>
      <dgm:spPr/>
    </dgm:pt>
    <dgm:pt modelId="{FF446214-26FB-4068-8F2D-A476785B55E9}" type="pres">
      <dgm:prSet presAssocID="{49D2852C-6EC3-445E-BB27-AD9FCD0E1D40}" presName="box" presStyleLbl="node1" presStyleIdx="0" presStyleCnt="3" custLinFactNeighborX="-20664" custLinFactNeighborY="-4784"/>
      <dgm:spPr/>
    </dgm:pt>
    <dgm:pt modelId="{139F12E7-CFA0-4BAF-8300-501CA786BD9A}" type="pres">
      <dgm:prSet presAssocID="{49D2852C-6EC3-445E-BB27-AD9FCD0E1D40}" presName="img" presStyleLbl="fgImgPlace1" presStyleIdx="0" presStyleCnt="3" custScaleX="122651" custLinFactNeighborX="561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04D620BA-FAD4-444F-8A4F-C2A70B4ECB42}" type="pres">
      <dgm:prSet presAssocID="{49D2852C-6EC3-445E-BB27-AD9FCD0E1D40}" presName="text" presStyleLbl="node1" presStyleIdx="0" presStyleCnt="3">
        <dgm:presLayoutVars>
          <dgm:bulletEnabled val="1"/>
        </dgm:presLayoutVars>
      </dgm:prSet>
      <dgm:spPr/>
    </dgm:pt>
    <dgm:pt modelId="{3DF19DF2-2A17-457B-8937-931821ACD1BE}" type="pres">
      <dgm:prSet presAssocID="{5B57BA09-70E5-4A4A-973A-252A649BCC07}" presName="spacer" presStyleCnt="0"/>
      <dgm:spPr/>
    </dgm:pt>
    <dgm:pt modelId="{27EFBFAA-523D-4D64-BDB6-95338400EE4B}" type="pres">
      <dgm:prSet presAssocID="{FE257EAC-2996-41A8-A164-C8C72964DBF6}" presName="comp" presStyleCnt="0"/>
      <dgm:spPr/>
    </dgm:pt>
    <dgm:pt modelId="{83F179FF-809B-4BFE-89F1-88032042A5CE}" type="pres">
      <dgm:prSet presAssocID="{FE257EAC-2996-41A8-A164-C8C72964DBF6}" presName="box" presStyleLbl="node1" presStyleIdx="1" presStyleCnt="3" custScaleY="105065" custLinFactNeighborX="-1190" custLinFactNeighborY="-114"/>
      <dgm:spPr/>
    </dgm:pt>
    <dgm:pt modelId="{D9BFE94D-71EB-4B6A-BDEB-ADAFD2BB447D}" type="pres">
      <dgm:prSet presAssocID="{FE257EAC-2996-41A8-A164-C8C72964DBF6}" presName="img" presStyleLbl="fgImgPlace1" presStyleIdx="1" presStyleCnt="3" custScaleX="121982" custLinFactNeighborX="394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B2D0996-43AD-435E-A996-D1160750F921}" type="pres">
      <dgm:prSet presAssocID="{FE257EAC-2996-41A8-A164-C8C72964DBF6}" presName="text" presStyleLbl="node1" presStyleIdx="1" presStyleCnt="3">
        <dgm:presLayoutVars>
          <dgm:bulletEnabled val="1"/>
        </dgm:presLayoutVars>
      </dgm:prSet>
      <dgm:spPr/>
    </dgm:pt>
    <dgm:pt modelId="{65A56053-3AD0-48FD-8011-3AB7AED30859}" type="pres">
      <dgm:prSet presAssocID="{8AD136C8-6DFA-4944-A710-AAA79DE86A0F}" presName="spacer" presStyleCnt="0"/>
      <dgm:spPr/>
    </dgm:pt>
    <dgm:pt modelId="{5C3EAC3E-8EC0-47DB-937E-50639549E34D}" type="pres">
      <dgm:prSet presAssocID="{C43D24B6-A25D-49BA-9935-2CEC2CF39EBF}" presName="comp" presStyleCnt="0"/>
      <dgm:spPr/>
    </dgm:pt>
    <dgm:pt modelId="{03E89C44-91EE-4A50-82FF-56AF27111F79}" type="pres">
      <dgm:prSet presAssocID="{C43D24B6-A25D-49BA-9935-2CEC2CF39EBF}" presName="box" presStyleLbl="node1" presStyleIdx="2" presStyleCnt="3"/>
      <dgm:spPr/>
    </dgm:pt>
    <dgm:pt modelId="{0E6BBB02-09EE-42AF-A56F-2F420B4DE34B}" type="pres">
      <dgm:prSet presAssocID="{C43D24B6-A25D-49BA-9935-2CEC2CF39EBF}" presName="img" presStyleLbl="fgImgPlace1" presStyleIdx="2" presStyleCnt="3" custScaleX="121982" custLinFactNeighborX="394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40074237-D529-4E62-847A-E7E9D8E0BDE4}" type="pres">
      <dgm:prSet presAssocID="{C43D24B6-A25D-49BA-9935-2CEC2CF39EBF}" presName="text" presStyleLbl="node1" presStyleIdx="2" presStyleCnt="3">
        <dgm:presLayoutVars>
          <dgm:bulletEnabled val="1"/>
        </dgm:presLayoutVars>
      </dgm:prSet>
      <dgm:spPr/>
    </dgm:pt>
  </dgm:ptLst>
  <dgm:cxnLst>
    <dgm:cxn modelId="{58669201-C7C0-4A71-B5CC-70435705DA85}" type="presOf" srcId="{75B876E6-A622-439F-AFAF-9390F7E0181B}" destId="{FF446214-26FB-4068-8F2D-A476785B55E9}" srcOrd="0" destOrd="1" presId="urn:microsoft.com/office/officeart/2005/8/layout/vList4#1"/>
    <dgm:cxn modelId="{16CEE101-FF3E-4141-9573-4F21F0F806C7}" type="presOf" srcId="{7F46090C-3ACA-476D-A289-5FC68063C662}" destId="{83F179FF-809B-4BFE-89F1-88032042A5CE}" srcOrd="0" destOrd="1" presId="urn:microsoft.com/office/officeart/2005/8/layout/vList4#1"/>
    <dgm:cxn modelId="{963CA10B-FBF2-4711-BF62-AA69D4511393}" srcId="{C43D24B6-A25D-49BA-9935-2CEC2CF39EBF}" destId="{F9274577-2B36-4C96-B8BA-F0D7C2E76EBD}" srcOrd="0" destOrd="0" parTransId="{0C242A5E-A7B7-42A2-940E-C97E6AFD7DF4}" sibTransId="{EC108E4B-E06E-4E84-B27A-E92BD06537C5}"/>
    <dgm:cxn modelId="{0DB22D12-0905-4EF6-9F45-C958F44FD85A}" type="presOf" srcId="{0F8D46C3-B158-4639-992F-48634EAE5003}" destId="{3B2D0996-43AD-435E-A996-D1160750F921}" srcOrd="1" destOrd="2" presId="urn:microsoft.com/office/officeart/2005/8/layout/vList4#1"/>
    <dgm:cxn modelId="{590C201B-D78A-45E8-94B1-228C4B03EC1E}" type="presOf" srcId="{FE257EAC-2996-41A8-A164-C8C72964DBF6}" destId="{83F179FF-809B-4BFE-89F1-88032042A5CE}" srcOrd="0" destOrd="0" presId="urn:microsoft.com/office/officeart/2005/8/layout/vList4#1"/>
    <dgm:cxn modelId="{F4E2D924-7C29-451B-941C-FC7DC367C576}" type="presOf" srcId="{B91E1197-2D63-4CA2-87CF-3230E1B397E8}" destId="{03E89C44-91EE-4A50-82FF-56AF27111F79}" srcOrd="0" destOrd="2" presId="urn:microsoft.com/office/officeart/2005/8/layout/vList4#1"/>
    <dgm:cxn modelId="{AD88462D-DCFF-4989-A57A-DB631E64F895}" type="presOf" srcId="{93B6F96E-4C1B-41CC-9EE2-22B406001DBB}" destId="{04D620BA-FAD4-444F-8A4F-C2A70B4ECB42}" srcOrd="1" destOrd="2" presId="urn:microsoft.com/office/officeart/2005/8/layout/vList4#1"/>
    <dgm:cxn modelId="{C6D4502F-6007-4032-A7B9-14BA9600043F}" srcId="{FE257EAC-2996-41A8-A164-C8C72964DBF6}" destId="{0F8D46C3-B158-4639-992F-48634EAE5003}" srcOrd="1" destOrd="0" parTransId="{9605186D-67FE-4F5A-A82B-D0EC92FE3D87}" sibTransId="{0CE03EAA-B456-4CD6-BE80-E6B0FE86F5C2}"/>
    <dgm:cxn modelId="{86629632-3133-4746-AD5D-C5D23419C9CD}" type="presOf" srcId="{0F8D46C3-B158-4639-992F-48634EAE5003}" destId="{83F179FF-809B-4BFE-89F1-88032042A5CE}" srcOrd="0" destOrd="2" presId="urn:microsoft.com/office/officeart/2005/8/layout/vList4#1"/>
    <dgm:cxn modelId="{CB37303D-A520-4CB1-8FC8-6550218C47A1}" type="presOf" srcId="{5B4EB17D-0261-45F6-BC4F-ADB1E8FC9624}" destId="{3B2D0996-43AD-435E-A996-D1160750F921}" srcOrd="1" destOrd="3" presId="urn:microsoft.com/office/officeart/2005/8/layout/vList4#1"/>
    <dgm:cxn modelId="{3B61C55C-DE39-42F9-8CE4-3AF1A11D2236}" type="presOf" srcId="{8F35CAC1-F50A-4680-BF27-20B76D0DA08E}" destId="{04D620BA-FAD4-444F-8A4F-C2A70B4ECB42}" srcOrd="1" destOrd="3" presId="urn:microsoft.com/office/officeart/2005/8/layout/vList4#1"/>
    <dgm:cxn modelId="{D4A88E65-85EF-44CC-8E6E-D8FF8B41A594}" type="presOf" srcId="{1C70DD0E-A2AC-4B66-B2D3-BC2C6DF307D8}" destId="{7F07B7EF-8112-41BD-A672-4ABD3A3BD914}" srcOrd="0" destOrd="0" presId="urn:microsoft.com/office/officeart/2005/8/layout/vList4#1"/>
    <dgm:cxn modelId="{08BE3046-7EF5-4DE5-87A2-F1241A676174}" type="presOf" srcId="{D90EEBE0-4E98-4635-8622-6B8CF25BA50C}" destId="{03E89C44-91EE-4A50-82FF-56AF27111F79}" srcOrd="0" destOrd="3" presId="urn:microsoft.com/office/officeart/2005/8/layout/vList4#1"/>
    <dgm:cxn modelId="{43C3A567-2892-41CC-ABAA-FFB4BAA33E6A}" type="presOf" srcId="{D90EEBE0-4E98-4635-8622-6B8CF25BA50C}" destId="{40074237-D529-4E62-847A-E7E9D8E0BDE4}" srcOrd="1" destOrd="3" presId="urn:microsoft.com/office/officeart/2005/8/layout/vList4#1"/>
    <dgm:cxn modelId="{6703584A-DE2A-4462-88FE-9CABA9026854}" srcId="{1C70DD0E-A2AC-4B66-B2D3-BC2C6DF307D8}" destId="{C43D24B6-A25D-49BA-9935-2CEC2CF39EBF}" srcOrd="2" destOrd="0" parTransId="{9A2E131C-0A07-457F-AD2E-63CCE89FCC81}" sibTransId="{A8D3A51B-1BB1-4561-BC95-6E8643928446}"/>
    <dgm:cxn modelId="{D217D26C-DDD7-45E7-8707-F102B1ECEC5B}" type="presOf" srcId="{49D2852C-6EC3-445E-BB27-AD9FCD0E1D40}" destId="{FF446214-26FB-4068-8F2D-A476785B55E9}" srcOrd="0" destOrd="0" presId="urn:microsoft.com/office/officeart/2005/8/layout/vList4#1"/>
    <dgm:cxn modelId="{0486F052-DF44-4184-A6BA-D7FF2516BD7B}" srcId="{1C70DD0E-A2AC-4B66-B2D3-BC2C6DF307D8}" destId="{49D2852C-6EC3-445E-BB27-AD9FCD0E1D40}" srcOrd="0" destOrd="0" parTransId="{B75F4B0C-80C1-42DD-ADA0-D23A7169AF3A}" sibTransId="{5B57BA09-70E5-4A4A-973A-252A649BCC07}"/>
    <dgm:cxn modelId="{B7A22774-6346-4AF0-987F-09334A9F9943}" srcId="{1C70DD0E-A2AC-4B66-B2D3-BC2C6DF307D8}" destId="{FE257EAC-2996-41A8-A164-C8C72964DBF6}" srcOrd="1" destOrd="0" parTransId="{6EDF1B70-A2B3-4E40-B79E-3B474B32F997}" sibTransId="{8AD136C8-6DFA-4944-A710-AAA79DE86A0F}"/>
    <dgm:cxn modelId="{E9204C55-57F6-4083-86C0-B35BDF529770}" type="presOf" srcId="{F9274577-2B36-4C96-B8BA-F0D7C2E76EBD}" destId="{03E89C44-91EE-4A50-82FF-56AF27111F79}" srcOrd="0" destOrd="1" presId="urn:microsoft.com/office/officeart/2005/8/layout/vList4#1"/>
    <dgm:cxn modelId="{29360C76-F0B0-49DD-A359-DA479B985332}" type="presOf" srcId="{C43D24B6-A25D-49BA-9935-2CEC2CF39EBF}" destId="{03E89C44-91EE-4A50-82FF-56AF27111F79}" srcOrd="0" destOrd="0" presId="urn:microsoft.com/office/officeart/2005/8/layout/vList4#1"/>
    <dgm:cxn modelId="{AF2F7676-05EB-4694-A66D-6C93516328AC}" srcId="{49D2852C-6EC3-445E-BB27-AD9FCD0E1D40}" destId="{75B876E6-A622-439F-AFAF-9390F7E0181B}" srcOrd="0" destOrd="0" parTransId="{C4C3501E-ED8A-4272-B73B-98FCB0D3B0BF}" sibTransId="{C8E6390E-5084-4F59-9C98-3B3200ED7E61}"/>
    <dgm:cxn modelId="{54D4FE77-F68A-4311-ADF0-9870A010150B}" type="presOf" srcId="{93B6F96E-4C1B-41CC-9EE2-22B406001DBB}" destId="{FF446214-26FB-4068-8F2D-A476785B55E9}" srcOrd="0" destOrd="2" presId="urn:microsoft.com/office/officeart/2005/8/layout/vList4#1"/>
    <dgm:cxn modelId="{990A4078-CA56-4AD8-BB04-0407A81139FA}" srcId="{49D2852C-6EC3-445E-BB27-AD9FCD0E1D40}" destId="{93B6F96E-4C1B-41CC-9EE2-22B406001DBB}" srcOrd="1" destOrd="0" parTransId="{28821544-08F6-436A-98F2-A52583AA4207}" sibTransId="{18F2336E-BEEB-4CAD-9CF2-814D93BBCAD5}"/>
    <dgm:cxn modelId="{03FB9859-4DCD-409B-85FF-E167DC78391D}" type="presOf" srcId="{B91E1197-2D63-4CA2-87CF-3230E1B397E8}" destId="{40074237-D529-4E62-847A-E7E9D8E0BDE4}" srcOrd="1" destOrd="2" presId="urn:microsoft.com/office/officeart/2005/8/layout/vList4#1"/>
    <dgm:cxn modelId="{B5F3607C-A7D6-4A16-B26F-CC4E42D56241}" srcId="{C43D24B6-A25D-49BA-9935-2CEC2CF39EBF}" destId="{B91E1197-2D63-4CA2-87CF-3230E1B397E8}" srcOrd="1" destOrd="0" parTransId="{ED412137-5DFA-42EB-8E81-0D2A3A605BEA}" sibTransId="{DBA2178F-6473-4FF7-8ECF-10C4028273E3}"/>
    <dgm:cxn modelId="{30F94B81-EA17-4411-A28D-0EC29B98C690}" type="presOf" srcId="{49D2852C-6EC3-445E-BB27-AD9FCD0E1D40}" destId="{04D620BA-FAD4-444F-8A4F-C2A70B4ECB42}" srcOrd="1" destOrd="0" presId="urn:microsoft.com/office/officeart/2005/8/layout/vList4#1"/>
    <dgm:cxn modelId="{4F8E6783-9F8A-437D-A569-3B30A51700C1}" srcId="{49D2852C-6EC3-445E-BB27-AD9FCD0E1D40}" destId="{8F35CAC1-F50A-4680-BF27-20B76D0DA08E}" srcOrd="2" destOrd="0" parTransId="{1CAD9DE1-4739-459D-B2C7-0399C6022C64}" sibTransId="{FF97D0BD-442E-4958-9D11-3EFE6FC11663}"/>
    <dgm:cxn modelId="{1D6ED199-EA01-4F87-8AEB-D02FF80262B3}" type="presOf" srcId="{5B4EB17D-0261-45F6-BC4F-ADB1E8FC9624}" destId="{83F179FF-809B-4BFE-89F1-88032042A5CE}" srcOrd="0" destOrd="3" presId="urn:microsoft.com/office/officeart/2005/8/layout/vList4#1"/>
    <dgm:cxn modelId="{EAFCAEA1-5384-430F-BD71-E47E221E54A3}" type="presOf" srcId="{FE257EAC-2996-41A8-A164-C8C72964DBF6}" destId="{3B2D0996-43AD-435E-A996-D1160750F921}" srcOrd="1" destOrd="0" presId="urn:microsoft.com/office/officeart/2005/8/layout/vList4#1"/>
    <dgm:cxn modelId="{B69953AB-C91F-4FBB-ACD3-80F4E6F5DE51}" type="presOf" srcId="{C43D24B6-A25D-49BA-9935-2CEC2CF39EBF}" destId="{40074237-D529-4E62-847A-E7E9D8E0BDE4}" srcOrd="1" destOrd="0" presId="urn:microsoft.com/office/officeart/2005/8/layout/vList4#1"/>
    <dgm:cxn modelId="{B6B7FAB7-6863-4C6D-9CDB-A04D9AD62BE1}" type="presOf" srcId="{F9274577-2B36-4C96-B8BA-F0D7C2E76EBD}" destId="{40074237-D529-4E62-847A-E7E9D8E0BDE4}" srcOrd="1" destOrd="1" presId="urn:microsoft.com/office/officeart/2005/8/layout/vList4#1"/>
    <dgm:cxn modelId="{F36845BC-9468-4C2B-97ED-D64D7658CD69}" type="presOf" srcId="{7F46090C-3ACA-476D-A289-5FC68063C662}" destId="{3B2D0996-43AD-435E-A996-D1160750F921}" srcOrd="1" destOrd="1" presId="urn:microsoft.com/office/officeart/2005/8/layout/vList4#1"/>
    <dgm:cxn modelId="{B21E75BC-D313-426B-98BD-8ADAD55876C5}" srcId="{FE257EAC-2996-41A8-A164-C8C72964DBF6}" destId="{7F46090C-3ACA-476D-A289-5FC68063C662}" srcOrd="0" destOrd="0" parTransId="{CD3B324A-BD97-4B69-BB10-339D047DD3FF}" sibTransId="{F2E5A219-CC20-4C40-976C-3FDFB67F8A5A}"/>
    <dgm:cxn modelId="{1F854BDB-7A2C-4D45-949A-851C9FCE0245}" type="presOf" srcId="{75B876E6-A622-439F-AFAF-9390F7E0181B}" destId="{04D620BA-FAD4-444F-8A4F-C2A70B4ECB42}" srcOrd="1" destOrd="1" presId="urn:microsoft.com/office/officeart/2005/8/layout/vList4#1"/>
    <dgm:cxn modelId="{3B9A7EEC-6C9A-442F-9897-1B846AEAEEFA}" type="presOf" srcId="{8F35CAC1-F50A-4680-BF27-20B76D0DA08E}" destId="{FF446214-26FB-4068-8F2D-A476785B55E9}" srcOrd="0" destOrd="3" presId="urn:microsoft.com/office/officeart/2005/8/layout/vList4#1"/>
    <dgm:cxn modelId="{CA5747F6-4CA9-4946-9E32-FF04308DD339}" srcId="{FE257EAC-2996-41A8-A164-C8C72964DBF6}" destId="{5B4EB17D-0261-45F6-BC4F-ADB1E8FC9624}" srcOrd="2" destOrd="0" parTransId="{8F14E7E0-C435-4C75-8739-AA21238A8461}" sibTransId="{B17AB00C-B823-44D0-8E44-1C31956737F1}"/>
    <dgm:cxn modelId="{A61E3FF9-0184-4B23-B391-94ED427C5B55}" srcId="{C43D24B6-A25D-49BA-9935-2CEC2CF39EBF}" destId="{D90EEBE0-4E98-4635-8622-6B8CF25BA50C}" srcOrd="2" destOrd="0" parTransId="{45BE8D35-358D-4131-B397-02A4879D73EE}" sibTransId="{CCF34F1E-53C1-4352-9D61-A0CCD0BCADDF}"/>
    <dgm:cxn modelId="{3C78DB39-2B49-4FDD-947F-978FA28F1BBE}" type="presParOf" srcId="{7F07B7EF-8112-41BD-A672-4ABD3A3BD914}" destId="{480266AB-4114-438D-A8AA-417339D03C48}" srcOrd="0" destOrd="0" presId="urn:microsoft.com/office/officeart/2005/8/layout/vList4#1"/>
    <dgm:cxn modelId="{5E581E66-E122-477C-A124-AF0ACA49D36C}" type="presParOf" srcId="{480266AB-4114-438D-A8AA-417339D03C48}" destId="{FF446214-26FB-4068-8F2D-A476785B55E9}" srcOrd="0" destOrd="0" presId="urn:microsoft.com/office/officeart/2005/8/layout/vList4#1"/>
    <dgm:cxn modelId="{B5587D1E-DF29-4A53-B5C2-673785D43856}" type="presParOf" srcId="{480266AB-4114-438D-A8AA-417339D03C48}" destId="{139F12E7-CFA0-4BAF-8300-501CA786BD9A}" srcOrd="1" destOrd="0" presId="urn:microsoft.com/office/officeart/2005/8/layout/vList4#1"/>
    <dgm:cxn modelId="{C4980F96-5D68-4289-A507-50FA3B764A52}" type="presParOf" srcId="{480266AB-4114-438D-A8AA-417339D03C48}" destId="{04D620BA-FAD4-444F-8A4F-C2A70B4ECB42}" srcOrd="2" destOrd="0" presId="urn:microsoft.com/office/officeart/2005/8/layout/vList4#1"/>
    <dgm:cxn modelId="{C4DED719-1AC9-41BA-9C6C-CDE31A4585BD}" type="presParOf" srcId="{7F07B7EF-8112-41BD-A672-4ABD3A3BD914}" destId="{3DF19DF2-2A17-457B-8937-931821ACD1BE}" srcOrd="1" destOrd="0" presId="urn:microsoft.com/office/officeart/2005/8/layout/vList4#1"/>
    <dgm:cxn modelId="{7870437F-E025-4022-A7FE-B2424E18C515}" type="presParOf" srcId="{7F07B7EF-8112-41BD-A672-4ABD3A3BD914}" destId="{27EFBFAA-523D-4D64-BDB6-95338400EE4B}" srcOrd="2" destOrd="0" presId="urn:microsoft.com/office/officeart/2005/8/layout/vList4#1"/>
    <dgm:cxn modelId="{F9EDA0B0-7107-454C-A222-6F191E25270A}" type="presParOf" srcId="{27EFBFAA-523D-4D64-BDB6-95338400EE4B}" destId="{83F179FF-809B-4BFE-89F1-88032042A5CE}" srcOrd="0" destOrd="0" presId="urn:microsoft.com/office/officeart/2005/8/layout/vList4#1"/>
    <dgm:cxn modelId="{200DD0CC-BE91-4D98-A4FA-4CC43D2A6D83}" type="presParOf" srcId="{27EFBFAA-523D-4D64-BDB6-95338400EE4B}" destId="{D9BFE94D-71EB-4B6A-BDEB-ADAFD2BB447D}" srcOrd="1" destOrd="0" presId="urn:microsoft.com/office/officeart/2005/8/layout/vList4#1"/>
    <dgm:cxn modelId="{C637AB07-AAF9-48AF-BF90-19340DB3B229}" type="presParOf" srcId="{27EFBFAA-523D-4D64-BDB6-95338400EE4B}" destId="{3B2D0996-43AD-435E-A996-D1160750F921}" srcOrd="2" destOrd="0" presId="urn:microsoft.com/office/officeart/2005/8/layout/vList4#1"/>
    <dgm:cxn modelId="{EE7B4FF5-1230-4B43-A19E-D178E3A9D54C}" type="presParOf" srcId="{7F07B7EF-8112-41BD-A672-4ABD3A3BD914}" destId="{65A56053-3AD0-48FD-8011-3AB7AED30859}" srcOrd="3" destOrd="0" presId="urn:microsoft.com/office/officeart/2005/8/layout/vList4#1"/>
    <dgm:cxn modelId="{25292079-68A9-430C-8335-A79248405C23}" type="presParOf" srcId="{7F07B7EF-8112-41BD-A672-4ABD3A3BD914}" destId="{5C3EAC3E-8EC0-47DB-937E-50639549E34D}" srcOrd="4" destOrd="0" presId="urn:microsoft.com/office/officeart/2005/8/layout/vList4#1"/>
    <dgm:cxn modelId="{BC0AA49C-1533-4B2F-A645-C1463B869BF2}" type="presParOf" srcId="{5C3EAC3E-8EC0-47DB-937E-50639549E34D}" destId="{03E89C44-91EE-4A50-82FF-56AF27111F79}" srcOrd="0" destOrd="0" presId="urn:microsoft.com/office/officeart/2005/8/layout/vList4#1"/>
    <dgm:cxn modelId="{9B1F81D3-07DD-4931-B83F-8C2F4609D3BA}" type="presParOf" srcId="{5C3EAC3E-8EC0-47DB-937E-50639549E34D}" destId="{0E6BBB02-09EE-42AF-A56F-2F420B4DE34B}" srcOrd="1" destOrd="0" presId="urn:microsoft.com/office/officeart/2005/8/layout/vList4#1"/>
    <dgm:cxn modelId="{62CCF354-A228-478B-AB60-F7825F94862B}" type="presParOf" srcId="{5C3EAC3E-8EC0-47DB-937E-50639549E34D}" destId="{40074237-D529-4E62-847A-E7E9D8E0BDE4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70DD0E-A2AC-4B66-B2D3-BC2C6DF307D8}" type="doc">
      <dgm:prSet loTypeId="urn:microsoft.com/office/officeart/2005/8/layout/vList4#1" loCatId="picture" qsTypeId="urn:microsoft.com/office/officeart/2005/8/quickstyle/simple1" qsCatId="simple" csTypeId="urn:microsoft.com/office/officeart/2005/8/colors/accent1_2" csCatId="accent1" phldr="1"/>
      <dgm:spPr/>
    </dgm:pt>
    <dgm:pt modelId="{49D2852C-6EC3-445E-BB27-AD9FCD0E1D40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B75F4B0C-80C1-42DD-ADA0-D23A7169AF3A}" type="par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5B57BA09-70E5-4A4A-973A-252A649BCC07}" type="sibTrans" cxnId="{0486F052-DF44-4184-A6BA-D7FF2516BD7B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FE257EAC-2996-41A8-A164-C8C72964DBF6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CN" altLang="en-US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6EDF1B70-A2B3-4E40-B79E-3B474B32F997}" type="par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8AD136C8-6DFA-4944-A710-AAA79DE86A0F}" type="sibTrans" cxnId="{B7A22774-6346-4AF0-987F-09334A9F9943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C43D24B6-A25D-49BA-9935-2CEC2CF39EBF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dirty="0" err="1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A2E131C-0A07-457F-AD2E-63CCE89FCC81}" type="par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A8D3A51B-1BB1-4561-BC95-6E8643928446}" type="sibTrans" cxnId="{6703584A-DE2A-4462-88FE-9CABA9026854}">
      <dgm:prSet/>
      <dgm:spPr/>
      <dgm:t>
        <a:bodyPr/>
        <a:lstStyle/>
        <a:p>
          <a:pPr algn="l"/>
          <a:endParaRPr lang="zh-CN" altLang="en-US" sz="2400" b="1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75B876E6-A622-439F-AFAF-9390F7E0181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4C3501E-ED8A-4272-B73B-98FCB0D3B0BF}" type="par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C8E6390E-5084-4F59-9C98-3B3200ED7E61}" type="sibTrans" cxnId="{AF2F7676-05EB-4694-A66D-6C93516328AC}">
      <dgm:prSet/>
      <dgm:spPr/>
      <dgm:t>
        <a:bodyPr/>
        <a:lstStyle/>
        <a:p>
          <a:endParaRPr lang="zh-CN" altLang="en-US"/>
        </a:p>
      </dgm:t>
    </dgm:pt>
    <dgm:pt modelId="{7F46090C-3ACA-476D-A289-5FC68063C662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D3B324A-BD97-4B69-BB10-339D047DD3FF}" type="par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F2E5A219-CC20-4C40-976C-3FDFB67F8A5A}" type="sibTrans" cxnId="{B21E75BC-D313-426B-98BD-8ADAD55876C5}">
      <dgm:prSet/>
      <dgm:spPr/>
      <dgm:t>
        <a:bodyPr/>
        <a:lstStyle/>
        <a:p>
          <a:endParaRPr lang="zh-CN" altLang="en-US"/>
        </a:p>
      </dgm:t>
    </dgm:pt>
    <dgm:pt modelId="{0F8D46C3-B158-4639-992F-48634EAE5003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605186D-67FE-4F5A-A82B-D0EC92FE3D87}" type="par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0CE03EAA-B456-4CD6-BE80-E6B0FE86F5C2}" type="sibTrans" cxnId="{C6D4502F-6007-4032-A7B9-14BA9600043F}">
      <dgm:prSet/>
      <dgm:spPr/>
      <dgm:t>
        <a:bodyPr/>
        <a:lstStyle/>
        <a:p>
          <a:endParaRPr lang="zh-CN" altLang="en-US"/>
        </a:p>
      </dgm:t>
    </dgm:pt>
    <dgm:pt modelId="{5B4EB17D-0261-45F6-BC4F-ADB1E8FC9624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8F14E7E0-C435-4C75-8739-AA21238A8461}" type="par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B17AB00C-B823-44D0-8E44-1C31956737F1}" type="sibTrans" cxnId="{CA5747F6-4CA9-4946-9E32-FF04308DD339}">
      <dgm:prSet/>
      <dgm:spPr/>
      <dgm:t>
        <a:bodyPr/>
        <a:lstStyle/>
        <a:p>
          <a:endParaRPr lang="zh-CN" altLang="en-US"/>
        </a:p>
      </dgm:t>
    </dgm:pt>
    <dgm:pt modelId="{8F35CAC1-F50A-4680-BF27-20B76D0DA08E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zh-CN" sz="1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gm:t>
    </dgm:pt>
    <dgm:pt modelId="{1CAD9DE1-4739-459D-B2C7-0399C6022C64}" type="par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FF97D0BD-442E-4958-9D11-3EFE6FC11663}" type="sibTrans" cxnId="{4F8E6783-9F8A-437D-A569-3B30A51700C1}">
      <dgm:prSet/>
      <dgm:spPr/>
      <dgm:t>
        <a:bodyPr/>
        <a:lstStyle/>
        <a:p>
          <a:endParaRPr lang="zh-CN" altLang="en-US"/>
        </a:p>
      </dgm:t>
    </dgm:pt>
    <dgm:pt modelId="{93B6F96E-4C1B-41CC-9EE2-22B406001DBB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>
            <a:lnSpc>
              <a:spcPct val="90000"/>
            </a:lnSpc>
            <a:spcAft>
              <a:spcPct val="15000"/>
            </a:spcAft>
          </a:pPr>
          <a:r>
            <a:rPr lang="en-US" altLang="en-US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28821544-08F6-436A-98F2-A52583AA4207}" type="par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18F2336E-BEEB-4CAD-9CF2-814D93BBCAD5}" type="sibTrans" cxnId="{990A4078-CA56-4AD8-BB04-0407A81139FA}">
      <dgm:prSet/>
      <dgm:spPr/>
      <dgm:t>
        <a:bodyPr/>
        <a:lstStyle/>
        <a:p>
          <a:endParaRPr lang="zh-CN" altLang="en-US"/>
        </a:p>
      </dgm:t>
    </dgm:pt>
    <dgm:pt modelId="{D90EEBE0-4E98-4635-8622-6B8CF25BA50C}">
      <dgm:prSet custT="1"/>
      <dgm:spPr/>
      <dgm:t>
        <a:bodyPr/>
        <a:lstStyle/>
        <a:p>
          <a:pPr marL="809625" marR="0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CCF34F1E-53C1-4352-9D61-A0CCD0BCADDF}" type="sib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45BE8D35-358D-4131-B397-02A4879D73EE}" type="parTrans" cxnId="{A61E3FF9-0184-4B23-B391-94ED427C5B55}">
      <dgm:prSet/>
      <dgm:spPr/>
      <dgm:t>
        <a:bodyPr/>
        <a:lstStyle/>
        <a:p>
          <a:endParaRPr lang="zh-CN" altLang="en-US"/>
        </a:p>
      </dgm:t>
    </dgm:pt>
    <dgm:pt modelId="{F9274577-2B36-4C96-B8BA-F0D7C2E76EBD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marL="809625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EC108E4B-E06E-4E84-B27A-E92BD06537C5}" type="sib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0C242A5E-A7B7-42A2-940E-C97E6AFD7DF4}" type="parTrans" cxnId="{963CA10B-FBF2-4711-BF62-AA69D4511393}">
      <dgm:prSet/>
      <dgm:spPr/>
      <dgm:t>
        <a:bodyPr/>
        <a:lstStyle/>
        <a:p>
          <a:endParaRPr lang="zh-CN" altLang="en-US"/>
        </a:p>
      </dgm:t>
    </dgm:pt>
    <dgm:pt modelId="{B91E1197-2D63-4CA2-87CF-3230E1B397E8}">
      <dgm:prSet custT="1"/>
      <dgm:spPr/>
      <dgm:t>
        <a:bodyPr/>
        <a:lstStyle/>
        <a:p>
          <a:pPr marL="801688" marR="0" indent="-9525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ED412137-5DFA-42EB-8E81-0D2A3A605BEA}" type="par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DBA2178F-6473-4FF7-8ECF-10C4028273E3}" type="sibTrans" cxnId="{B5F3607C-A7D6-4A16-B26F-CC4E42D56241}">
      <dgm:prSet/>
      <dgm:spPr/>
      <dgm:t>
        <a:bodyPr/>
        <a:lstStyle/>
        <a:p>
          <a:endParaRPr lang="zh-CN" altLang="en-US"/>
        </a:p>
      </dgm:t>
    </dgm:pt>
    <dgm:pt modelId="{7F07B7EF-8112-41BD-A672-4ABD3A3BD914}" type="pres">
      <dgm:prSet presAssocID="{1C70DD0E-A2AC-4B66-B2D3-BC2C6DF307D8}" presName="linear" presStyleCnt="0">
        <dgm:presLayoutVars>
          <dgm:dir/>
          <dgm:resizeHandles val="exact"/>
        </dgm:presLayoutVars>
      </dgm:prSet>
      <dgm:spPr/>
    </dgm:pt>
    <dgm:pt modelId="{480266AB-4114-438D-A8AA-417339D03C48}" type="pres">
      <dgm:prSet presAssocID="{49D2852C-6EC3-445E-BB27-AD9FCD0E1D40}" presName="comp" presStyleCnt="0"/>
      <dgm:spPr/>
    </dgm:pt>
    <dgm:pt modelId="{FF446214-26FB-4068-8F2D-A476785B55E9}" type="pres">
      <dgm:prSet presAssocID="{49D2852C-6EC3-445E-BB27-AD9FCD0E1D40}" presName="box" presStyleLbl="node1" presStyleIdx="0" presStyleCnt="3" custLinFactNeighborX="-20664" custLinFactNeighborY="-4784"/>
      <dgm:spPr/>
    </dgm:pt>
    <dgm:pt modelId="{139F12E7-CFA0-4BAF-8300-501CA786BD9A}" type="pres">
      <dgm:prSet presAssocID="{49D2852C-6EC3-445E-BB27-AD9FCD0E1D40}" presName="img" presStyleLbl="fgImgPlace1" presStyleIdx="0" presStyleCnt="3" custScaleX="122651" custLinFactNeighborX="561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04D620BA-FAD4-444F-8A4F-C2A70B4ECB42}" type="pres">
      <dgm:prSet presAssocID="{49D2852C-6EC3-445E-BB27-AD9FCD0E1D40}" presName="text" presStyleLbl="node1" presStyleIdx="0" presStyleCnt="3">
        <dgm:presLayoutVars>
          <dgm:bulletEnabled val="1"/>
        </dgm:presLayoutVars>
      </dgm:prSet>
      <dgm:spPr/>
    </dgm:pt>
    <dgm:pt modelId="{3DF19DF2-2A17-457B-8937-931821ACD1BE}" type="pres">
      <dgm:prSet presAssocID="{5B57BA09-70E5-4A4A-973A-252A649BCC07}" presName="spacer" presStyleCnt="0"/>
      <dgm:spPr/>
    </dgm:pt>
    <dgm:pt modelId="{27EFBFAA-523D-4D64-BDB6-95338400EE4B}" type="pres">
      <dgm:prSet presAssocID="{FE257EAC-2996-41A8-A164-C8C72964DBF6}" presName="comp" presStyleCnt="0"/>
      <dgm:spPr/>
    </dgm:pt>
    <dgm:pt modelId="{83F179FF-809B-4BFE-89F1-88032042A5CE}" type="pres">
      <dgm:prSet presAssocID="{FE257EAC-2996-41A8-A164-C8C72964DBF6}" presName="box" presStyleLbl="node1" presStyleIdx="1" presStyleCnt="3" custScaleY="105065" custLinFactNeighborX="-1190" custLinFactNeighborY="-114"/>
      <dgm:spPr/>
    </dgm:pt>
    <dgm:pt modelId="{D9BFE94D-71EB-4B6A-BDEB-ADAFD2BB447D}" type="pres">
      <dgm:prSet presAssocID="{FE257EAC-2996-41A8-A164-C8C72964DBF6}" presName="img" presStyleLbl="fgImgPlace1" presStyleIdx="1" presStyleCnt="3" custScaleX="121982" custLinFactNeighborX="394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B2D0996-43AD-435E-A996-D1160750F921}" type="pres">
      <dgm:prSet presAssocID="{FE257EAC-2996-41A8-A164-C8C72964DBF6}" presName="text" presStyleLbl="node1" presStyleIdx="1" presStyleCnt="3">
        <dgm:presLayoutVars>
          <dgm:bulletEnabled val="1"/>
        </dgm:presLayoutVars>
      </dgm:prSet>
      <dgm:spPr/>
    </dgm:pt>
    <dgm:pt modelId="{65A56053-3AD0-48FD-8011-3AB7AED30859}" type="pres">
      <dgm:prSet presAssocID="{8AD136C8-6DFA-4944-A710-AAA79DE86A0F}" presName="spacer" presStyleCnt="0"/>
      <dgm:spPr/>
    </dgm:pt>
    <dgm:pt modelId="{5C3EAC3E-8EC0-47DB-937E-50639549E34D}" type="pres">
      <dgm:prSet presAssocID="{C43D24B6-A25D-49BA-9935-2CEC2CF39EBF}" presName="comp" presStyleCnt="0"/>
      <dgm:spPr/>
    </dgm:pt>
    <dgm:pt modelId="{03E89C44-91EE-4A50-82FF-56AF27111F79}" type="pres">
      <dgm:prSet presAssocID="{C43D24B6-A25D-49BA-9935-2CEC2CF39EBF}" presName="box" presStyleLbl="node1" presStyleIdx="2" presStyleCnt="3"/>
      <dgm:spPr/>
    </dgm:pt>
    <dgm:pt modelId="{0E6BBB02-09EE-42AF-A56F-2F420B4DE34B}" type="pres">
      <dgm:prSet presAssocID="{C43D24B6-A25D-49BA-9935-2CEC2CF39EBF}" presName="img" presStyleLbl="fgImgPlace1" presStyleIdx="2" presStyleCnt="3" custScaleX="121982" custLinFactNeighborX="394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40074237-D529-4E62-847A-E7E9D8E0BDE4}" type="pres">
      <dgm:prSet presAssocID="{C43D24B6-A25D-49BA-9935-2CEC2CF39EBF}" presName="text" presStyleLbl="node1" presStyleIdx="2" presStyleCnt="3">
        <dgm:presLayoutVars>
          <dgm:bulletEnabled val="1"/>
        </dgm:presLayoutVars>
      </dgm:prSet>
      <dgm:spPr/>
    </dgm:pt>
  </dgm:ptLst>
  <dgm:cxnLst>
    <dgm:cxn modelId="{101D9103-2DD3-4CB1-B16E-2F487731AF74}" type="presOf" srcId="{49D2852C-6EC3-445E-BB27-AD9FCD0E1D40}" destId="{FF446214-26FB-4068-8F2D-A476785B55E9}" srcOrd="0" destOrd="0" presId="urn:microsoft.com/office/officeart/2005/8/layout/vList4#1"/>
    <dgm:cxn modelId="{0432DB03-8E7F-4E43-8622-D6449227909E}" type="presOf" srcId="{8F35CAC1-F50A-4680-BF27-20B76D0DA08E}" destId="{04D620BA-FAD4-444F-8A4F-C2A70B4ECB42}" srcOrd="1" destOrd="3" presId="urn:microsoft.com/office/officeart/2005/8/layout/vList4#1"/>
    <dgm:cxn modelId="{963CA10B-FBF2-4711-BF62-AA69D4511393}" srcId="{C43D24B6-A25D-49BA-9935-2CEC2CF39EBF}" destId="{F9274577-2B36-4C96-B8BA-F0D7C2E76EBD}" srcOrd="0" destOrd="0" parTransId="{0C242A5E-A7B7-42A2-940E-C97E6AFD7DF4}" sibTransId="{EC108E4B-E06E-4E84-B27A-E92BD06537C5}"/>
    <dgm:cxn modelId="{F5F9EF1F-D136-49FC-97BF-953B5B70D18C}" type="presOf" srcId="{7F46090C-3ACA-476D-A289-5FC68063C662}" destId="{83F179FF-809B-4BFE-89F1-88032042A5CE}" srcOrd="0" destOrd="1" presId="urn:microsoft.com/office/officeart/2005/8/layout/vList4#1"/>
    <dgm:cxn modelId="{C6D4502F-6007-4032-A7B9-14BA9600043F}" srcId="{FE257EAC-2996-41A8-A164-C8C72964DBF6}" destId="{0F8D46C3-B158-4639-992F-48634EAE5003}" srcOrd="1" destOrd="0" parTransId="{9605186D-67FE-4F5A-A82B-D0EC92FE3D87}" sibTransId="{0CE03EAA-B456-4CD6-BE80-E6B0FE86F5C2}"/>
    <dgm:cxn modelId="{F2EE5C61-C2DB-40AF-9346-097923C3841D}" type="presOf" srcId="{FE257EAC-2996-41A8-A164-C8C72964DBF6}" destId="{83F179FF-809B-4BFE-89F1-88032042A5CE}" srcOrd="0" destOrd="0" presId="urn:microsoft.com/office/officeart/2005/8/layout/vList4#1"/>
    <dgm:cxn modelId="{52917763-7A82-4FAB-B412-AA42942AA495}" type="presOf" srcId="{1C70DD0E-A2AC-4B66-B2D3-BC2C6DF307D8}" destId="{7F07B7EF-8112-41BD-A672-4ABD3A3BD914}" srcOrd="0" destOrd="0" presId="urn:microsoft.com/office/officeart/2005/8/layout/vList4#1"/>
    <dgm:cxn modelId="{94AD0545-6D70-49D6-87F6-362A755ADA81}" type="presOf" srcId="{D90EEBE0-4E98-4635-8622-6B8CF25BA50C}" destId="{40074237-D529-4E62-847A-E7E9D8E0BDE4}" srcOrd="1" destOrd="3" presId="urn:microsoft.com/office/officeart/2005/8/layout/vList4#1"/>
    <dgm:cxn modelId="{6703584A-DE2A-4462-88FE-9CABA9026854}" srcId="{1C70DD0E-A2AC-4B66-B2D3-BC2C6DF307D8}" destId="{C43D24B6-A25D-49BA-9935-2CEC2CF39EBF}" srcOrd="2" destOrd="0" parTransId="{9A2E131C-0A07-457F-AD2E-63CCE89FCC81}" sibTransId="{A8D3A51B-1BB1-4561-BC95-6E8643928446}"/>
    <dgm:cxn modelId="{99C1A34E-5220-4DED-BB25-9DAAF244A14C}" type="presOf" srcId="{8F35CAC1-F50A-4680-BF27-20B76D0DA08E}" destId="{FF446214-26FB-4068-8F2D-A476785B55E9}" srcOrd="0" destOrd="3" presId="urn:microsoft.com/office/officeart/2005/8/layout/vList4#1"/>
    <dgm:cxn modelId="{FEF87371-815D-483A-B01B-DEFBBBCC0B5A}" type="presOf" srcId="{FE257EAC-2996-41A8-A164-C8C72964DBF6}" destId="{3B2D0996-43AD-435E-A996-D1160750F921}" srcOrd="1" destOrd="0" presId="urn:microsoft.com/office/officeart/2005/8/layout/vList4#1"/>
    <dgm:cxn modelId="{ECB7ED51-2F33-4E8D-9A2B-7C8B6F9E5F1F}" type="presOf" srcId="{49D2852C-6EC3-445E-BB27-AD9FCD0E1D40}" destId="{04D620BA-FAD4-444F-8A4F-C2A70B4ECB42}" srcOrd="1" destOrd="0" presId="urn:microsoft.com/office/officeart/2005/8/layout/vList4#1"/>
    <dgm:cxn modelId="{3C5AEF51-AAFD-4CF8-922F-7BFA7B799B5A}" type="presOf" srcId="{75B876E6-A622-439F-AFAF-9390F7E0181B}" destId="{04D620BA-FAD4-444F-8A4F-C2A70B4ECB42}" srcOrd="1" destOrd="1" presId="urn:microsoft.com/office/officeart/2005/8/layout/vList4#1"/>
    <dgm:cxn modelId="{0486F052-DF44-4184-A6BA-D7FF2516BD7B}" srcId="{1C70DD0E-A2AC-4B66-B2D3-BC2C6DF307D8}" destId="{49D2852C-6EC3-445E-BB27-AD9FCD0E1D40}" srcOrd="0" destOrd="0" parTransId="{B75F4B0C-80C1-42DD-ADA0-D23A7169AF3A}" sibTransId="{5B57BA09-70E5-4A4A-973A-252A649BCC07}"/>
    <dgm:cxn modelId="{B7A22774-6346-4AF0-987F-09334A9F9943}" srcId="{1C70DD0E-A2AC-4B66-B2D3-BC2C6DF307D8}" destId="{FE257EAC-2996-41A8-A164-C8C72964DBF6}" srcOrd="1" destOrd="0" parTransId="{6EDF1B70-A2B3-4E40-B79E-3B474B32F997}" sibTransId="{8AD136C8-6DFA-4944-A710-AAA79DE86A0F}"/>
    <dgm:cxn modelId="{AF2F7676-05EB-4694-A66D-6C93516328AC}" srcId="{49D2852C-6EC3-445E-BB27-AD9FCD0E1D40}" destId="{75B876E6-A622-439F-AFAF-9390F7E0181B}" srcOrd="0" destOrd="0" parTransId="{C4C3501E-ED8A-4272-B73B-98FCB0D3B0BF}" sibTransId="{C8E6390E-5084-4F59-9C98-3B3200ED7E61}"/>
    <dgm:cxn modelId="{990A4078-CA56-4AD8-BB04-0407A81139FA}" srcId="{49D2852C-6EC3-445E-BB27-AD9FCD0E1D40}" destId="{93B6F96E-4C1B-41CC-9EE2-22B406001DBB}" srcOrd="1" destOrd="0" parTransId="{28821544-08F6-436A-98F2-A52583AA4207}" sibTransId="{18F2336E-BEEB-4CAD-9CF2-814D93BBCAD5}"/>
    <dgm:cxn modelId="{E9C2727A-29D7-4FE8-BA68-9001C63D85F5}" type="presOf" srcId="{93B6F96E-4C1B-41CC-9EE2-22B406001DBB}" destId="{FF446214-26FB-4068-8F2D-A476785B55E9}" srcOrd="0" destOrd="2" presId="urn:microsoft.com/office/officeart/2005/8/layout/vList4#1"/>
    <dgm:cxn modelId="{B5F3607C-A7D6-4A16-B26F-CC4E42D56241}" srcId="{C43D24B6-A25D-49BA-9935-2CEC2CF39EBF}" destId="{B91E1197-2D63-4CA2-87CF-3230E1B397E8}" srcOrd="1" destOrd="0" parTransId="{ED412137-5DFA-42EB-8E81-0D2A3A605BEA}" sibTransId="{DBA2178F-6473-4FF7-8ECF-10C4028273E3}"/>
    <dgm:cxn modelId="{D2A2C181-CEC0-46B4-8C09-DF280C9755B1}" type="presOf" srcId="{B91E1197-2D63-4CA2-87CF-3230E1B397E8}" destId="{03E89C44-91EE-4A50-82FF-56AF27111F79}" srcOrd="0" destOrd="2" presId="urn:microsoft.com/office/officeart/2005/8/layout/vList4#1"/>
    <dgm:cxn modelId="{4F8E6783-9F8A-437D-A569-3B30A51700C1}" srcId="{49D2852C-6EC3-445E-BB27-AD9FCD0E1D40}" destId="{8F35CAC1-F50A-4680-BF27-20B76D0DA08E}" srcOrd="2" destOrd="0" parTransId="{1CAD9DE1-4739-459D-B2C7-0399C6022C64}" sibTransId="{FF97D0BD-442E-4958-9D11-3EFE6FC11663}"/>
    <dgm:cxn modelId="{5DCBC984-7C12-4B25-BE67-F0F0151A469F}" type="presOf" srcId="{0F8D46C3-B158-4639-992F-48634EAE5003}" destId="{83F179FF-809B-4BFE-89F1-88032042A5CE}" srcOrd="0" destOrd="2" presId="urn:microsoft.com/office/officeart/2005/8/layout/vList4#1"/>
    <dgm:cxn modelId="{76238F89-3544-4E80-A906-8E1B9566A03F}" type="presOf" srcId="{D90EEBE0-4E98-4635-8622-6B8CF25BA50C}" destId="{03E89C44-91EE-4A50-82FF-56AF27111F79}" srcOrd="0" destOrd="3" presId="urn:microsoft.com/office/officeart/2005/8/layout/vList4#1"/>
    <dgm:cxn modelId="{F56A048E-515A-48E0-AAC1-C7C957D08B83}" type="presOf" srcId="{C43D24B6-A25D-49BA-9935-2CEC2CF39EBF}" destId="{03E89C44-91EE-4A50-82FF-56AF27111F79}" srcOrd="0" destOrd="0" presId="urn:microsoft.com/office/officeart/2005/8/layout/vList4#1"/>
    <dgm:cxn modelId="{06B81A94-14EF-42D4-8968-E374C6F5AD9D}" type="presOf" srcId="{75B876E6-A622-439F-AFAF-9390F7E0181B}" destId="{FF446214-26FB-4068-8F2D-A476785B55E9}" srcOrd="0" destOrd="1" presId="urn:microsoft.com/office/officeart/2005/8/layout/vList4#1"/>
    <dgm:cxn modelId="{6FEE9196-D419-4A02-929D-E66E9D329B10}" type="presOf" srcId="{5B4EB17D-0261-45F6-BC4F-ADB1E8FC9624}" destId="{83F179FF-809B-4BFE-89F1-88032042A5CE}" srcOrd="0" destOrd="3" presId="urn:microsoft.com/office/officeart/2005/8/layout/vList4#1"/>
    <dgm:cxn modelId="{6ED42BB8-A09D-4CB3-B64F-8911832C32B9}" type="presOf" srcId="{F9274577-2B36-4C96-B8BA-F0D7C2E76EBD}" destId="{03E89C44-91EE-4A50-82FF-56AF27111F79}" srcOrd="0" destOrd="1" presId="urn:microsoft.com/office/officeart/2005/8/layout/vList4#1"/>
    <dgm:cxn modelId="{AAA186BA-519A-42F7-B1D1-8BC327F7AA06}" type="presOf" srcId="{B91E1197-2D63-4CA2-87CF-3230E1B397E8}" destId="{40074237-D529-4E62-847A-E7E9D8E0BDE4}" srcOrd="1" destOrd="2" presId="urn:microsoft.com/office/officeart/2005/8/layout/vList4#1"/>
    <dgm:cxn modelId="{B21E75BC-D313-426B-98BD-8ADAD55876C5}" srcId="{FE257EAC-2996-41A8-A164-C8C72964DBF6}" destId="{7F46090C-3ACA-476D-A289-5FC68063C662}" srcOrd="0" destOrd="0" parTransId="{CD3B324A-BD97-4B69-BB10-339D047DD3FF}" sibTransId="{F2E5A219-CC20-4C40-976C-3FDFB67F8A5A}"/>
    <dgm:cxn modelId="{31927CC6-7B0C-4087-8E43-4CED5B09EA84}" type="presOf" srcId="{7F46090C-3ACA-476D-A289-5FC68063C662}" destId="{3B2D0996-43AD-435E-A996-D1160750F921}" srcOrd="1" destOrd="1" presId="urn:microsoft.com/office/officeart/2005/8/layout/vList4#1"/>
    <dgm:cxn modelId="{1D8AC6D4-AB76-43E1-A05D-0CE8B95B1065}" type="presOf" srcId="{C43D24B6-A25D-49BA-9935-2CEC2CF39EBF}" destId="{40074237-D529-4E62-847A-E7E9D8E0BDE4}" srcOrd="1" destOrd="0" presId="urn:microsoft.com/office/officeart/2005/8/layout/vList4#1"/>
    <dgm:cxn modelId="{F39D10DB-4D21-4E61-A234-E5D06255C600}" type="presOf" srcId="{0F8D46C3-B158-4639-992F-48634EAE5003}" destId="{3B2D0996-43AD-435E-A996-D1160750F921}" srcOrd="1" destOrd="2" presId="urn:microsoft.com/office/officeart/2005/8/layout/vList4#1"/>
    <dgm:cxn modelId="{52603BE2-5367-4ABD-BB60-AE46CC3A52C1}" type="presOf" srcId="{F9274577-2B36-4C96-B8BA-F0D7C2E76EBD}" destId="{40074237-D529-4E62-847A-E7E9D8E0BDE4}" srcOrd="1" destOrd="1" presId="urn:microsoft.com/office/officeart/2005/8/layout/vList4#1"/>
    <dgm:cxn modelId="{EC0CC3E9-9B65-475F-8ED2-D6128E52E836}" type="presOf" srcId="{93B6F96E-4C1B-41CC-9EE2-22B406001DBB}" destId="{04D620BA-FAD4-444F-8A4F-C2A70B4ECB42}" srcOrd="1" destOrd="2" presId="urn:microsoft.com/office/officeart/2005/8/layout/vList4#1"/>
    <dgm:cxn modelId="{CA5747F6-4CA9-4946-9E32-FF04308DD339}" srcId="{FE257EAC-2996-41A8-A164-C8C72964DBF6}" destId="{5B4EB17D-0261-45F6-BC4F-ADB1E8FC9624}" srcOrd="2" destOrd="0" parTransId="{8F14E7E0-C435-4C75-8739-AA21238A8461}" sibTransId="{B17AB00C-B823-44D0-8E44-1C31956737F1}"/>
    <dgm:cxn modelId="{A61E3FF9-0184-4B23-B391-94ED427C5B55}" srcId="{C43D24B6-A25D-49BA-9935-2CEC2CF39EBF}" destId="{D90EEBE0-4E98-4635-8622-6B8CF25BA50C}" srcOrd="2" destOrd="0" parTransId="{45BE8D35-358D-4131-B397-02A4879D73EE}" sibTransId="{CCF34F1E-53C1-4352-9D61-A0CCD0BCADDF}"/>
    <dgm:cxn modelId="{8FD17EFC-FA64-43F9-83CF-AC14E7AECA66}" type="presOf" srcId="{5B4EB17D-0261-45F6-BC4F-ADB1E8FC9624}" destId="{3B2D0996-43AD-435E-A996-D1160750F921}" srcOrd="1" destOrd="3" presId="urn:microsoft.com/office/officeart/2005/8/layout/vList4#1"/>
    <dgm:cxn modelId="{67394E74-2F46-426D-B36F-061BBA81566B}" type="presParOf" srcId="{7F07B7EF-8112-41BD-A672-4ABD3A3BD914}" destId="{480266AB-4114-438D-A8AA-417339D03C48}" srcOrd="0" destOrd="0" presId="urn:microsoft.com/office/officeart/2005/8/layout/vList4#1"/>
    <dgm:cxn modelId="{1B14F9BE-A08B-4726-B02C-D9E70DBDB8EF}" type="presParOf" srcId="{480266AB-4114-438D-A8AA-417339D03C48}" destId="{FF446214-26FB-4068-8F2D-A476785B55E9}" srcOrd="0" destOrd="0" presId="urn:microsoft.com/office/officeart/2005/8/layout/vList4#1"/>
    <dgm:cxn modelId="{F1CF4D55-DF50-41D4-92F2-6FA07CFAC4E1}" type="presParOf" srcId="{480266AB-4114-438D-A8AA-417339D03C48}" destId="{139F12E7-CFA0-4BAF-8300-501CA786BD9A}" srcOrd="1" destOrd="0" presId="urn:microsoft.com/office/officeart/2005/8/layout/vList4#1"/>
    <dgm:cxn modelId="{BFEDC413-C775-4A5D-91C1-F9D398A8F190}" type="presParOf" srcId="{480266AB-4114-438D-A8AA-417339D03C48}" destId="{04D620BA-FAD4-444F-8A4F-C2A70B4ECB42}" srcOrd="2" destOrd="0" presId="urn:microsoft.com/office/officeart/2005/8/layout/vList4#1"/>
    <dgm:cxn modelId="{7B251B0B-BA71-4E19-B120-E1349FDCDF90}" type="presParOf" srcId="{7F07B7EF-8112-41BD-A672-4ABD3A3BD914}" destId="{3DF19DF2-2A17-457B-8937-931821ACD1BE}" srcOrd="1" destOrd="0" presId="urn:microsoft.com/office/officeart/2005/8/layout/vList4#1"/>
    <dgm:cxn modelId="{B52CB7D5-CD64-4E68-946E-06D0374E5F32}" type="presParOf" srcId="{7F07B7EF-8112-41BD-A672-4ABD3A3BD914}" destId="{27EFBFAA-523D-4D64-BDB6-95338400EE4B}" srcOrd="2" destOrd="0" presId="urn:microsoft.com/office/officeart/2005/8/layout/vList4#1"/>
    <dgm:cxn modelId="{7CBDB777-F364-40B9-AF10-F44D455E1787}" type="presParOf" srcId="{27EFBFAA-523D-4D64-BDB6-95338400EE4B}" destId="{83F179FF-809B-4BFE-89F1-88032042A5CE}" srcOrd="0" destOrd="0" presId="urn:microsoft.com/office/officeart/2005/8/layout/vList4#1"/>
    <dgm:cxn modelId="{B4C9BCC9-D166-4401-8DCA-DABE7548E273}" type="presParOf" srcId="{27EFBFAA-523D-4D64-BDB6-95338400EE4B}" destId="{D9BFE94D-71EB-4B6A-BDEB-ADAFD2BB447D}" srcOrd="1" destOrd="0" presId="urn:microsoft.com/office/officeart/2005/8/layout/vList4#1"/>
    <dgm:cxn modelId="{AFE2EE42-3465-4C0A-A22B-C685BE0B6CFC}" type="presParOf" srcId="{27EFBFAA-523D-4D64-BDB6-95338400EE4B}" destId="{3B2D0996-43AD-435E-A996-D1160750F921}" srcOrd="2" destOrd="0" presId="urn:microsoft.com/office/officeart/2005/8/layout/vList4#1"/>
    <dgm:cxn modelId="{E439A26D-929C-473D-A7F7-0BAA16D5E94F}" type="presParOf" srcId="{7F07B7EF-8112-41BD-A672-4ABD3A3BD914}" destId="{65A56053-3AD0-48FD-8011-3AB7AED30859}" srcOrd="3" destOrd="0" presId="urn:microsoft.com/office/officeart/2005/8/layout/vList4#1"/>
    <dgm:cxn modelId="{DB1B56C8-A714-4082-B99E-5573EAC39D45}" type="presParOf" srcId="{7F07B7EF-8112-41BD-A672-4ABD3A3BD914}" destId="{5C3EAC3E-8EC0-47DB-937E-50639549E34D}" srcOrd="4" destOrd="0" presId="urn:microsoft.com/office/officeart/2005/8/layout/vList4#1"/>
    <dgm:cxn modelId="{BCA6EFBD-3545-4C03-9CC9-4509E2BCD550}" type="presParOf" srcId="{5C3EAC3E-8EC0-47DB-937E-50639549E34D}" destId="{03E89C44-91EE-4A50-82FF-56AF27111F79}" srcOrd="0" destOrd="0" presId="urn:microsoft.com/office/officeart/2005/8/layout/vList4#1"/>
    <dgm:cxn modelId="{0718BAEC-985E-4ADF-803E-7299CE38177C}" type="presParOf" srcId="{5C3EAC3E-8EC0-47DB-937E-50639549E34D}" destId="{0E6BBB02-09EE-42AF-A56F-2F420B4DE34B}" srcOrd="1" destOrd="0" presId="urn:microsoft.com/office/officeart/2005/8/layout/vList4#1"/>
    <dgm:cxn modelId="{D0392449-4F79-44D8-9D81-76B2784A3979}" type="presParOf" srcId="{5C3EAC3E-8EC0-47DB-937E-50639549E34D}" destId="{40074237-D529-4E62-847A-E7E9D8E0BDE4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46214-26FB-4068-8F2D-A476785B55E9}">
      <dsp:nvSpPr>
        <dsp:cNvPr id="0" name=""/>
        <dsp:cNvSpPr/>
      </dsp:nvSpPr>
      <dsp:spPr>
        <a:xfrm>
          <a:off x="0" y="0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0"/>
        <a:ext cx="4969698" cy="1572713"/>
      </dsp:txXfrm>
    </dsp:sp>
    <dsp:sp modelId="{139F12E7-CFA0-4BAF-8300-501CA786BD9A}">
      <dsp:nvSpPr>
        <dsp:cNvPr id="0" name=""/>
        <dsp:cNvSpPr/>
      </dsp:nvSpPr>
      <dsp:spPr>
        <a:xfrm>
          <a:off x="84115" y="157271"/>
          <a:ext cx="1572069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179FF-809B-4BFE-89F1-88032042A5CE}">
      <dsp:nvSpPr>
        <dsp:cNvPr id="0" name=""/>
        <dsp:cNvSpPr/>
      </dsp:nvSpPr>
      <dsp:spPr>
        <a:xfrm>
          <a:off x="0" y="1728192"/>
          <a:ext cx="6408712" cy="165237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1728192"/>
        <a:ext cx="4969698" cy="1652371"/>
      </dsp:txXfrm>
    </dsp:sp>
    <dsp:sp modelId="{D9BFE94D-71EB-4B6A-BDEB-ADAFD2BB447D}">
      <dsp:nvSpPr>
        <dsp:cNvPr id="0" name=""/>
        <dsp:cNvSpPr/>
      </dsp:nvSpPr>
      <dsp:spPr>
        <a:xfrm>
          <a:off x="66934" y="1927085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89C44-91EE-4A50-82FF-56AF27111F79}">
      <dsp:nvSpPr>
        <dsp:cNvPr id="0" name=""/>
        <dsp:cNvSpPr/>
      </dsp:nvSpPr>
      <dsp:spPr>
        <a:xfrm>
          <a:off x="0" y="3539628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 err="1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marR="0" lvl="1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marR="0" lvl="1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3539628"/>
        <a:ext cx="4969698" cy="1572713"/>
      </dsp:txXfrm>
    </dsp:sp>
    <dsp:sp modelId="{0E6BBB02-09EE-42AF-A56F-2F420B4DE34B}">
      <dsp:nvSpPr>
        <dsp:cNvPr id="0" name=""/>
        <dsp:cNvSpPr/>
      </dsp:nvSpPr>
      <dsp:spPr>
        <a:xfrm>
          <a:off x="66934" y="3696899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46214-26FB-4068-8F2D-A476785B55E9}">
      <dsp:nvSpPr>
        <dsp:cNvPr id="0" name=""/>
        <dsp:cNvSpPr/>
      </dsp:nvSpPr>
      <dsp:spPr>
        <a:xfrm>
          <a:off x="0" y="0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0"/>
        <a:ext cx="4969698" cy="1572713"/>
      </dsp:txXfrm>
    </dsp:sp>
    <dsp:sp modelId="{139F12E7-CFA0-4BAF-8300-501CA786BD9A}">
      <dsp:nvSpPr>
        <dsp:cNvPr id="0" name=""/>
        <dsp:cNvSpPr/>
      </dsp:nvSpPr>
      <dsp:spPr>
        <a:xfrm>
          <a:off x="84115" y="157271"/>
          <a:ext cx="1572069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179FF-809B-4BFE-89F1-88032042A5CE}">
      <dsp:nvSpPr>
        <dsp:cNvPr id="0" name=""/>
        <dsp:cNvSpPr/>
      </dsp:nvSpPr>
      <dsp:spPr>
        <a:xfrm>
          <a:off x="0" y="1728192"/>
          <a:ext cx="6408712" cy="165237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1728192"/>
        <a:ext cx="4969698" cy="1652371"/>
      </dsp:txXfrm>
    </dsp:sp>
    <dsp:sp modelId="{D9BFE94D-71EB-4B6A-BDEB-ADAFD2BB447D}">
      <dsp:nvSpPr>
        <dsp:cNvPr id="0" name=""/>
        <dsp:cNvSpPr/>
      </dsp:nvSpPr>
      <dsp:spPr>
        <a:xfrm>
          <a:off x="66934" y="1927085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89C44-91EE-4A50-82FF-56AF27111F79}">
      <dsp:nvSpPr>
        <dsp:cNvPr id="0" name=""/>
        <dsp:cNvSpPr/>
      </dsp:nvSpPr>
      <dsp:spPr>
        <a:xfrm>
          <a:off x="0" y="3539628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 err="1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1688" marR="0" lvl="1" indent="-9525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marR="0" lvl="1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3539628"/>
        <a:ext cx="4969698" cy="1572713"/>
      </dsp:txXfrm>
    </dsp:sp>
    <dsp:sp modelId="{0E6BBB02-09EE-42AF-A56F-2F420B4DE34B}">
      <dsp:nvSpPr>
        <dsp:cNvPr id="0" name=""/>
        <dsp:cNvSpPr/>
      </dsp:nvSpPr>
      <dsp:spPr>
        <a:xfrm>
          <a:off x="66934" y="3696899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46214-26FB-4068-8F2D-A476785B55E9}">
      <dsp:nvSpPr>
        <dsp:cNvPr id="0" name=""/>
        <dsp:cNvSpPr/>
      </dsp:nvSpPr>
      <dsp:spPr>
        <a:xfrm>
          <a:off x="0" y="0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0"/>
        <a:ext cx="4969698" cy="1572713"/>
      </dsp:txXfrm>
    </dsp:sp>
    <dsp:sp modelId="{139F12E7-CFA0-4BAF-8300-501CA786BD9A}">
      <dsp:nvSpPr>
        <dsp:cNvPr id="0" name=""/>
        <dsp:cNvSpPr/>
      </dsp:nvSpPr>
      <dsp:spPr>
        <a:xfrm>
          <a:off x="84115" y="157271"/>
          <a:ext cx="1572069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179FF-809B-4BFE-89F1-88032042A5CE}">
      <dsp:nvSpPr>
        <dsp:cNvPr id="0" name=""/>
        <dsp:cNvSpPr/>
      </dsp:nvSpPr>
      <dsp:spPr>
        <a:xfrm>
          <a:off x="0" y="1728192"/>
          <a:ext cx="6408712" cy="165237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1728192"/>
        <a:ext cx="4969698" cy="1652371"/>
      </dsp:txXfrm>
    </dsp:sp>
    <dsp:sp modelId="{D9BFE94D-71EB-4B6A-BDEB-ADAFD2BB447D}">
      <dsp:nvSpPr>
        <dsp:cNvPr id="0" name=""/>
        <dsp:cNvSpPr/>
      </dsp:nvSpPr>
      <dsp:spPr>
        <a:xfrm>
          <a:off x="66934" y="1927085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89C44-91EE-4A50-82FF-56AF27111F79}">
      <dsp:nvSpPr>
        <dsp:cNvPr id="0" name=""/>
        <dsp:cNvSpPr/>
      </dsp:nvSpPr>
      <dsp:spPr>
        <a:xfrm>
          <a:off x="0" y="3539628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 err="1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1688" marR="0" lvl="1" indent="-9525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marR="0" lvl="1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3539628"/>
        <a:ext cx="4969698" cy="1572713"/>
      </dsp:txXfrm>
    </dsp:sp>
    <dsp:sp modelId="{0E6BBB02-09EE-42AF-A56F-2F420B4DE34B}">
      <dsp:nvSpPr>
        <dsp:cNvPr id="0" name=""/>
        <dsp:cNvSpPr/>
      </dsp:nvSpPr>
      <dsp:spPr>
        <a:xfrm>
          <a:off x="66934" y="3696899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46214-26FB-4068-8F2D-A476785B55E9}">
      <dsp:nvSpPr>
        <dsp:cNvPr id="0" name=""/>
        <dsp:cNvSpPr/>
      </dsp:nvSpPr>
      <dsp:spPr>
        <a:xfrm>
          <a:off x="0" y="0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0"/>
        <a:ext cx="4969698" cy="1572713"/>
      </dsp:txXfrm>
    </dsp:sp>
    <dsp:sp modelId="{139F12E7-CFA0-4BAF-8300-501CA786BD9A}">
      <dsp:nvSpPr>
        <dsp:cNvPr id="0" name=""/>
        <dsp:cNvSpPr/>
      </dsp:nvSpPr>
      <dsp:spPr>
        <a:xfrm>
          <a:off x="84115" y="157271"/>
          <a:ext cx="1572069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179FF-809B-4BFE-89F1-88032042A5CE}">
      <dsp:nvSpPr>
        <dsp:cNvPr id="0" name=""/>
        <dsp:cNvSpPr/>
      </dsp:nvSpPr>
      <dsp:spPr>
        <a:xfrm>
          <a:off x="0" y="1728192"/>
          <a:ext cx="6408712" cy="165237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1728192"/>
        <a:ext cx="4969698" cy="1652371"/>
      </dsp:txXfrm>
    </dsp:sp>
    <dsp:sp modelId="{D9BFE94D-71EB-4B6A-BDEB-ADAFD2BB447D}">
      <dsp:nvSpPr>
        <dsp:cNvPr id="0" name=""/>
        <dsp:cNvSpPr/>
      </dsp:nvSpPr>
      <dsp:spPr>
        <a:xfrm>
          <a:off x="66934" y="1927085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89C44-91EE-4A50-82FF-56AF27111F79}">
      <dsp:nvSpPr>
        <dsp:cNvPr id="0" name=""/>
        <dsp:cNvSpPr/>
      </dsp:nvSpPr>
      <dsp:spPr>
        <a:xfrm>
          <a:off x="0" y="3539628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 err="1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1688" marR="0" lvl="1" indent="-9525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marR="0" lvl="1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3539628"/>
        <a:ext cx="4969698" cy="1572713"/>
      </dsp:txXfrm>
    </dsp:sp>
    <dsp:sp modelId="{0E6BBB02-09EE-42AF-A56F-2F420B4DE34B}">
      <dsp:nvSpPr>
        <dsp:cNvPr id="0" name=""/>
        <dsp:cNvSpPr/>
      </dsp:nvSpPr>
      <dsp:spPr>
        <a:xfrm>
          <a:off x="66934" y="3696899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46214-26FB-4068-8F2D-A476785B55E9}">
      <dsp:nvSpPr>
        <dsp:cNvPr id="0" name=""/>
        <dsp:cNvSpPr/>
      </dsp:nvSpPr>
      <dsp:spPr>
        <a:xfrm>
          <a:off x="0" y="0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Combinational Logic</a:t>
          </a:r>
          <a:endParaRPr lang="zh-CN" altLang="en-US" sz="20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Gates and Logic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Function Description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rgbClr val="0A419B"/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0"/>
        <a:ext cx="4969698" cy="1572713"/>
      </dsp:txXfrm>
    </dsp:sp>
    <dsp:sp modelId="{139F12E7-CFA0-4BAF-8300-501CA786BD9A}">
      <dsp:nvSpPr>
        <dsp:cNvPr id="0" name=""/>
        <dsp:cNvSpPr/>
      </dsp:nvSpPr>
      <dsp:spPr>
        <a:xfrm>
          <a:off x="84115" y="157271"/>
          <a:ext cx="1572069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179FF-809B-4BFE-89F1-88032042A5CE}">
      <dsp:nvSpPr>
        <dsp:cNvPr id="0" name=""/>
        <dsp:cNvSpPr/>
      </dsp:nvSpPr>
      <dsp:spPr>
        <a:xfrm>
          <a:off x="0" y="1728192"/>
          <a:ext cx="6408712" cy="165237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Sequential Logic</a:t>
          </a:r>
          <a:endParaRPr lang="zh-CN" altLang="en-US" sz="20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DFF/Latch, Register &amp; Memory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State machine Description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Design &amp; Analysis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1728192"/>
        <a:ext cx="4969698" cy="1652371"/>
      </dsp:txXfrm>
    </dsp:sp>
    <dsp:sp modelId="{D9BFE94D-71EB-4B6A-BDEB-ADAFD2BB447D}">
      <dsp:nvSpPr>
        <dsp:cNvPr id="0" name=""/>
        <dsp:cNvSpPr/>
      </dsp:nvSpPr>
      <dsp:spPr>
        <a:xfrm>
          <a:off x="66934" y="1927085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89C44-91EE-4A50-82FF-56AF27111F79}">
      <dsp:nvSpPr>
        <dsp:cNvPr id="0" name=""/>
        <dsp:cNvSpPr/>
      </dsp:nvSpPr>
      <dsp:spPr>
        <a:xfrm>
          <a:off x="0" y="3539628"/>
          <a:ext cx="6408712" cy="15727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     </a:t>
          </a:r>
          <a:r>
            <a:rPr lang="en-US" altLang="zh-CN" sz="2000" b="1" kern="1200" dirty="0" err="1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Testbench</a:t>
          </a:r>
          <a:endParaRPr lang="zh-CN" altLang="en-US" sz="20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Test module</a:t>
          </a:r>
          <a:endParaRPr lang="zh-CN" altLang="en-US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1688" marR="0" lvl="1" indent="-9525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Stimulus Generator</a:t>
          </a:r>
          <a:endParaRPr lang="zh-CN" altLang="zh-CN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  <a:p>
          <a:pPr marL="809625" marR="0" lvl="1" indent="0" algn="l" defTabSz="7112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altLang="zh-CN" sz="1600" b="1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rPr>
            <a:t> Response Monitor </a:t>
          </a:r>
          <a:endParaRPr lang="zh-CN" altLang="zh-CN" sz="1600" b="1" kern="1200" dirty="0">
            <a:solidFill>
              <a:schemeClr val="bg1">
                <a:lumMod val="50000"/>
              </a:schemeClr>
            </a:solidFill>
            <a:latin typeface="微软雅黑" pitchFamily="34" charset="-122"/>
            <a:ea typeface="微软雅黑" pitchFamily="34" charset="-122"/>
          </a:endParaRPr>
        </a:p>
      </dsp:txBody>
      <dsp:txXfrm>
        <a:off x="1439013" y="3539628"/>
        <a:ext cx="4969698" cy="1572713"/>
      </dsp:txXfrm>
    </dsp:sp>
    <dsp:sp modelId="{0E6BBB02-09EE-42AF-A56F-2F420B4DE34B}">
      <dsp:nvSpPr>
        <dsp:cNvPr id="0" name=""/>
        <dsp:cNvSpPr/>
      </dsp:nvSpPr>
      <dsp:spPr>
        <a:xfrm>
          <a:off x="66934" y="3696899"/>
          <a:ext cx="1563495" cy="12581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20C5B6-4EEF-4174-A5B8-C4EF67E0D9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2B90F4-EB3A-4FF8-BD8D-CC33AD50CF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7794C76-2CE2-46C4-9316-4541B2DDEE6C}" type="datetimeFigureOut">
              <a:rPr lang="zh-CN" altLang="en-US"/>
              <a:pPr>
                <a:defRPr/>
              </a:pPr>
              <a:t>2026-03-21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F3920-C454-427C-9AB9-63BBEC2B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55E6AC-2272-4011-98C5-B938FABEF2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4B26D989-7172-4917-BAEF-FBDC95EF270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4538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D2E1B79-B194-4A71-A080-3BBA226B64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78D1DB-23BF-4652-805D-4A1A56459B2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EA218FD-2374-4703-BF49-3B972532FE4E}" type="datetimeFigureOut">
              <a:rPr lang="zh-CN" altLang="en-US"/>
              <a:pPr>
                <a:defRPr/>
              </a:pPr>
              <a:t>2026-03-21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3ADFD6F-0C24-45B4-BFBC-171E84665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15AD575-B980-4692-9B5C-DE25099A3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04D755-861C-4FD0-80D9-627EBF62F2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47DB1E-B3CF-46E7-8C37-D4DA90126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13F3824D-9F95-4FC7-9B36-024185DDAD5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415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EF53DB06-B9C9-4627-A565-C76E433D4A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895BB993-761F-4C46-B482-E89C61366F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DD01E60B-F7B2-4C85-B686-48D5C3D85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0866671-4901-487B-88D6-C0C50CE0271A}" type="slidenum">
              <a:rPr lang="zh-CN" altLang="en-US">
                <a:latin typeface="Calibri" panose="020F0502020204030204" pitchFamily="34" charset="0"/>
              </a:rPr>
              <a:pPr/>
              <a:t>0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幻灯片图像占位符 1">
            <a:extLst>
              <a:ext uri="{FF2B5EF4-FFF2-40B4-BE49-F238E27FC236}">
                <a16:creationId xmlns:a16="http://schemas.microsoft.com/office/drawing/2014/main" id="{A735243F-DEF6-4AE1-9A1C-4AFC10FBEF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099" name="备注占位符 2">
            <a:extLst>
              <a:ext uri="{FF2B5EF4-FFF2-40B4-BE49-F238E27FC236}">
                <a16:creationId xmlns:a16="http://schemas.microsoft.com/office/drawing/2014/main" id="{87F73362-54B2-4DD5-8626-DC40C0472F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32100" name="灯片编号占位符 3">
            <a:extLst>
              <a:ext uri="{FF2B5EF4-FFF2-40B4-BE49-F238E27FC236}">
                <a16:creationId xmlns:a16="http://schemas.microsoft.com/office/drawing/2014/main" id="{81B73169-4A30-44DB-877F-376435A651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2BB00C-DED4-41D2-9A71-6800682F0F37}" type="slidenum">
              <a:rPr lang="zh-CN" altLang="en-US">
                <a:latin typeface="Calibri" panose="020F0502020204030204" pitchFamily="34" charset="0"/>
              </a:rPr>
              <a:pPr/>
              <a:t>4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>
            <a:extLst>
              <a:ext uri="{FF2B5EF4-FFF2-40B4-BE49-F238E27FC236}">
                <a16:creationId xmlns:a16="http://schemas.microsoft.com/office/drawing/2014/main" id="{B544ED93-BE37-4D36-ADEE-1A6D6A48D7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3" name="备注占位符 2">
            <a:extLst>
              <a:ext uri="{FF2B5EF4-FFF2-40B4-BE49-F238E27FC236}">
                <a16:creationId xmlns:a16="http://schemas.microsoft.com/office/drawing/2014/main" id="{AD8F08D5-5B30-4A7F-9DBB-D71D5EB6ED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124" name="灯片编号占位符 3">
            <a:extLst>
              <a:ext uri="{FF2B5EF4-FFF2-40B4-BE49-F238E27FC236}">
                <a16:creationId xmlns:a16="http://schemas.microsoft.com/office/drawing/2014/main" id="{C5B6619F-BF0C-4DA9-84C3-486B24193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A69917-AF49-4A82-AD58-EE1BB8F80AC6}" type="slidenum">
              <a:rPr lang="zh-CN" altLang="en-US">
                <a:latin typeface="Calibri" panose="020F0502020204030204" pitchFamily="34" charset="0"/>
              </a:rPr>
              <a:pPr/>
              <a:t>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>
            <a:extLst>
              <a:ext uri="{FF2B5EF4-FFF2-40B4-BE49-F238E27FC236}">
                <a16:creationId xmlns:a16="http://schemas.microsoft.com/office/drawing/2014/main" id="{9D38B487-42F0-4878-8AD9-6810387F31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备注占位符 2">
            <a:extLst>
              <a:ext uri="{FF2B5EF4-FFF2-40B4-BE49-F238E27FC236}">
                <a16:creationId xmlns:a16="http://schemas.microsoft.com/office/drawing/2014/main" id="{D755FE09-A70B-483F-854B-5493D6F72E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148" name="灯片编号占位符 3">
            <a:extLst>
              <a:ext uri="{FF2B5EF4-FFF2-40B4-BE49-F238E27FC236}">
                <a16:creationId xmlns:a16="http://schemas.microsoft.com/office/drawing/2014/main" id="{58AF9A8C-2B05-4182-AF72-CA02787BF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68AB86A-78CD-40D9-848F-B466372BCCC9}" type="slidenum">
              <a:rPr lang="zh-CN" altLang="en-US">
                <a:latin typeface="Calibri" panose="020F0502020204030204" pitchFamily="34" charset="0"/>
              </a:rPr>
              <a:pPr/>
              <a:t>9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>
            <a:extLst>
              <a:ext uri="{FF2B5EF4-FFF2-40B4-BE49-F238E27FC236}">
                <a16:creationId xmlns:a16="http://schemas.microsoft.com/office/drawing/2014/main" id="{124F4D02-2761-4B96-8470-7DD363C041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备注占位符 2">
            <a:extLst>
              <a:ext uri="{FF2B5EF4-FFF2-40B4-BE49-F238E27FC236}">
                <a16:creationId xmlns:a16="http://schemas.microsoft.com/office/drawing/2014/main" id="{DC40B299-9B71-4E92-A87C-1DA248BF43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172" name="灯片编号占位符 3">
            <a:extLst>
              <a:ext uri="{FF2B5EF4-FFF2-40B4-BE49-F238E27FC236}">
                <a16:creationId xmlns:a16="http://schemas.microsoft.com/office/drawing/2014/main" id="{DE0DCFE8-5F1E-4CAB-BD24-997231B83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29DE17-D2F7-4214-8BEF-B01713A6B9DD}" type="slidenum">
              <a:rPr lang="zh-CN" altLang="en-US">
                <a:latin typeface="Calibri" panose="020F0502020204030204" pitchFamily="34" charset="0"/>
              </a:rPr>
              <a:pPr/>
              <a:t>10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>
            <a:extLst>
              <a:ext uri="{FF2B5EF4-FFF2-40B4-BE49-F238E27FC236}">
                <a16:creationId xmlns:a16="http://schemas.microsoft.com/office/drawing/2014/main" id="{C7D988DB-26FA-429F-BCF0-3E8DF09A5E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备注占位符 2">
            <a:extLst>
              <a:ext uri="{FF2B5EF4-FFF2-40B4-BE49-F238E27FC236}">
                <a16:creationId xmlns:a16="http://schemas.microsoft.com/office/drawing/2014/main" id="{75482F01-C963-429B-88EC-90DDE85D4E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196" name="灯片编号占位符 3">
            <a:extLst>
              <a:ext uri="{FF2B5EF4-FFF2-40B4-BE49-F238E27FC236}">
                <a16:creationId xmlns:a16="http://schemas.microsoft.com/office/drawing/2014/main" id="{10380A7B-4CD1-4C28-BB94-42E2ED210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5603EB-CF74-4782-9442-4EFE73DDF3CB}" type="slidenum">
              <a:rPr lang="zh-CN" altLang="en-US">
                <a:latin typeface="Calibri" panose="020F0502020204030204" pitchFamily="34" charset="0"/>
              </a:rPr>
              <a:pPr/>
              <a:t>14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>
            <a:extLst>
              <a:ext uri="{FF2B5EF4-FFF2-40B4-BE49-F238E27FC236}">
                <a16:creationId xmlns:a16="http://schemas.microsoft.com/office/drawing/2014/main" id="{082D91AC-79C9-4C1B-A74B-3CBD397205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备注占位符 2">
            <a:extLst>
              <a:ext uri="{FF2B5EF4-FFF2-40B4-BE49-F238E27FC236}">
                <a16:creationId xmlns:a16="http://schemas.microsoft.com/office/drawing/2014/main" id="{93FC3E10-6131-4936-AEC5-3BBF45C9E5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endParaRPr lang="zh-CN" altLang="en-US"/>
          </a:p>
        </p:txBody>
      </p:sp>
      <p:sp>
        <p:nvSpPr>
          <p:cNvPr id="137220" name="灯片编号占位符 3">
            <a:extLst>
              <a:ext uri="{FF2B5EF4-FFF2-40B4-BE49-F238E27FC236}">
                <a16:creationId xmlns:a16="http://schemas.microsoft.com/office/drawing/2014/main" id="{6108A33F-21C5-4123-A2D3-D2D474767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6DDEC4-118F-47A7-8A61-4273E90FD8DF}" type="slidenum">
              <a:rPr lang="zh-CN" altLang="en-US">
                <a:latin typeface="Calibri" panose="020F0502020204030204" pitchFamily="34" charset="0"/>
              </a:rPr>
              <a:pPr/>
              <a:t>15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>
            <a:extLst>
              <a:ext uri="{FF2B5EF4-FFF2-40B4-BE49-F238E27FC236}">
                <a16:creationId xmlns:a16="http://schemas.microsoft.com/office/drawing/2014/main" id="{007F07A9-9107-487E-B6FF-82C44F362E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备注占位符 2">
            <a:extLst>
              <a:ext uri="{FF2B5EF4-FFF2-40B4-BE49-F238E27FC236}">
                <a16:creationId xmlns:a16="http://schemas.microsoft.com/office/drawing/2014/main" id="{417469AC-B932-40BA-B766-7C7FB29FE8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endParaRPr lang="zh-CN" altLang="en-US"/>
          </a:p>
        </p:txBody>
      </p:sp>
      <p:sp>
        <p:nvSpPr>
          <p:cNvPr id="138244" name="灯片编号占位符 3">
            <a:extLst>
              <a:ext uri="{FF2B5EF4-FFF2-40B4-BE49-F238E27FC236}">
                <a16:creationId xmlns:a16="http://schemas.microsoft.com/office/drawing/2014/main" id="{5D581CFC-E28E-45DD-A093-93F5B3F9F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F6E7EA-81CC-450C-BCB7-B1F77B0B09A3}" type="slidenum">
              <a:rPr lang="zh-CN" altLang="en-US">
                <a:latin typeface="Calibri" panose="020F0502020204030204" pitchFamily="34" charset="0"/>
              </a:rPr>
              <a:pPr/>
              <a:t>16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>
            <a:extLst>
              <a:ext uri="{FF2B5EF4-FFF2-40B4-BE49-F238E27FC236}">
                <a16:creationId xmlns:a16="http://schemas.microsoft.com/office/drawing/2014/main" id="{CD12AF41-A697-4F76-B59C-C4D938B140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备注占位符 2">
            <a:extLst>
              <a:ext uri="{FF2B5EF4-FFF2-40B4-BE49-F238E27FC236}">
                <a16:creationId xmlns:a16="http://schemas.microsoft.com/office/drawing/2014/main" id="{90EB1348-747F-4710-8239-F51B5C987E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268" name="灯片编号占位符 3">
            <a:extLst>
              <a:ext uri="{FF2B5EF4-FFF2-40B4-BE49-F238E27FC236}">
                <a16:creationId xmlns:a16="http://schemas.microsoft.com/office/drawing/2014/main" id="{316EDB33-FF2E-4B6F-9E18-43C2665D4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DF9BF4-BA15-4F20-8BE0-3522BD847FBE}" type="slidenum">
              <a:rPr lang="zh-CN" altLang="en-US">
                <a:latin typeface="Calibri" panose="020F0502020204030204" pitchFamily="34" charset="0"/>
              </a:rPr>
              <a:pPr/>
              <a:t>17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>
            <a:extLst>
              <a:ext uri="{FF2B5EF4-FFF2-40B4-BE49-F238E27FC236}">
                <a16:creationId xmlns:a16="http://schemas.microsoft.com/office/drawing/2014/main" id="{4DD94000-B02C-427E-BBB6-97051D43A4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1" name="备注占位符 2">
            <a:extLst>
              <a:ext uri="{FF2B5EF4-FFF2-40B4-BE49-F238E27FC236}">
                <a16:creationId xmlns:a16="http://schemas.microsoft.com/office/drawing/2014/main" id="{A5CA1C50-F5E6-43E7-8C2C-8344626963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292" name="灯片编号占位符 3">
            <a:extLst>
              <a:ext uri="{FF2B5EF4-FFF2-40B4-BE49-F238E27FC236}">
                <a16:creationId xmlns:a16="http://schemas.microsoft.com/office/drawing/2014/main" id="{343AD00B-B816-440B-8EDA-CB0EE1923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1892C22-781E-44CB-AA10-45D3D7B666C2}" type="slidenum">
              <a:rPr lang="zh-CN" altLang="en-US">
                <a:latin typeface="Calibri" panose="020F0502020204030204" pitchFamily="34" charset="0"/>
              </a:rPr>
              <a:pPr/>
              <a:t>18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>
            <a:extLst>
              <a:ext uri="{FF2B5EF4-FFF2-40B4-BE49-F238E27FC236}">
                <a16:creationId xmlns:a16="http://schemas.microsoft.com/office/drawing/2014/main" id="{B19F265B-79B0-4E8A-AC1C-88178E018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备注占位符 2">
            <a:extLst>
              <a:ext uri="{FF2B5EF4-FFF2-40B4-BE49-F238E27FC236}">
                <a16:creationId xmlns:a16="http://schemas.microsoft.com/office/drawing/2014/main" id="{FD4EBCA5-FF65-4C0D-9DD4-34A4F5B2F6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316" name="灯片编号占位符 3">
            <a:extLst>
              <a:ext uri="{FF2B5EF4-FFF2-40B4-BE49-F238E27FC236}">
                <a16:creationId xmlns:a16="http://schemas.microsoft.com/office/drawing/2014/main" id="{5FC8D562-AD88-4C0A-8897-5679C4CD6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195F76-CD83-42D0-8A4B-10A6CC7BB404}" type="slidenum">
              <a:rPr lang="zh-CN" altLang="en-US">
                <a:latin typeface="Calibri" panose="020F0502020204030204" pitchFamily="34" charset="0"/>
              </a:rPr>
              <a:pPr/>
              <a:t>19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>
            <a:extLst>
              <a:ext uri="{FF2B5EF4-FFF2-40B4-BE49-F238E27FC236}">
                <a16:creationId xmlns:a16="http://schemas.microsoft.com/office/drawing/2014/main" id="{A4B595D7-F021-471F-B8B1-ED0F057E96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备注占位符 2">
            <a:extLst>
              <a:ext uri="{FF2B5EF4-FFF2-40B4-BE49-F238E27FC236}">
                <a16:creationId xmlns:a16="http://schemas.microsoft.com/office/drawing/2014/main" id="{FB34F523-BA34-4A8A-9274-51D3F79DEB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340" name="灯片编号占位符 3">
            <a:extLst>
              <a:ext uri="{FF2B5EF4-FFF2-40B4-BE49-F238E27FC236}">
                <a16:creationId xmlns:a16="http://schemas.microsoft.com/office/drawing/2014/main" id="{1898EAEE-5E16-499B-825E-DE9EFF42C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52711E3-4D22-4224-B88B-619ED154E463}" type="slidenum">
              <a:rPr lang="zh-CN" altLang="en-US">
                <a:latin typeface="Calibri" panose="020F0502020204030204" pitchFamily="34" charset="0"/>
              </a:rPr>
              <a:pPr/>
              <a:t>20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>
            <a:extLst>
              <a:ext uri="{FF2B5EF4-FFF2-40B4-BE49-F238E27FC236}">
                <a16:creationId xmlns:a16="http://schemas.microsoft.com/office/drawing/2014/main" id="{C9E96297-53A1-4F3D-8348-6B6440ECF2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备注占位符 2">
            <a:extLst>
              <a:ext uri="{FF2B5EF4-FFF2-40B4-BE49-F238E27FC236}">
                <a16:creationId xmlns:a16="http://schemas.microsoft.com/office/drawing/2014/main" id="{F890BC54-A45A-474A-8CF5-C99969ED50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364" name="灯片编号占位符 3">
            <a:extLst>
              <a:ext uri="{FF2B5EF4-FFF2-40B4-BE49-F238E27FC236}">
                <a16:creationId xmlns:a16="http://schemas.microsoft.com/office/drawing/2014/main" id="{99CC5F00-C451-4F55-B698-BE615B463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760DBF6-F010-4E16-AD1A-9F147E15667A}" type="slidenum">
              <a:rPr lang="zh-CN" altLang="en-US">
                <a:latin typeface="Calibri" panose="020F0502020204030204" pitchFamily="34" charset="0"/>
              </a:rPr>
              <a:pPr/>
              <a:t>21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>
            <a:extLst>
              <a:ext uri="{FF2B5EF4-FFF2-40B4-BE49-F238E27FC236}">
                <a16:creationId xmlns:a16="http://schemas.microsoft.com/office/drawing/2014/main" id="{2DDC4B16-019D-45DD-927B-FDADA60D2F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备注占位符 2">
            <a:extLst>
              <a:ext uri="{FF2B5EF4-FFF2-40B4-BE49-F238E27FC236}">
                <a16:creationId xmlns:a16="http://schemas.microsoft.com/office/drawing/2014/main" id="{1C800A38-203B-4705-936D-1F33E9009C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412" name="灯片编号占位符 3">
            <a:extLst>
              <a:ext uri="{FF2B5EF4-FFF2-40B4-BE49-F238E27FC236}">
                <a16:creationId xmlns:a16="http://schemas.microsoft.com/office/drawing/2014/main" id="{DC0B886F-F39B-4ADA-8D3D-C01C67D06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71A7E8E-4B9C-4326-862A-97FEE556798C}" type="slidenum">
              <a:rPr lang="zh-CN" altLang="en-US">
                <a:latin typeface="Calibri" panose="020F0502020204030204" pitchFamily="34" charset="0"/>
              </a:rPr>
              <a:pPr/>
              <a:t>23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幻灯片图像占位符 1">
            <a:extLst>
              <a:ext uri="{FF2B5EF4-FFF2-40B4-BE49-F238E27FC236}">
                <a16:creationId xmlns:a16="http://schemas.microsoft.com/office/drawing/2014/main" id="{110F2C71-F4FB-4CD8-8E1D-3DC28CF382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备注占位符 2">
            <a:extLst>
              <a:ext uri="{FF2B5EF4-FFF2-40B4-BE49-F238E27FC236}">
                <a16:creationId xmlns:a16="http://schemas.microsoft.com/office/drawing/2014/main" id="{477BD42E-8BBD-4488-8CD0-54BD3B92A3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436" name="灯片编号占位符 3">
            <a:extLst>
              <a:ext uri="{FF2B5EF4-FFF2-40B4-BE49-F238E27FC236}">
                <a16:creationId xmlns:a16="http://schemas.microsoft.com/office/drawing/2014/main" id="{C3D65D15-EEA1-43D7-B529-42A964A39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F1832D-EA86-4ADA-8F79-886433E82064}" type="slidenum">
              <a:rPr lang="zh-CN" altLang="en-US">
                <a:latin typeface="Calibri" panose="020F0502020204030204" pitchFamily="34" charset="0"/>
              </a:rPr>
              <a:pPr/>
              <a:t>24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幻灯片图像占位符 1">
            <a:extLst>
              <a:ext uri="{FF2B5EF4-FFF2-40B4-BE49-F238E27FC236}">
                <a16:creationId xmlns:a16="http://schemas.microsoft.com/office/drawing/2014/main" id="{0500AF27-0813-4B44-A9E4-B382495581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备注占位符 2">
            <a:extLst>
              <a:ext uri="{FF2B5EF4-FFF2-40B4-BE49-F238E27FC236}">
                <a16:creationId xmlns:a16="http://schemas.microsoft.com/office/drawing/2014/main" id="{F5AFF7DD-1341-4FE3-A87E-2F2428A30B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460" name="灯片编号占位符 3">
            <a:extLst>
              <a:ext uri="{FF2B5EF4-FFF2-40B4-BE49-F238E27FC236}">
                <a16:creationId xmlns:a16="http://schemas.microsoft.com/office/drawing/2014/main" id="{44E4CB14-8E41-43B7-8973-DEADBB381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0C8493-3A99-40B9-B0BA-C487709D1948}" type="slidenum">
              <a:rPr lang="zh-CN" altLang="en-US">
                <a:latin typeface="Calibri" panose="020F0502020204030204" pitchFamily="34" charset="0"/>
              </a:rPr>
              <a:pPr/>
              <a:t>31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>
            <a:extLst>
              <a:ext uri="{FF2B5EF4-FFF2-40B4-BE49-F238E27FC236}">
                <a16:creationId xmlns:a16="http://schemas.microsoft.com/office/drawing/2014/main" id="{39994C7C-6936-4B8C-BCE4-D756B20435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3" name="备注占位符 2">
            <a:extLst>
              <a:ext uri="{FF2B5EF4-FFF2-40B4-BE49-F238E27FC236}">
                <a16:creationId xmlns:a16="http://schemas.microsoft.com/office/drawing/2014/main" id="{5FDE8483-B81A-4BED-9A30-AA85316189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484" name="灯片编号占位符 3">
            <a:extLst>
              <a:ext uri="{FF2B5EF4-FFF2-40B4-BE49-F238E27FC236}">
                <a16:creationId xmlns:a16="http://schemas.microsoft.com/office/drawing/2014/main" id="{8161A98F-D070-48EC-82E6-39FC5D8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BC1C2D-05F8-4F0B-B5F4-6045E52A1E38}" type="slidenum">
              <a:rPr lang="zh-CN" altLang="en-US">
                <a:latin typeface="Calibri" panose="020F0502020204030204" pitchFamily="34" charset="0"/>
              </a:rPr>
              <a:pPr/>
              <a:t>35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图像占位符 1">
            <a:extLst>
              <a:ext uri="{FF2B5EF4-FFF2-40B4-BE49-F238E27FC236}">
                <a16:creationId xmlns:a16="http://schemas.microsoft.com/office/drawing/2014/main" id="{770FE34F-E8E4-4CE4-B971-FC086A5419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备注占位符 2">
            <a:extLst>
              <a:ext uri="{FF2B5EF4-FFF2-40B4-BE49-F238E27FC236}">
                <a16:creationId xmlns:a16="http://schemas.microsoft.com/office/drawing/2014/main" id="{599CA659-D330-4F23-AB82-DB4A03CBFA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508" name="灯片编号占位符 3">
            <a:extLst>
              <a:ext uri="{FF2B5EF4-FFF2-40B4-BE49-F238E27FC236}">
                <a16:creationId xmlns:a16="http://schemas.microsoft.com/office/drawing/2014/main" id="{3A842CA8-135C-47DF-A250-D0CD36295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2FB42E-08F5-4437-AD0A-F4FC9D87871A}" type="slidenum">
              <a:rPr lang="zh-CN" altLang="en-US">
                <a:latin typeface="Calibri" panose="020F0502020204030204" pitchFamily="34" charset="0"/>
              </a:rPr>
              <a:pPr/>
              <a:t>36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幻灯片图像占位符 1">
            <a:extLst>
              <a:ext uri="{FF2B5EF4-FFF2-40B4-BE49-F238E27FC236}">
                <a16:creationId xmlns:a16="http://schemas.microsoft.com/office/drawing/2014/main" id="{3AEE087F-B219-4E6B-BA3E-0F7206303A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备注占位符 2">
            <a:extLst>
              <a:ext uri="{FF2B5EF4-FFF2-40B4-BE49-F238E27FC236}">
                <a16:creationId xmlns:a16="http://schemas.microsoft.com/office/drawing/2014/main" id="{8F4597A1-7576-46A3-98C9-A9C6A1E27E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532" name="灯片编号占位符 3">
            <a:extLst>
              <a:ext uri="{FF2B5EF4-FFF2-40B4-BE49-F238E27FC236}">
                <a16:creationId xmlns:a16="http://schemas.microsoft.com/office/drawing/2014/main" id="{3642CE7E-145F-4EAB-972F-8F2C01B96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217518-E9EB-4EDE-849E-B28C2FA7C5DE}" type="slidenum">
              <a:rPr lang="zh-CN" altLang="en-US">
                <a:latin typeface="Calibri" panose="020F0502020204030204" pitchFamily="34" charset="0"/>
              </a:rPr>
              <a:pPr/>
              <a:t>37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>
            <a:extLst>
              <a:ext uri="{FF2B5EF4-FFF2-40B4-BE49-F238E27FC236}">
                <a16:creationId xmlns:a16="http://schemas.microsoft.com/office/drawing/2014/main" id="{BDAB3424-4FD2-4A31-A2A8-8902A70738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备注占位符 2">
            <a:extLst>
              <a:ext uri="{FF2B5EF4-FFF2-40B4-BE49-F238E27FC236}">
                <a16:creationId xmlns:a16="http://schemas.microsoft.com/office/drawing/2014/main" id="{2A29B4C2-2BD9-474C-A609-71A67E54AD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556" name="灯片编号占位符 3">
            <a:extLst>
              <a:ext uri="{FF2B5EF4-FFF2-40B4-BE49-F238E27FC236}">
                <a16:creationId xmlns:a16="http://schemas.microsoft.com/office/drawing/2014/main" id="{2E6F49E8-BE98-4C06-BA1B-40E4215AD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9673F3-CD52-4359-9452-A6BE546E1EB9}" type="slidenum">
              <a:rPr lang="zh-CN" altLang="en-US">
                <a:latin typeface="Calibri" panose="020F0502020204030204" pitchFamily="34" charset="0"/>
              </a:rPr>
              <a:pPr/>
              <a:t>40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幻灯片图像占位符 1">
            <a:extLst>
              <a:ext uri="{FF2B5EF4-FFF2-40B4-BE49-F238E27FC236}">
                <a16:creationId xmlns:a16="http://schemas.microsoft.com/office/drawing/2014/main" id="{521F524F-838D-47C8-82CF-64BCA219E3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备注占位符 2">
            <a:extLst>
              <a:ext uri="{FF2B5EF4-FFF2-40B4-BE49-F238E27FC236}">
                <a16:creationId xmlns:a16="http://schemas.microsoft.com/office/drawing/2014/main" id="{6FD94741-2B4C-4B25-9879-260E2FDB8F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580" name="灯片编号占位符 3">
            <a:extLst>
              <a:ext uri="{FF2B5EF4-FFF2-40B4-BE49-F238E27FC236}">
                <a16:creationId xmlns:a16="http://schemas.microsoft.com/office/drawing/2014/main" id="{E83855B2-2621-421C-9B26-9689455CF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6BDAD6-7990-4B04-A2F8-5CFB9FCC4FED}" type="slidenum">
              <a:rPr lang="zh-CN" altLang="en-US">
                <a:latin typeface="Calibri" panose="020F0502020204030204" pitchFamily="34" charset="0"/>
              </a:rPr>
              <a:pPr/>
              <a:t>41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>
            <a:extLst>
              <a:ext uri="{FF2B5EF4-FFF2-40B4-BE49-F238E27FC236}">
                <a16:creationId xmlns:a16="http://schemas.microsoft.com/office/drawing/2014/main" id="{64749046-FBD4-420A-BE79-727C7A4732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备注占位符 2">
            <a:extLst>
              <a:ext uri="{FF2B5EF4-FFF2-40B4-BE49-F238E27FC236}">
                <a16:creationId xmlns:a16="http://schemas.microsoft.com/office/drawing/2014/main" id="{03E82C5E-343C-40C4-B9D9-BB1C505E42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604" name="灯片编号占位符 3">
            <a:extLst>
              <a:ext uri="{FF2B5EF4-FFF2-40B4-BE49-F238E27FC236}">
                <a16:creationId xmlns:a16="http://schemas.microsoft.com/office/drawing/2014/main" id="{FE743887-1991-454A-8F94-C5C175E0F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CD31E3B-E3D0-4AD6-9A9D-003BA9860144}" type="slidenum">
              <a:rPr lang="zh-CN" altLang="en-US">
                <a:latin typeface="Calibri" panose="020F0502020204030204" pitchFamily="34" charset="0"/>
              </a:rPr>
              <a:pPr/>
              <a:t>42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幻灯片图像占位符 1">
            <a:extLst>
              <a:ext uri="{FF2B5EF4-FFF2-40B4-BE49-F238E27FC236}">
                <a16:creationId xmlns:a16="http://schemas.microsoft.com/office/drawing/2014/main" id="{8C870CE3-AC02-4190-BC82-219352AF5B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备注占位符 2">
            <a:extLst>
              <a:ext uri="{FF2B5EF4-FFF2-40B4-BE49-F238E27FC236}">
                <a16:creationId xmlns:a16="http://schemas.microsoft.com/office/drawing/2014/main" id="{F355A40F-EAFC-4370-AB86-CFE2F1BFD8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628" name="灯片编号占位符 3">
            <a:extLst>
              <a:ext uri="{FF2B5EF4-FFF2-40B4-BE49-F238E27FC236}">
                <a16:creationId xmlns:a16="http://schemas.microsoft.com/office/drawing/2014/main" id="{C05BAC44-DDEC-468E-B441-5528F7EAA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F28C56A-BEDD-41DD-8348-F3DB13C29812}" type="slidenum">
              <a:rPr lang="zh-CN" altLang="en-US">
                <a:latin typeface="Calibri" panose="020F0502020204030204" pitchFamily="34" charset="0"/>
              </a:rPr>
              <a:pPr/>
              <a:t>47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幻灯片图像占位符 1">
            <a:extLst>
              <a:ext uri="{FF2B5EF4-FFF2-40B4-BE49-F238E27FC236}">
                <a16:creationId xmlns:a16="http://schemas.microsoft.com/office/drawing/2014/main" id="{D8A275A7-75A2-4871-A3E2-E8660B22D0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备注占位符 2">
            <a:extLst>
              <a:ext uri="{FF2B5EF4-FFF2-40B4-BE49-F238E27FC236}">
                <a16:creationId xmlns:a16="http://schemas.microsoft.com/office/drawing/2014/main" id="{865CA12B-835E-4AB2-B588-3C01876EF7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652" name="灯片编号占位符 3">
            <a:extLst>
              <a:ext uri="{FF2B5EF4-FFF2-40B4-BE49-F238E27FC236}">
                <a16:creationId xmlns:a16="http://schemas.microsoft.com/office/drawing/2014/main" id="{7D1AB6DD-8A81-4E75-9DF9-974FF72D1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858485-4163-43B1-BE5E-4039115E017D}" type="slidenum">
              <a:rPr lang="zh-CN" altLang="en-US">
                <a:latin typeface="Calibri" panose="020F0502020204030204" pitchFamily="34" charset="0"/>
              </a:rPr>
              <a:pPr/>
              <a:t>48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>
            <a:extLst>
              <a:ext uri="{FF2B5EF4-FFF2-40B4-BE49-F238E27FC236}">
                <a16:creationId xmlns:a16="http://schemas.microsoft.com/office/drawing/2014/main" id="{4A986D53-2DEC-4376-8C7E-4EB2A4133C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6675" name="备注占位符 2">
            <a:extLst>
              <a:ext uri="{FF2B5EF4-FFF2-40B4-BE49-F238E27FC236}">
                <a16:creationId xmlns:a16="http://schemas.microsoft.com/office/drawing/2014/main" id="{2E147043-E406-4E75-988E-BFABCF14A7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676" name="灯片编号占位符 3">
            <a:extLst>
              <a:ext uri="{FF2B5EF4-FFF2-40B4-BE49-F238E27FC236}">
                <a16:creationId xmlns:a16="http://schemas.microsoft.com/office/drawing/2014/main" id="{3A9C2953-7859-407D-B7B2-48C2AFB84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D2D812-1C14-4FE7-A8FD-1A4D42C8F5E3}" type="slidenum">
              <a:rPr lang="zh-CN" altLang="en-US">
                <a:latin typeface="Calibri" panose="020F0502020204030204" pitchFamily="34" charset="0"/>
              </a:rPr>
              <a:pPr/>
              <a:t>49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>
            <a:extLst>
              <a:ext uri="{FF2B5EF4-FFF2-40B4-BE49-F238E27FC236}">
                <a16:creationId xmlns:a16="http://schemas.microsoft.com/office/drawing/2014/main" id="{FD28B704-01B2-4784-B74D-05E731C8D1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699" name="备注占位符 2">
            <a:extLst>
              <a:ext uri="{FF2B5EF4-FFF2-40B4-BE49-F238E27FC236}">
                <a16:creationId xmlns:a16="http://schemas.microsoft.com/office/drawing/2014/main" id="{E249592F-F7D2-4186-BF6E-7EEB9932B1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700" name="灯片编号占位符 3">
            <a:extLst>
              <a:ext uri="{FF2B5EF4-FFF2-40B4-BE49-F238E27FC236}">
                <a16:creationId xmlns:a16="http://schemas.microsoft.com/office/drawing/2014/main" id="{FBDA55EB-6619-4861-9817-F93ED090A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18D5AFC-0117-458E-BEBB-2D2371ACB585}" type="slidenum">
              <a:rPr lang="zh-CN" altLang="en-US">
                <a:latin typeface="Calibri" panose="020F0502020204030204" pitchFamily="34" charset="0"/>
              </a:rPr>
              <a:pPr/>
              <a:t>52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幻灯片图像占位符 1">
            <a:extLst>
              <a:ext uri="{FF2B5EF4-FFF2-40B4-BE49-F238E27FC236}">
                <a16:creationId xmlns:a16="http://schemas.microsoft.com/office/drawing/2014/main" id="{1DB868FF-8065-4A6C-9721-A0B20D1F4A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备注占位符 2">
            <a:extLst>
              <a:ext uri="{FF2B5EF4-FFF2-40B4-BE49-F238E27FC236}">
                <a16:creationId xmlns:a16="http://schemas.microsoft.com/office/drawing/2014/main" id="{C59F182C-3A8F-42FE-B3D6-6276161CD0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724" name="灯片编号占位符 3">
            <a:extLst>
              <a:ext uri="{FF2B5EF4-FFF2-40B4-BE49-F238E27FC236}">
                <a16:creationId xmlns:a16="http://schemas.microsoft.com/office/drawing/2014/main" id="{F7DDB5AA-13CD-4CDF-B592-CFADE23D0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BE1FB48-6A8B-4051-9F0B-D1F640E46BBB}" type="slidenum">
              <a:rPr lang="zh-CN" altLang="en-US">
                <a:latin typeface="Calibri" panose="020F0502020204030204" pitchFamily="34" charset="0"/>
              </a:rPr>
              <a:pPr/>
              <a:t>53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幻灯片图像占位符 1">
            <a:extLst>
              <a:ext uri="{FF2B5EF4-FFF2-40B4-BE49-F238E27FC236}">
                <a16:creationId xmlns:a16="http://schemas.microsoft.com/office/drawing/2014/main" id="{E4F41909-50C7-41CF-83F6-00A0658DFF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9747" name="备注占位符 2">
            <a:extLst>
              <a:ext uri="{FF2B5EF4-FFF2-40B4-BE49-F238E27FC236}">
                <a16:creationId xmlns:a16="http://schemas.microsoft.com/office/drawing/2014/main" id="{09A45797-5078-418B-A7BA-40307917D0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748" name="灯片编号占位符 3">
            <a:extLst>
              <a:ext uri="{FF2B5EF4-FFF2-40B4-BE49-F238E27FC236}">
                <a16:creationId xmlns:a16="http://schemas.microsoft.com/office/drawing/2014/main" id="{F1CFCEC1-F465-46DA-957F-BB4028251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C261A4-CE60-4F27-813A-95D766BADDF5}" type="slidenum">
              <a:rPr lang="zh-CN" altLang="en-US">
                <a:latin typeface="Calibri" panose="020F0502020204030204" pitchFamily="34" charset="0"/>
              </a:rPr>
              <a:pPr/>
              <a:t>54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>
            <a:extLst>
              <a:ext uri="{FF2B5EF4-FFF2-40B4-BE49-F238E27FC236}">
                <a16:creationId xmlns:a16="http://schemas.microsoft.com/office/drawing/2014/main" id="{4D4A4889-6B18-4C1D-A670-7D04C26B92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1" name="备注占位符 2">
            <a:extLst>
              <a:ext uri="{FF2B5EF4-FFF2-40B4-BE49-F238E27FC236}">
                <a16:creationId xmlns:a16="http://schemas.microsoft.com/office/drawing/2014/main" id="{B2032EEB-136F-48BE-9652-608F0EA27E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772" name="灯片编号占位符 3">
            <a:extLst>
              <a:ext uri="{FF2B5EF4-FFF2-40B4-BE49-F238E27FC236}">
                <a16:creationId xmlns:a16="http://schemas.microsoft.com/office/drawing/2014/main" id="{354EC837-EACE-4452-896D-99350D4C1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466820-8DA1-4F86-BD09-BFD27FFE9E57}" type="slidenum">
              <a:rPr lang="zh-CN" altLang="en-US">
                <a:latin typeface="Calibri" panose="020F0502020204030204" pitchFamily="34" charset="0"/>
              </a:rPr>
              <a:pPr/>
              <a:t>55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幻灯片图像占位符 1">
            <a:extLst>
              <a:ext uri="{FF2B5EF4-FFF2-40B4-BE49-F238E27FC236}">
                <a16:creationId xmlns:a16="http://schemas.microsoft.com/office/drawing/2014/main" id="{F3BE014D-6C72-43F2-8565-478D5D7D20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备注占位符 2">
            <a:extLst>
              <a:ext uri="{FF2B5EF4-FFF2-40B4-BE49-F238E27FC236}">
                <a16:creationId xmlns:a16="http://schemas.microsoft.com/office/drawing/2014/main" id="{AF39DFF4-3F15-462D-8297-BC1BA4E0FB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796" name="灯片编号占位符 3">
            <a:extLst>
              <a:ext uri="{FF2B5EF4-FFF2-40B4-BE49-F238E27FC236}">
                <a16:creationId xmlns:a16="http://schemas.microsoft.com/office/drawing/2014/main" id="{E089A53B-21D4-4F54-8991-5A3906B5D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2F7693-B518-4681-9275-C515AB93A87F}" type="slidenum">
              <a:rPr lang="zh-CN" altLang="en-US">
                <a:latin typeface="Calibri" panose="020F0502020204030204" pitchFamily="34" charset="0"/>
              </a:rPr>
              <a:pPr/>
              <a:t>59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6DB80-7BE6-5CE5-8C05-996B46A6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幻灯片图像占位符 1">
            <a:extLst>
              <a:ext uri="{FF2B5EF4-FFF2-40B4-BE49-F238E27FC236}">
                <a16:creationId xmlns:a16="http://schemas.microsoft.com/office/drawing/2014/main" id="{6854A423-7454-FC34-2876-26510DD05C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备注占位符 2">
            <a:extLst>
              <a:ext uri="{FF2B5EF4-FFF2-40B4-BE49-F238E27FC236}">
                <a16:creationId xmlns:a16="http://schemas.microsoft.com/office/drawing/2014/main" id="{5DB1E5CF-01AC-050B-FD04-7A5D6CD298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820" name="灯片编号占位符 3">
            <a:extLst>
              <a:ext uri="{FF2B5EF4-FFF2-40B4-BE49-F238E27FC236}">
                <a16:creationId xmlns:a16="http://schemas.microsoft.com/office/drawing/2014/main" id="{3A3DC782-6825-E20B-34E1-8157F483D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4F1E6E-9CD6-4A28-B527-845E2F69F37C}" type="slidenum">
              <a:rPr lang="zh-CN" altLang="en-US">
                <a:latin typeface="Calibri" panose="020F0502020204030204" pitchFamily="34" charset="0"/>
              </a:rPr>
              <a:pPr/>
              <a:t>62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5092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幻灯片图像占位符 1">
            <a:extLst>
              <a:ext uri="{FF2B5EF4-FFF2-40B4-BE49-F238E27FC236}">
                <a16:creationId xmlns:a16="http://schemas.microsoft.com/office/drawing/2014/main" id="{24EB1802-45EB-4620-989A-559CF779F8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备注占位符 2">
            <a:extLst>
              <a:ext uri="{FF2B5EF4-FFF2-40B4-BE49-F238E27FC236}">
                <a16:creationId xmlns:a16="http://schemas.microsoft.com/office/drawing/2014/main" id="{A099BC9D-85A2-4B32-8C4E-8052B02A57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844" name="灯片编号占位符 3">
            <a:extLst>
              <a:ext uri="{FF2B5EF4-FFF2-40B4-BE49-F238E27FC236}">
                <a16:creationId xmlns:a16="http://schemas.microsoft.com/office/drawing/2014/main" id="{B56BD3EC-0B29-4AB3-84CC-ADB6282AD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4BE5A8-8193-4AB6-A879-53160BAC4394}" type="slidenum">
              <a:rPr lang="zh-CN" altLang="en-US">
                <a:latin typeface="Calibri" panose="020F0502020204030204" pitchFamily="34" charset="0"/>
              </a:rPr>
              <a:pPr/>
              <a:t>63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2478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9A9A348B-D1B9-421C-B9D9-70438AC3E3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29B692-461A-419E-9A43-B873895AADD3}" type="slidenum">
              <a:rPr lang="zh-CN" altLang="en-US">
                <a:latin typeface="Calibri" panose="020F0502020204030204" pitchFamily="34" charset="0"/>
              </a:rPr>
              <a:pPr/>
              <a:t>64</a:t>
            </a:fld>
            <a:endParaRPr lang="en-US" altLang="zh-CN">
              <a:latin typeface="Calibri" panose="020F0502020204030204" pitchFamily="34" charset="0"/>
            </a:endParaRP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68CEF020-8E0A-4010-A337-968ECC4956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3800" y="614363"/>
            <a:ext cx="4483100" cy="33623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6304948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幻灯片图像占位符 1">
            <a:extLst>
              <a:ext uri="{FF2B5EF4-FFF2-40B4-BE49-F238E27FC236}">
                <a16:creationId xmlns:a16="http://schemas.microsoft.com/office/drawing/2014/main" id="{684F4075-34C8-4D90-86DE-0E807A5866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9203" name="备注占位符 2">
            <a:extLst>
              <a:ext uri="{FF2B5EF4-FFF2-40B4-BE49-F238E27FC236}">
                <a16:creationId xmlns:a16="http://schemas.microsoft.com/office/drawing/2014/main" id="{99EC66AD-E07A-4F36-AFC4-AE52F70C68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Tx/>
              <a:buChar char="•"/>
            </a:pPr>
            <a:endParaRPr lang="zh-CN" altLang="en-US"/>
          </a:p>
          <a:p>
            <a:pPr>
              <a:lnSpc>
                <a:spcPct val="90000"/>
              </a:lnSpc>
              <a:buFontTx/>
              <a:buChar char="•"/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179204" name="灯片编号占位符 3">
            <a:extLst>
              <a:ext uri="{FF2B5EF4-FFF2-40B4-BE49-F238E27FC236}">
                <a16:creationId xmlns:a16="http://schemas.microsoft.com/office/drawing/2014/main" id="{E31691D0-1006-4D26-94DD-F922858C3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DA0356-8530-472D-A3B6-E7AB64933CA6}" type="slidenum">
              <a:rPr lang="zh-CN" altLang="en-US">
                <a:latin typeface="Calibri" panose="020F0502020204030204" pitchFamily="34" charset="0"/>
              </a:rPr>
              <a:pPr/>
              <a:t>67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11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BF2B-C3FE-F313-BEE7-294ED1C1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幻灯片图像占位符 1">
            <a:extLst>
              <a:ext uri="{FF2B5EF4-FFF2-40B4-BE49-F238E27FC236}">
                <a16:creationId xmlns:a16="http://schemas.microsoft.com/office/drawing/2014/main" id="{FA8639F1-3C81-F9A2-3FA3-52D25AAEEC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备注占位符 2">
            <a:extLst>
              <a:ext uri="{FF2B5EF4-FFF2-40B4-BE49-F238E27FC236}">
                <a16:creationId xmlns:a16="http://schemas.microsoft.com/office/drawing/2014/main" id="{378022B0-8062-EE43-5A7D-0E5CF49D14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820" name="灯片编号占位符 3">
            <a:extLst>
              <a:ext uri="{FF2B5EF4-FFF2-40B4-BE49-F238E27FC236}">
                <a16:creationId xmlns:a16="http://schemas.microsoft.com/office/drawing/2014/main" id="{719A3B6D-6CD9-073E-0097-719D21217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4F1E6E-9CD6-4A28-B527-845E2F69F37C}" type="slidenum">
              <a:rPr lang="zh-CN" altLang="en-US">
                <a:latin typeface="Calibri" panose="020F0502020204030204" pitchFamily="34" charset="0"/>
              </a:rPr>
              <a:pPr/>
              <a:t>68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0105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幻灯片图像占位符 1">
            <a:extLst>
              <a:ext uri="{FF2B5EF4-FFF2-40B4-BE49-F238E27FC236}">
                <a16:creationId xmlns:a16="http://schemas.microsoft.com/office/drawing/2014/main" id="{39837512-D2FE-4337-90BA-86D96D9FB2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备注占位符 2">
            <a:extLst>
              <a:ext uri="{FF2B5EF4-FFF2-40B4-BE49-F238E27FC236}">
                <a16:creationId xmlns:a16="http://schemas.microsoft.com/office/drawing/2014/main" id="{ABF5AFA4-6C93-43A0-A9DC-1DB8E1E382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916" name="灯片编号占位符 3">
            <a:extLst>
              <a:ext uri="{FF2B5EF4-FFF2-40B4-BE49-F238E27FC236}">
                <a16:creationId xmlns:a16="http://schemas.microsoft.com/office/drawing/2014/main" id="{3684CAC5-9584-48FE-B103-9A0061C73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C9DE04-5B9D-4496-B1C9-A0ADEEC1AF62}" type="slidenum">
              <a:rPr lang="zh-CN" altLang="en-US">
                <a:latin typeface="Calibri" panose="020F0502020204030204" pitchFamily="34" charset="0"/>
              </a:rPr>
              <a:pPr/>
              <a:t>69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3565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幻灯片图像占位符 1">
            <a:extLst>
              <a:ext uri="{FF2B5EF4-FFF2-40B4-BE49-F238E27FC236}">
                <a16:creationId xmlns:a16="http://schemas.microsoft.com/office/drawing/2014/main" id="{CDF41C1C-579A-4554-9EA8-F1CD585911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备注占位符 2">
            <a:extLst>
              <a:ext uri="{FF2B5EF4-FFF2-40B4-BE49-F238E27FC236}">
                <a16:creationId xmlns:a16="http://schemas.microsoft.com/office/drawing/2014/main" id="{8EEB260D-7F64-4600-AA5E-F5AD72FC2E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940" name="灯片编号占位符 3">
            <a:extLst>
              <a:ext uri="{FF2B5EF4-FFF2-40B4-BE49-F238E27FC236}">
                <a16:creationId xmlns:a16="http://schemas.microsoft.com/office/drawing/2014/main" id="{49883103-A167-4698-9346-38C998C40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2B4C9E8-E97C-46A0-BB89-F63252D009EC}" type="slidenum">
              <a:rPr lang="zh-CN" altLang="en-US">
                <a:latin typeface="Calibri" panose="020F0502020204030204" pitchFamily="34" charset="0"/>
              </a:rPr>
              <a:pPr/>
              <a:t>74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7452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幻灯片图像占位符 1">
            <a:extLst>
              <a:ext uri="{FF2B5EF4-FFF2-40B4-BE49-F238E27FC236}">
                <a16:creationId xmlns:a16="http://schemas.microsoft.com/office/drawing/2014/main" id="{BE32C9BB-30D8-46A3-9770-D3FA60D609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8963" name="备注占位符 2">
            <a:extLst>
              <a:ext uri="{FF2B5EF4-FFF2-40B4-BE49-F238E27FC236}">
                <a16:creationId xmlns:a16="http://schemas.microsoft.com/office/drawing/2014/main" id="{1B413A64-70B0-4B16-928D-96A4042F04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964" name="灯片编号占位符 3">
            <a:extLst>
              <a:ext uri="{FF2B5EF4-FFF2-40B4-BE49-F238E27FC236}">
                <a16:creationId xmlns:a16="http://schemas.microsoft.com/office/drawing/2014/main" id="{27E0FD38-01C2-4471-AB18-7F2AF3AC7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F9C47D8-CDB5-4C54-A70F-6E4508C6E936}" type="slidenum">
              <a:rPr lang="zh-CN" altLang="en-US">
                <a:latin typeface="Calibri" panose="020F0502020204030204" pitchFamily="34" charset="0"/>
              </a:rPr>
              <a:pPr/>
              <a:t>75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1868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幻灯片图像占位符 1">
            <a:extLst>
              <a:ext uri="{FF2B5EF4-FFF2-40B4-BE49-F238E27FC236}">
                <a16:creationId xmlns:a16="http://schemas.microsoft.com/office/drawing/2014/main" id="{AFC01AA4-DBDF-4226-9401-4EA65457D9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1731" name="备注占位符 2">
            <a:extLst>
              <a:ext uri="{FF2B5EF4-FFF2-40B4-BE49-F238E27FC236}">
                <a16:creationId xmlns:a16="http://schemas.microsoft.com/office/drawing/2014/main" id="{A5539D88-BC8C-41F6-B11C-600EA02FEF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/>
          </a:p>
        </p:txBody>
      </p:sp>
      <p:sp>
        <p:nvSpPr>
          <p:cNvPr id="201732" name="灯片编号占位符 3">
            <a:extLst>
              <a:ext uri="{FF2B5EF4-FFF2-40B4-BE49-F238E27FC236}">
                <a16:creationId xmlns:a16="http://schemas.microsoft.com/office/drawing/2014/main" id="{21F50FFE-9B6C-4B18-88E8-68A47D69A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76326E2-0E6B-407C-B8B1-6510B28F2605}" type="slidenum">
              <a:rPr lang="zh-CN" altLang="en-US">
                <a:latin typeface="Calibri" panose="020F0502020204030204" pitchFamily="34" charset="0"/>
              </a:rPr>
              <a:pPr/>
              <a:t>77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6125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F6829-47F4-3BBE-F4D2-A777B4AE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幻灯片图像占位符 1">
            <a:extLst>
              <a:ext uri="{FF2B5EF4-FFF2-40B4-BE49-F238E27FC236}">
                <a16:creationId xmlns:a16="http://schemas.microsoft.com/office/drawing/2014/main" id="{C8AC6672-0B91-D25C-0631-1ECB991A97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备注占位符 2">
            <a:extLst>
              <a:ext uri="{FF2B5EF4-FFF2-40B4-BE49-F238E27FC236}">
                <a16:creationId xmlns:a16="http://schemas.microsoft.com/office/drawing/2014/main" id="{89D689C4-93EA-03E5-D2FE-3711A49E10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820" name="灯片编号占位符 3">
            <a:extLst>
              <a:ext uri="{FF2B5EF4-FFF2-40B4-BE49-F238E27FC236}">
                <a16:creationId xmlns:a16="http://schemas.microsoft.com/office/drawing/2014/main" id="{850740E0-C0D9-4343-94B8-9740737C1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4F1E6E-9CD6-4A28-B527-845E2F69F37C}" type="slidenum">
              <a:rPr lang="zh-CN" altLang="en-US">
                <a:latin typeface="Calibri" panose="020F0502020204030204" pitchFamily="34" charset="0"/>
              </a:rPr>
              <a:pPr/>
              <a:t>79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1232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幻灯片图像占位符 1">
            <a:extLst>
              <a:ext uri="{FF2B5EF4-FFF2-40B4-BE49-F238E27FC236}">
                <a16:creationId xmlns:a16="http://schemas.microsoft.com/office/drawing/2014/main" id="{E8F692B5-C096-4230-A762-EF10C95CA0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备注占位符 2">
            <a:extLst>
              <a:ext uri="{FF2B5EF4-FFF2-40B4-BE49-F238E27FC236}">
                <a16:creationId xmlns:a16="http://schemas.microsoft.com/office/drawing/2014/main" id="{A3DB7F41-7FFD-44E4-8986-B04E30F448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012" name="灯片编号占位符 3">
            <a:extLst>
              <a:ext uri="{FF2B5EF4-FFF2-40B4-BE49-F238E27FC236}">
                <a16:creationId xmlns:a16="http://schemas.microsoft.com/office/drawing/2014/main" id="{7BFEBD11-C157-4647-A905-17BCBAE07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2C81B6-C311-4ED7-9D49-87BDBAED0080}" type="slidenum">
              <a:rPr lang="zh-CN" altLang="en-US">
                <a:latin typeface="Calibri" panose="020F0502020204030204" pitchFamily="34" charset="0"/>
              </a:rPr>
              <a:pPr/>
              <a:t>80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幻灯片图像占位符 1">
            <a:extLst>
              <a:ext uri="{FF2B5EF4-FFF2-40B4-BE49-F238E27FC236}">
                <a16:creationId xmlns:a16="http://schemas.microsoft.com/office/drawing/2014/main" id="{4E1B62E6-C4C7-47EC-9BBB-61E72F3B63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备注占位符 2">
            <a:extLst>
              <a:ext uri="{FF2B5EF4-FFF2-40B4-BE49-F238E27FC236}">
                <a16:creationId xmlns:a16="http://schemas.microsoft.com/office/drawing/2014/main" id="{581783FC-061F-4630-98F6-BC0EC2A68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036" name="灯片编号占位符 3">
            <a:extLst>
              <a:ext uri="{FF2B5EF4-FFF2-40B4-BE49-F238E27FC236}">
                <a16:creationId xmlns:a16="http://schemas.microsoft.com/office/drawing/2014/main" id="{0AF0B749-DC05-40A1-9CFE-BCF103846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72B91E-C557-4B72-A710-435ED5B2F93C}" type="slidenum">
              <a:rPr lang="zh-CN" altLang="en-US">
                <a:latin typeface="Calibri" panose="020F0502020204030204" pitchFamily="34" charset="0"/>
              </a:rPr>
              <a:pPr/>
              <a:t>81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幻灯片图像占位符 1">
            <a:extLst>
              <a:ext uri="{FF2B5EF4-FFF2-40B4-BE49-F238E27FC236}">
                <a16:creationId xmlns:a16="http://schemas.microsoft.com/office/drawing/2014/main" id="{9A5CC126-1024-4F02-B7E0-85974DA541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3059" name="备注占位符 2">
            <a:extLst>
              <a:ext uri="{FF2B5EF4-FFF2-40B4-BE49-F238E27FC236}">
                <a16:creationId xmlns:a16="http://schemas.microsoft.com/office/drawing/2014/main" id="{8D8A1669-F9BC-4DE9-BDB8-358C10E5AA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060" name="灯片编号占位符 3">
            <a:extLst>
              <a:ext uri="{FF2B5EF4-FFF2-40B4-BE49-F238E27FC236}">
                <a16:creationId xmlns:a16="http://schemas.microsoft.com/office/drawing/2014/main" id="{21D75C24-990E-456D-BCD9-3515DD220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87C74E-4831-4A29-B818-13D518621343}" type="slidenum">
              <a:rPr lang="zh-CN" altLang="en-US">
                <a:latin typeface="Calibri" panose="020F0502020204030204" pitchFamily="34" charset="0"/>
              </a:rPr>
              <a:pPr/>
              <a:t>83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AFB0-C407-50AB-205F-8F1F6EA34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幻灯片图像占位符 1">
            <a:extLst>
              <a:ext uri="{FF2B5EF4-FFF2-40B4-BE49-F238E27FC236}">
                <a16:creationId xmlns:a16="http://schemas.microsoft.com/office/drawing/2014/main" id="{61FBC34A-804A-A804-14EE-3D6D74385C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备注占位符 2">
            <a:extLst>
              <a:ext uri="{FF2B5EF4-FFF2-40B4-BE49-F238E27FC236}">
                <a16:creationId xmlns:a16="http://schemas.microsoft.com/office/drawing/2014/main" id="{8C98D43D-6FC0-6162-D218-6A1AD23F31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820" name="灯片编号占位符 3">
            <a:extLst>
              <a:ext uri="{FF2B5EF4-FFF2-40B4-BE49-F238E27FC236}">
                <a16:creationId xmlns:a16="http://schemas.microsoft.com/office/drawing/2014/main" id="{DF348BFC-CAAB-721E-E944-416F96778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4F1E6E-9CD6-4A28-B527-845E2F69F37C}" type="slidenum">
              <a:rPr lang="zh-CN" altLang="en-US">
                <a:latin typeface="Calibri" panose="020F0502020204030204" pitchFamily="34" charset="0"/>
              </a:rPr>
              <a:pPr/>
              <a:t>85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3577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219373-CEEF-4800-8C44-D09A58150889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6165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幻灯片图像占位符 1">
            <a:extLst>
              <a:ext uri="{FF2B5EF4-FFF2-40B4-BE49-F238E27FC236}">
                <a16:creationId xmlns:a16="http://schemas.microsoft.com/office/drawing/2014/main" id="{5D426171-3A45-4DB8-A7B7-59E00270DB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备注占位符 2">
            <a:extLst>
              <a:ext uri="{FF2B5EF4-FFF2-40B4-BE49-F238E27FC236}">
                <a16:creationId xmlns:a16="http://schemas.microsoft.com/office/drawing/2014/main" id="{DFE479B6-B147-444E-8686-415825FDA9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2276" name="灯片编号占位符 3">
            <a:extLst>
              <a:ext uri="{FF2B5EF4-FFF2-40B4-BE49-F238E27FC236}">
                <a16:creationId xmlns:a16="http://schemas.microsoft.com/office/drawing/2014/main" id="{A1E487EB-8067-4E3F-BF80-CBC1004D0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3AB8205-660B-43B8-A61F-0205D1C8D379}" type="slidenum">
              <a:rPr lang="zh-CN" altLang="en-US">
                <a:latin typeface="Calibri" panose="020F0502020204030204" pitchFamily="34" charset="0"/>
              </a:rPr>
              <a:pPr/>
              <a:t>87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幻灯片图像占位符 1">
            <a:extLst>
              <a:ext uri="{FF2B5EF4-FFF2-40B4-BE49-F238E27FC236}">
                <a16:creationId xmlns:a16="http://schemas.microsoft.com/office/drawing/2014/main" id="{1F8D3F62-C89F-4CF8-831A-98ED92C3B6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8659" name="备注占位符 2">
            <a:extLst>
              <a:ext uri="{FF2B5EF4-FFF2-40B4-BE49-F238E27FC236}">
                <a16:creationId xmlns:a16="http://schemas.microsoft.com/office/drawing/2014/main" id="{F79C8BBF-AED7-458B-ADB2-AE56F93EA0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8660" name="灯片编号占位符 3">
            <a:extLst>
              <a:ext uri="{FF2B5EF4-FFF2-40B4-BE49-F238E27FC236}">
                <a16:creationId xmlns:a16="http://schemas.microsoft.com/office/drawing/2014/main" id="{C371CC75-7C6C-47E9-9FD7-BBEC2FFA6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92D0696-3B41-4D4F-A272-2FD5C605521B}" type="slidenum">
              <a:rPr lang="zh-CN" altLang="en-US">
                <a:latin typeface="Calibri" panose="020F0502020204030204" pitchFamily="34" charset="0"/>
              </a:rPr>
              <a:pPr/>
              <a:t>88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幻灯片图像占位符 1">
            <a:extLst>
              <a:ext uri="{FF2B5EF4-FFF2-40B4-BE49-F238E27FC236}">
                <a16:creationId xmlns:a16="http://schemas.microsoft.com/office/drawing/2014/main" id="{67C9402E-3DFB-4EB4-950B-6D88A8CB6F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083" name="备注占位符 2">
            <a:extLst>
              <a:ext uri="{FF2B5EF4-FFF2-40B4-BE49-F238E27FC236}">
                <a16:creationId xmlns:a16="http://schemas.microsoft.com/office/drawing/2014/main" id="{6C98F63E-368A-4D52-9D3C-C17ABE8B82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084" name="灯片编号占位符 3">
            <a:extLst>
              <a:ext uri="{FF2B5EF4-FFF2-40B4-BE49-F238E27FC236}">
                <a16:creationId xmlns:a16="http://schemas.microsoft.com/office/drawing/2014/main" id="{E91E665D-EF09-4770-8B37-B3841E5C0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F086A51-E23D-4279-8906-2DEB2274DDE2}" type="slidenum">
              <a:rPr lang="zh-CN" altLang="en-US">
                <a:latin typeface="Calibri" panose="020F0502020204030204" pitchFamily="34" charset="0"/>
              </a:rPr>
              <a:pPr/>
              <a:t>94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8580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幻灯片图像占位符 1">
            <a:extLst>
              <a:ext uri="{FF2B5EF4-FFF2-40B4-BE49-F238E27FC236}">
                <a16:creationId xmlns:a16="http://schemas.microsoft.com/office/drawing/2014/main" id="{8A5AB342-DE9A-4B5A-B78E-B3E6FCAF15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5107" name="备注占位符 2">
            <a:extLst>
              <a:ext uri="{FF2B5EF4-FFF2-40B4-BE49-F238E27FC236}">
                <a16:creationId xmlns:a16="http://schemas.microsoft.com/office/drawing/2014/main" id="{8EE255A0-4EA2-46AE-9C37-FBBAA17F16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108" name="灯片编号占位符 3">
            <a:extLst>
              <a:ext uri="{FF2B5EF4-FFF2-40B4-BE49-F238E27FC236}">
                <a16:creationId xmlns:a16="http://schemas.microsoft.com/office/drawing/2014/main" id="{1671AE72-160C-4C1F-AC5D-0DFFAB843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03223CF-DE8D-4101-ACC9-55178898B8F2}" type="slidenum">
              <a:rPr lang="zh-CN" altLang="en-US">
                <a:latin typeface="Calibri" panose="020F0502020204030204" pitchFamily="34" charset="0"/>
              </a:rPr>
              <a:pPr/>
              <a:t>96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5210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幻灯片图像占位符 1">
            <a:extLst>
              <a:ext uri="{FF2B5EF4-FFF2-40B4-BE49-F238E27FC236}">
                <a16:creationId xmlns:a16="http://schemas.microsoft.com/office/drawing/2014/main" id="{A3D70A49-239D-44AC-ADD7-34BAD18DA4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1" name="备注占位符 2">
            <a:extLst>
              <a:ext uri="{FF2B5EF4-FFF2-40B4-BE49-F238E27FC236}">
                <a16:creationId xmlns:a16="http://schemas.microsoft.com/office/drawing/2014/main" id="{75E85431-EB54-4907-B0DE-707270A9DC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  <a:p>
            <a:endParaRPr lang="zh-CN" altLang="en-US"/>
          </a:p>
        </p:txBody>
      </p:sp>
      <p:sp>
        <p:nvSpPr>
          <p:cNvPr id="176132" name="灯片编号占位符 3">
            <a:extLst>
              <a:ext uri="{FF2B5EF4-FFF2-40B4-BE49-F238E27FC236}">
                <a16:creationId xmlns:a16="http://schemas.microsoft.com/office/drawing/2014/main" id="{E678E789-1F48-4F54-85B1-C7B19F27E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87D010-C544-4205-9B5E-AB452538EDDB}" type="slidenum">
              <a:rPr lang="zh-CN" altLang="en-US">
                <a:latin typeface="Calibri" panose="020F0502020204030204" pitchFamily="34" charset="0"/>
              </a:rPr>
              <a:pPr/>
              <a:t>97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3461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>
            <a:extLst>
              <a:ext uri="{FF2B5EF4-FFF2-40B4-BE49-F238E27FC236}">
                <a16:creationId xmlns:a16="http://schemas.microsoft.com/office/drawing/2014/main" id="{2A7B987C-9523-49AB-BE79-AF011BB116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备注占位符 2">
            <a:extLst>
              <a:ext uri="{FF2B5EF4-FFF2-40B4-BE49-F238E27FC236}">
                <a16:creationId xmlns:a16="http://schemas.microsoft.com/office/drawing/2014/main" id="{090FF2D6-EA42-46A9-89F7-F40860E50B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7156" name="灯片编号占位符 3">
            <a:extLst>
              <a:ext uri="{FF2B5EF4-FFF2-40B4-BE49-F238E27FC236}">
                <a16:creationId xmlns:a16="http://schemas.microsoft.com/office/drawing/2014/main" id="{A00B53DD-C829-49F2-BEF5-35EB56E79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0A5DC4-6CCE-4E50-B0DE-67ACB76CA146}" type="slidenum">
              <a:rPr lang="zh-CN" altLang="en-US">
                <a:latin typeface="Calibri" panose="020F0502020204030204" pitchFamily="34" charset="0"/>
              </a:rPr>
              <a:pPr/>
              <a:t>98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8854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幻灯片图像占位符 1">
            <a:extLst>
              <a:ext uri="{FF2B5EF4-FFF2-40B4-BE49-F238E27FC236}">
                <a16:creationId xmlns:a16="http://schemas.microsoft.com/office/drawing/2014/main" id="{66B9F6C3-AB3E-41AB-A314-2A48427C61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3779" name="备注占位符 2">
            <a:extLst>
              <a:ext uri="{FF2B5EF4-FFF2-40B4-BE49-F238E27FC236}">
                <a16:creationId xmlns:a16="http://schemas.microsoft.com/office/drawing/2014/main" id="{777B707A-2A3D-4F0E-8637-7B3E0F208C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3780" name="灯片编号占位符 3">
            <a:extLst>
              <a:ext uri="{FF2B5EF4-FFF2-40B4-BE49-F238E27FC236}">
                <a16:creationId xmlns:a16="http://schemas.microsoft.com/office/drawing/2014/main" id="{C1EE6832-631D-438E-82A8-7D9D160D7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B211A6-7266-460E-BC43-CF8D91780410}" type="slidenum">
              <a:rPr lang="zh-CN" altLang="en-US">
                <a:latin typeface="Calibri" panose="020F0502020204030204" pitchFamily="34" charset="0"/>
              </a:rPr>
              <a:pPr/>
              <a:t>100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9C78E67-F162-436F-A371-60E2BA75F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4C64B60-8A42-4011-915A-BAD9D9A29B8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84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01E0E28-41E8-4B2B-82DF-32A553DA7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31DD902-9625-4718-BEE3-CB641B5EA45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9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70D464C-2AC8-46D2-B9EC-D3F04EC1BF52}"/>
              </a:ext>
            </a:extLst>
          </p:cNvPr>
          <p:cNvCxnSpPr/>
          <p:nvPr userDrawn="1"/>
        </p:nvCxnSpPr>
        <p:spPr>
          <a:xfrm>
            <a:off x="0" y="90805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889DCEF-F427-48C1-8015-F7B7F1A9F6FB}"/>
              </a:ext>
            </a:extLst>
          </p:cNvPr>
          <p:cNvCxnSpPr/>
          <p:nvPr userDrawn="1"/>
        </p:nvCxnSpPr>
        <p:spPr>
          <a:xfrm>
            <a:off x="0" y="60833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EDC412D-4921-4227-BD59-C5B3191316F7}"/>
              </a:ext>
            </a:extLst>
          </p:cNvPr>
          <p:cNvCxnSpPr/>
          <p:nvPr userDrawn="1"/>
        </p:nvCxnSpPr>
        <p:spPr>
          <a:xfrm>
            <a:off x="0" y="836613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灯片编号占位符 14">
            <a:extLst>
              <a:ext uri="{FF2B5EF4-FFF2-40B4-BE49-F238E27FC236}">
                <a16:creationId xmlns:a16="http://schemas.microsoft.com/office/drawing/2014/main" id="{E1934735-4A01-4953-A6BE-B841B0AEB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F31F08C-2078-4CFB-A527-ABCBC374F68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842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E0F6C46B-731C-4C7D-BDC4-FE0DC7F75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DE0E43A-DA18-4E16-AFAC-EFE224E5519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47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77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77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0805382-2D65-4D14-AB72-DC7F8FFBE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0AD276-E10F-4256-937D-540011930FD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69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980530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34076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980530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640748C-7219-4F8B-9D83-478F9D18C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812DABA-3DE1-484F-B0C8-A04417E20F2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01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83695AB5-5880-448F-9BC4-808C269A13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ED32BC5-633D-4459-90B2-93DE611E78B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018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0FCA0873-449B-4AC9-9BFD-47E90391F3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2C61DA-82EE-46F2-A21D-F773AA46B1C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2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124743"/>
            <a:ext cx="5486400" cy="360283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5819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6BA2B3C-EE73-4AC3-A8BB-CDC09BE6F3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3CF91F-F66F-4DA5-B1A9-B320F55ED71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77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293A525C-93E7-4367-95F8-3F41C9ACD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E8EB2B-CA3C-4196-A067-DA57F4B1660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33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052737"/>
            <a:ext cx="2057400" cy="4824536"/>
          </a:xfrm>
        </p:spPr>
        <p:txBody>
          <a:bodyPr vert="eaVer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052737"/>
            <a:ext cx="6019800" cy="4824536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12B26EC-A599-4BEB-9289-C1C9C67646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372356-F71C-45E9-A1A8-3A97C672CB6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49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C6E69-A586-48B8-AEED-5EC4B3C2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8B4E9-CB7F-4AB2-8660-177D8452DED3}" type="datetime1">
              <a:rPr lang="zh-CN" altLang="en-US"/>
              <a:pPr>
                <a:defRPr/>
              </a:pPr>
              <a:t>2026-03-21</a:t>
            </a:fld>
            <a:endParaRPr lang="zh-CN" alt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533ACB81-9233-49E0-B9F5-87E99287E0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B37120-CDDD-4857-9F04-3AC4EA92066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242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5A7DC4-F402-4A41-9A98-3F5C6309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B1FE7-5004-4706-9CD0-40C326FCB57A}" type="datetime1">
              <a:rPr lang="zh-CN" altLang="en-US"/>
              <a:pPr>
                <a:defRPr/>
              </a:pPr>
              <a:t>2026-03-21</a:t>
            </a:fld>
            <a:endParaRPr lang="zh-CN" alt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E694AFD-E4AF-4950-89E3-7002B1252E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A5DF1F-058D-49EA-BD5C-5071D510F80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992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3DE68E0E-399B-41F2-8389-6A894EF58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C200F-4911-4562-8734-00510E1BBFF5}" type="datetime1">
              <a:rPr lang="zh-CN" altLang="en-US"/>
              <a:pPr>
                <a:defRPr/>
              </a:pPr>
              <a:t>2026-03-21</a:t>
            </a:fld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CC25FEED-2A34-421D-A7BE-5AC6657EC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D7031E-E5B6-4BF5-AB6C-859B207F2FD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19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7C5B32F-21E2-4F53-9B60-6EF352FC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68C25-17D1-4969-B0D0-609BC776E43B}" type="datetime1">
              <a:rPr lang="zh-CN" altLang="en-US"/>
              <a:pPr>
                <a:defRPr/>
              </a:pPr>
              <a:t>2026-03-21</a:t>
            </a:fld>
            <a:endParaRPr lang="zh-CN" altLang="en-US" dirty="0"/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D1A00E12-7691-4362-985A-16BF905EE1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A7A6D1-B762-4B1B-BB50-0FC5E9193FA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2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B10352-FB26-4625-A63D-0831858D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894C6-6F8A-4E53-90E0-77F100A91EB5}" type="datetime1">
              <a:rPr lang="zh-CN" altLang="en-US"/>
              <a:pPr>
                <a:defRPr/>
              </a:pPr>
              <a:t>2026-03-21</a:t>
            </a:fld>
            <a:endParaRPr lang="zh-CN" alt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CE23112-B009-41DC-8158-52AA7F7CB8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F67D93-D439-40DF-B3F8-56A0723FD12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082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03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08050"/>
            <a:ext cx="4038600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038600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3A6580-91CE-4916-A0F7-A2FE10CE3A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8316913" y="6469063"/>
            <a:ext cx="750887" cy="328612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C21D27-DBD0-4480-B7CD-3735CF07D5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619516-80C1-436C-8259-937A7F4AB058}" type="slidenum">
              <a:rPr lang="zh-CN" altLang="en-US"/>
              <a:pPr/>
              <a:t>‹#›</a:t>
            </a:fld>
            <a:r>
              <a:rPr lang="en-US" altLang="zh-CN"/>
              <a:t>/35</a:t>
            </a:r>
          </a:p>
        </p:txBody>
      </p:sp>
    </p:spTree>
    <p:extLst>
      <p:ext uri="{BB962C8B-B14F-4D97-AF65-F5344CB8AC3E}">
        <p14:creationId xmlns:p14="http://schemas.microsoft.com/office/powerpoint/2010/main" val="720714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1341438"/>
            <a:ext cx="4244975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4244975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2C8C-9C81-40AB-AD68-3BBDAC50FC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65488-2DF3-4B53-9159-B867C996C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01092B-7AD3-4F1F-8D6C-B7FEF6D86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3BAA9-09AE-425C-A384-AAC5F7B432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013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ags" Target="../tags/tag7.xml"/><Relationship Id="rId5" Type="http://schemas.openxmlformats.org/officeDocument/2006/relationships/slideLayout" Target="../slideLayouts/slideLayout16.xml"/><Relationship Id="rId10" Type="http://schemas.openxmlformats.org/officeDocument/2006/relationships/tags" Target="../tags/tag6.xml"/><Relationship Id="rId4" Type="http://schemas.openxmlformats.org/officeDocument/2006/relationships/slideLayout" Target="../slideLayouts/slideLayout15.xml"/><Relationship Id="rId9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0D0A1C5-009E-441E-9B32-E92A38562DDB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6381750"/>
            <a:ext cx="9144000" cy="4762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FC1A4D-D833-45EC-BF6C-997F4C72AABF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9144000" cy="62071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998356E-249A-4EE7-9A29-3FC055D4BE0B}"/>
              </a:ext>
            </a:extLst>
          </p:cNvPr>
          <p:cNvSpPr/>
          <p:nvPr userDrawn="1"/>
        </p:nvSpPr>
        <p:spPr>
          <a:xfrm>
            <a:off x="8634413" y="6456363"/>
            <a:ext cx="360362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9" name="标题占位符 1">
            <a:extLst>
              <a:ext uri="{FF2B5EF4-FFF2-40B4-BE49-F238E27FC236}">
                <a16:creationId xmlns:a16="http://schemas.microsoft.com/office/drawing/2014/main" id="{063851FE-5CCD-4293-AFC1-D592530B7CF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4763"/>
            <a:ext cx="65436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>
            <a:extLst>
              <a:ext uri="{FF2B5EF4-FFF2-40B4-BE49-F238E27FC236}">
                <a16:creationId xmlns:a16="http://schemas.microsoft.com/office/drawing/2014/main" id="{3EB8E082-98E6-4740-BAF9-D0EF6518A4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50" y="981075"/>
            <a:ext cx="8505825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E63C43-C261-4E90-96F7-D37BC39EC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3138" y="6453188"/>
            <a:ext cx="4429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0A1AF81-7C0E-4736-9479-0C8B2ABB4888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1032" name="矩形 14">
            <a:extLst>
              <a:ext uri="{FF2B5EF4-FFF2-40B4-BE49-F238E27FC236}">
                <a16:creationId xmlns:a16="http://schemas.microsoft.com/office/drawing/2014/main" id="{1819AAAA-E098-459E-8542-A252D56C8DF7}"/>
              </a:ext>
            </a:extLst>
          </p:cNvPr>
          <p:cNvSpPr>
            <a:spLocks noChangeArrowheads="1"/>
          </p:cNvSpPr>
          <p:nvPr userDrawn="1">
            <p:custDataLst>
              <p:tags r:id="rId15"/>
            </p:custDataLst>
          </p:nvPr>
        </p:nvSpPr>
        <p:spPr bwMode="auto">
          <a:xfrm>
            <a:off x="-1588" y="620713"/>
            <a:ext cx="9145588" cy="36512"/>
          </a:xfrm>
          <a:prstGeom prst="rect">
            <a:avLst/>
          </a:prstGeom>
          <a:solidFill>
            <a:srgbClr val="0A419B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3" name="矩形 18">
            <a:extLst>
              <a:ext uri="{FF2B5EF4-FFF2-40B4-BE49-F238E27FC236}">
                <a16:creationId xmlns:a16="http://schemas.microsoft.com/office/drawing/2014/main" id="{643DDD60-AA6B-47E0-98FD-DCF522729C72}"/>
              </a:ext>
            </a:extLst>
          </p:cNvPr>
          <p:cNvSpPr>
            <a:spLocks noChangeArrowheads="1"/>
          </p:cNvSpPr>
          <p:nvPr userDrawn="1">
            <p:custDataLst>
              <p:tags r:id="rId16"/>
            </p:custDataLst>
          </p:nvPr>
        </p:nvSpPr>
        <p:spPr bwMode="auto">
          <a:xfrm>
            <a:off x="-1588" y="6381750"/>
            <a:ext cx="9145588" cy="34925"/>
          </a:xfrm>
          <a:prstGeom prst="rect">
            <a:avLst/>
          </a:prstGeom>
          <a:solidFill>
            <a:srgbClr val="0A419B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17" r:id="rId1"/>
    <p:sldLayoutId id="2147485518" r:id="rId2"/>
    <p:sldLayoutId id="2147485532" r:id="rId3"/>
    <p:sldLayoutId id="2147485519" r:id="rId4"/>
    <p:sldLayoutId id="2147485520" r:id="rId5"/>
    <p:sldLayoutId id="2147485521" r:id="rId6"/>
    <p:sldLayoutId id="2147485522" r:id="rId7"/>
    <p:sldLayoutId id="2147485523" r:id="rId8"/>
    <p:sldLayoutId id="2147485524" r:id="rId9"/>
    <p:sldLayoutId id="2147485525" r:id="rId10"/>
    <p:sldLayoutId id="2147485526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AE6C6D6-3259-4B6E-A172-E83478721455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6237288"/>
            <a:ext cx="9144000" cy="62071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FAE6D6-C373-4E51-914D-93336E242BB6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144000" cy="9080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D567A5E-F488-47A0-A715-1012FE943D0D}"/>
              </a:ext>
            </a:extLst>
          </p:cNvPr>
          <p:cNvSpPr/>
          <p:nvPr userDrawn="1"/>
        </p:nvSpPr>
        <p:spPr>
          <a:xfrm>
            <a:off x="8358188" y="6357938"/>
            <a:ext cx="360362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3" name="标题占位符 1">
            <a:extLst>
              <a:ext uri="{FF2B5EF4-FFF2-40B4-BE49-F238E27FC236}">
                <a16:creationId xmlns:a16="http://schemas.microsoft.com/office/drawing/2014/main" id="{72BAB07D-4FFD-4963-B5CD-A646F886CF7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23838"/>
            <a:ext cx="65436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文本占位符 2">
            <a:extLst>
              <a:ext uri="{FF2B5EF4-FFF2-40B4-BE49-F238E27FC236}">
                <a16:creationId xmlns:a16="http://schemas.microsoft.com/office/drawing/2014/main" id="{6B999BE1-30DF-4F2D-A2A5-E9FBEDC3F4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341438"/>
            <a:ext cx="82296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67C623-69C6-4139-B49B-D7EB61CC8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fld id="{C13BA692-3ACA-4B58-B7B6-94C02B3264A7}" type="datetime1">
              <a:rPr lang="zh-CN" altLang="en-US"/>
              <a:pPr>
                <a:defRPr/>
              </a:pPr>
              <a:t>2026-03-21</a:t>
            </a:fld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F8725-CA24-4E9B-876D-C80923988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16913" y="6356350"/>
            <a:ext cx="4429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7ED693-F81B-4487-8382-6E2B5B23E549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2057" name="矩形 14">
            <a:extLst>
              <a:ext uri="{FF2B5EF4-FFF2-40B4-BE49-F238E27FC236}">
                <a16:creationId xmlns:a16="http://schemas.microsoft.com/office/drawing/2014/main" id="{8DF3D244-D800-4319-92B8-C9BA01CFA184}"/>
              </a:ext>
            </a:extLst>
          </p:cNvPr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-1588" y="908050"/>
            <a:ext cx="9145588" cy="36513"/>
          </a:xfrm>
          <a:prstGeom prst="rect">
            <a:avLst/>
          </a:prstGeom>
          <a:solidFill>
            <a:srgbClr val="0A419B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58" name="矩形 18">
            <a:extLst>
              <a:ext uri="{FF2B5EF4-FFF2-40B4-BE49-F238E27FC236}">
                <a16:creationId xmlns:a16="http://schemas.microsoft.com/office/drawing/2014/main" id="{FB790876-50E0-4092-B0B8-9D907B7D0D1C}"/>
              </a:ext>
            </a:extLst>
          </p:cNvPr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-1588" y="6200775"/>
            <a:ext cx="9145588" cy="34925"/>
          </a:xfrm>
          <a:prstGeom prst="rect">
            <a:avLst/>
          </a:prstGeom>
          <a:solidFill>
            <a:srgbClr val="0A419B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59" name="页脚占位符 16">
            <a:extLst>
              <a:ext uri="{FF2B5EF4-FFF2-40B4-BE49-F238E27FC236}">
                <a16:creationId xmlns:a16="http://schemas.microsoft.com/office/drawing/2014/main" id="{5CAF16B9-D13E-486D-B4D8-F26EE2FA314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419475" y="6356350"/>
            <a:ext cx="4824413" cy="5016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Digital Logic Design and Application, by Yan Bo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27" r:id="rId1"/>
    <p:sldLayoutId id="2147485528" r:id="rId2"/>
    <p:sldLayoutId id="2147485529" r:id="rId3"/>
    <p:sldLayoutId id="2147485530" r:id="rId4"/>
    <p:sldLayoutId id="2147485531" r:id="rId5"/>
    <p:sldLayoutId id="2147485533" r:id="rId6"/>
    <p:sldLayoutId id="2147485534" r:id="rId7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1.xml"/><Relationship Id="rId7" Type="http://schemas.openxmlformats.org/officeDocument/2006/relationships/image" Target="../media/image2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jpeg"/><Relationship Id="rId4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jpeg"/><Relationship Id="rId5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Relationship Id="rId4" Type="http://schemas.openxmlformats.org/officeDocument/2006/relationships/image" Target="../media/image41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46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4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53.emf"/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52.emf"/><Relationship Id="rId5" Type="http://schemas.openxmlformats.org/officeDocument/2006/relationships/image" Target="../media/image49.e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51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5.emf"/><Relationship Id="rId4" Type="http://schemas.openxmlformats.org/officeDocument/2006/relationships/oleObject" Target="../embeddings/oleObject1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3.png"/><Relationship Id="rId5" Type="http://schemas.openxmlformats.org/officeDocument/2006/relationships/image" Target="../media/image72.wmf"/><Relationship Id="rId4" Type="http://schemas.openxmlformats.org/officeDocument/2006/relationships/oleObject" Target="../embeddings/oleObject22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75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image.baidu.com/i?ct=503316480&amp;z=0&amp;tn=baiduimagedetail&amp;word=%CD%BC%C6%AC%B1%ED%C7%E9&amp;in=12133&amp;cl=2&amp;cm=1&amp;sc=0&amp;lm=-1&amp;pn=363&amp;rn=1&amp;di=859281128&amp;ln=1121" TargetMode="Externa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7" Type="http://schemas.openxmlformats.org/officeDocument/2006/relationships/image" Target="../media/image90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89.emf"/><Relationship Id="rId4" Type="http://schemas.openxmlformats.org/officeDocument/2006/relationships/oleObject" Target="../embeddings/oleObject26.bin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4" Type="http://schemas.openxmlformats.org/officeDocument/2006/relationships/image" Target="../media/image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5">
            <a:extLst>
              <a:ext uri="{FF2B5EF4-FFF2-40B4-BE49-F238E27FC236}">
                <a16:creationId xmlns:a16="http://schemas.microsoft.com/office/drawing/2014/main" id="{3012E5A5-4A07-4BC5-B94F-DCA7EA92FA5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9080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zh-CN" altLang="en-US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1" name="标题 5">
            <a:extLst>
              <a:ext uri="{FF2B5EF4-FFF2-40B4-BE49-F238E27FC236}">
                <a16:creationId xmlns:a16="http://schemas.microsoft.com/office/drawing/2014/main" id="{2BAE905F-0064-4C99-806B-88E866A158E4}"/>
              </a:ext>
            </a:extLst>
          </p:cNvPr>
          <p:cNvSpPr txBox="1">
            <a:spLocks/>
          </p:cNvSpPr>
          <p:nvPr/>
        </p:nvSpPr>
        <p:spPr bwMode="auto">
          <a:xfrm>
            <a:off x="-1" y="4446587"/>
            <a:ext cx="9123363" cy="24114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zh-CN" altLang="en-US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9785B7-83D4-4654-96F5-73B882C6A3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20637" y="935038"/>
            <a:ext cx="9164638" cy="3567514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0CC1A0-8EB4-4C4F-A1D2-23AC1C1E14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38" y="1052513"/>
            <a:ext cx="9136062" cy="3249612"/>
          </a:xfrm>
          <a:prstGeom prst="rect">
            <a:avLst/>
          </a:prstGeom>
          <a:solidFill>
            <a:srgbClr val="0A419B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cxnSp>
        <p:nvCxnSpPr>
          <p:cNvPr id="3076" name="直接连接符 5">
            <a:extLst>
              <a:ext uri="{FF2B5EF4-FFF2-40B4-BE49-F238E27FC236}">
                <a16:creationId xmlns:a16="http://schemas.microsoft.com/office/drawing/2014/main" id="{C0D98E4A-45C9-4939-A521-80FF585EF4B3}"/>
              </a:ext>
            </a:extLst>
          </p:cNvPr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2593975" y="2578100"/>
            <a:ext cx="6030913" cy="0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7" name="Rectangle 19">
            <a:extLst>
              <a:ext uri="{FF2B5EF4-FFF2-40B4-BE49-F238E27FC236}">
                <a16:creationId xmlns:a16="http://schemas.microsoft.com/office/drawing/2014/main" id="{C08B10AC-FF91-41AA-B9C6-15701EAF2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1196975"/>
            <a:ext cx="796766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FF00"/>
                </a:solidFill>
              </a:rPr>
              <a:t>Digital Logic Design and Application</a:t>
            </a: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FF00"/>
                </a:solidFill>
              </a:rPr>
              <a:t>Topic 2  - Principles for digital design </a:t>
            </a:r>
            <a:br>
              <a:rPr lang="zh-CN" altLang="en-US" sz="3200" b="1" dirty="0">
                <a:solidFill>
                  <a:srgbClr val="FFFF00"/>
                </a:solidFill>
              </a:rPr>
            </a:br>
            <a:r>
              <a:rPr lang="en-US" altLang="zh-CN" sz="2400" b="1" dirty="0">
                <a:solidFill>
                  <a:schemeClr val="bg1"/>
                </a:solidFill>
              </a:rPr>
              <a:t> Yan Bo</a:t>
            </a: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</a:rPr>
              <a:t>School of Information &amp; Communication Engineering, UESTC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</a:rPr>
              <a:t>Email: yanboyu@uestc.edu.cn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3078" name="Picture 2" descr="http://www.polyomics.gla.ac.uk/images/uni_glasgow_logo.png">
            <a:extLst>
              <a:ext uri="{FF2B5EF4-FFF2-40B4-BE49-F238E27FC236}">
                <a16:creationId xmlns:a16="http://schemas.microsoft.com/office/drawing/2014/main" id="{F6CBEBBC-919E-4075-B6BD-959A36505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8172450" y="44450"/>
            <a:ext cx="576263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4" descr="UESTC logo.jpg">
            <a:extLst>
              <a:ext uri="{FF2B5EF4-FFF2-40B4-BE49-F238E27FC236}">
                <a16:creationId xmlns:a16="http://schemas.microsoft.com/office/drawing/2014/main" id="{7E5DE5A2-9B8F-4FBF-9735-AABB614A6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363" y="41275"/>
            <a:ext cx="8651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2" descr="http://doktorspinn.com/wp-content/uploads/2013/04/digital-tunnel-wallpaper1.jpg">
            <a:extLst>
              <a:ext uri="{FF2B5EF4-FFF2-40B4-BE49-F238E27FC236}">
                <a16:creationId xmlns:a16="http://schemas.microsoft.com/office/drawing/2014/main" id="{F8071F8E-D8F9-4FF2-815A-5738AE0F0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1510" y="4494213"/>
            <a:ext cx="3428868" cy="20203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0594A5-7C19-49AA-AD3F-67114CA01530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40200" y="4660900"/>
            <a:ext cx="4489450" cy="19288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 advTm="67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18384112-77C5-466C-8F95-67CEBBFAAA99}"/>
              </a:ext>
            </a:extLst>
          </p:cNvPr>
          <p:cNvGraphicFramePr/>
          <p:nvPr/>
        </p:nvGraphicFramePr>
        <p:xfrm>
          <a:off x="1835696" y="1052736"/>
          <a:ext cx="6408712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147" name="日期占位符 3">
            <a:extLst>
              <a:ext uri="{FF2B5EF4-FFF2-40B4-BE49-F238E27FC236}">
                <a16:creationId xmlns:a16="http://schemas.microsoft.com/office/drawing/2014/main" id="{4F3B7882-C3FC-4819-8B92-675C76FBF47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B8BC2208-6B17-448D-B396-3F4928BD7E5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148" name="灯片编号占位符 5">
            <a:extLst>
              <a:ext uri="{FF2B5EF4-FFF2-40B4-BE49-F238E27FC236}">
                <a16:creationId xmlns:a16="http://schemas.microsoft.com/office/drawing/2014/main" id="{CB0072BE-F482-439B-ABA8-06DEDAD523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AEF714E9-8E03-4167-A89B-826695A53504}" type="slidenum">
              <a:rPr lang="zh-CN" altLang="en-US" sz="1100"/>
              <a:pPr/>
              <a:t>1</a:t>
            </a:fld>
            <a:endParaRPr lang="zh-CN" altLang="en-US" sz="1100"/>
          </a:p>
        </p:txBody>
      </p:sp>
      <p:sp>
        <p:nvSpPr>
          <p:cNvPr id="6149" name="标题 5">
            <a:extLst>
              <a:ext uri="{FF2B5EF4-FFF2-40B4-BE49-F238E27FC236}">
                <a16:creationId xmlns:a16="http://schemas.microsoft.com/office/drawing/2014/main" id="{A44FC74B-081F-4CFB-93C6-DDD6565E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3838"/>
            <a:ext cx="8435975" cy="615950"/>
          </a:xfrm>
        </p:spPr>
        <p:txBody>
          <a:bodyPr/>
          <a:lstStyle/>
          <a:p>
            <a:r>
              <a:rPr lang="en-US" altLang="zh-CN" dirty="0"/>
              <a:t>Topic2</a:t>
            </a:r>
            <a:r>
              <a:rPr lang="zh-CN" altLang="en-US" dirty="0"/>
              <a:t>：</a:t>
            </a:r>
            <a:r>
              <a:rPr lang="en-US" altLang="zh-CN" dirty="0"/>
              <a:t> Principles for digital design 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FCE707C7-AF90-4C0F-BACA-C1B13546DB4C}"/>
              </a:ext>
            </a:extLst>
          </p:cNvPr>
          <p:cNvGraphicFramePr/>
          <p:nvPr/>
        </p:nvGraphicFramePr>
        <p:xfrm>
          <a:off x="1835696" y="1052736"/>
          <a:ext cx="6408712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171" name="日期占位符 3">
            <a:extLst>
              <a:ext uri="{FF2B5EF4-FFF2-40B4-BE49-F238E27FC236}">
                <a16:creationId xmlns:a16="http://schemas.microsoft.com/office/drawing/2014/main" id="{06350F81-60AF-46C8-AD13-421C179811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B5530EB-91DA-4BA3-A535-928AF2044D1C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7172" name="灯片编号占位符 5">
            <a:extLst>
              <a:ext uri="{FF2B5EF4-FFF2-40B4-BE49-F238E27FC236}">
                <a16:creationId xmlns:a16="http://schemas.microsoft.com/office/drawing/2014/main" id="{2D50B7B5-763B-4407-AE62-FDC28B8FB8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3DDF00AB-78C2-4E02-883D-DB3312CAE417}" type="slidenum">
              <a:rPr lang="zh-CN" altLang="en-US" sz="1100"/>
              <a:pPr/>
              <a:t>2</a:t>
            </a:fld>
            <a:endParaRPr lang="zh-CN" altLang="en-US" sz="1100"/>
          </a:p>
        </p:txBody>
      </p:sp>
      <p:sp>
        <p:nvSpPr>
          <p:cNvPr id="7173" name="标题 5">
            <a:extLst>
              <a:ext uri="{FF2B5EF4-FFF2-40B4-BE49-F238E27FC236}">
                <a16:creationId xmlns:a16="http://schemas.microsoft.com/office/drawing/2014/main" id="{43608984-9436-4628-B2C8-ECB942F5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3838"/>
            <a:ext cx="8435975" cy="615950"/>
          </a:xfrm>
        </p:spPr>
        <p:txBody>
          <a:bodyPr/>
          <a:lstStyle/>
          <a:p>
            <a:r>
              <a:rPr lang="en-US" altLang="zh-CN"/>
              <a:t>Topic2</a:t>
            </a:r>
            <a:r>
              <a:rPr lang="zh-CN" altLang="en-US"/>
              <a:t>：</a:t>
            </a:r>
            <a:r>
              <a:rPr lang="en-US" altLang="zh-CN"/>
              <a:t> Principles for digital design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1F1C-1B8E-FE59-6D81-91A03E77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E9C12BC2-8476-008B-8E68-92669F32D1BC}"/>
              </a:ext>
            </a:extLst>
          </p:cNvPr>
          <p:cNvSpPr txBox="1"/>
          <p:nvPr/>
        </p:nvSpPr>
        <p:spPr>
          <a:xfrm>
            <a:off x="611188" y="1268413"/>
            <a:ext cx="649287" cy="3465512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 vert="eaVert" anchor="ctr" anchorCtr="1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Arial" charset="0"/>
              </a:rPr>
              <a:t>TEST</a:t>
            </a:r>
            <a:endParaRPr lang="zh-CN" altLang="en-US" sz="2800" b="1" dirty="0">
              <a:solidFill>
                <a:srgbClr val="C00000"/>
              </a:solidFill>
              <a:latin typeface="Arial" charset="0"/>
            </a:endParaRPr>
          </a:p>
        </p:txBody>
      </p:sp>
      <p:sp>
        <p:nvSpPr>
          <p:cNvPr id="8195" name="TextBox 8">
            <a:extLst>
              <a:ext uri="{FF2B5EF4-FFF2-40B4-BE49-F238E27FC236}">
                <a16:creationId xmlns:a16="http://schemas.microsoft.com/office/drawing/2014/main" id="{A9E72F9C-3FAD-C766-2948-6B27D49C0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062038"/>
            <a:ext cx="5689600" cy="792162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Central Process Unit</a:t>
            </a:r>
            <a:endParaRPr lang="zh-CN" altLang="en-US" sz="3200" b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TextBox 10">
            <a:extLst>
              <a:ext uri="{FF2B5EF4-FFF2-40B4-BE49-F238E27FC236}">
                <a16:creationId xmlns:a16="http://schemas.microsoft.com/office/drawing/2014/main" id="{9789236C-8D7B-A0F4-45D7-CCD428C0C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2060575"/>
            <a:ext cx="2808287" cy="1008063"/>
          </a:xfrm>
          <a:prstGeom prst="rect">
            <a:avLst/>
          </a:prstGeom>
          <a:noFill/>
          <a:ln w="38100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Controller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(State Machine)</a:t>
            </a:r>
            <a:endParaRPr lang="zh-CN" altLang="en-US" b="1">
              <a:solidFill>
                <a:srgbClr val="FFC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7" name="TextBox 9">
            <a:extLst>
              <a:ext uri="{FF2B5EF4-FFF2-40B4-BE49-F238E27FC236}">
                <a16:creationId xmlns:a16="http://schemas.microsoft.com/office/drawing/2014/main" id="{878D4CF7-5438-E2BB-7B58-09AB230D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363" y="2060575"/>
            <a:ext cx="2763837" cy="936625"/>
          </a:xfrm>
          <a:prstGeom prst="rect">
            <a:avLst/>
          </a:prstGeom>
          <a:noFill/>
          <a:ln w="38100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Datapath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(ALU, MUX…)</a:t>
            </a:r>
            <a:endParaRPr lang="zh-CN" altLang="en-US" b="1">
              <a:solidFill>
                <a:srgbClr val="FFC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8" name="标题 1">
            <a:extLst>
              <a:ext uri="{FF2B5EF4-FFF2-40B4-BE49-F238E27FC236}">
                <a16:creationId xmlns:a16="http://schemas.microsoft.com/office/drawing/2014/main" id="{F6366D03-2CE1-15AD-A5A7-B704A502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Where we are</a:t>
            </a:r>
            <a:endParaRPr lang="zh-CN" altLang="en-US"/>
          </a:p>
        </p:txBody>
      </p:sp>
      <p:sp>
        <p:nvSpPr>
          <p:cNvPr id="8199" name="日期占位符 2">
            <a:extLst>
              <a:ext uri="{FF2B5EF4-FFF2-40B4-BE49-F238E27FC236}">
                <a16:creationId xmlns:a16="http://schemas.microsoft.com/office/drawing/2014/main" id="{FD296160-5DBB-78B7-8385-C919466812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78111303-2032-4744-962B-DDAD1FF258F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200" name="灯片编号占位符 3">
            <a:extLst>
              <a:ext uri="{FF2B5EF4-FFF2-40B4-BE49-F238E27FC236}">
                <a16:creationId xmlns:a16="http://schemas.microsoft.com/office/drawing/2014/main" id="{676FBD73-E2E5-08A8-8A1D-24FC0C5AE9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A28528E-E8B0-447F-BDFF-44BF788B01E8}" type="slidenum">
              <a:rPr lang="zh-CN" altLang="en-US" sz="1100"/>
              <a:pPr/>
              <a:t>3</a:t>
            </a:fld>
            <a:endParaRPr lang="zh-CN" altLang="en-US" sz="1100"/>
          </a:p>
        </p:txBody>
      </p:sp>
      <p:sp>
        <p:nvSpPr>
          <p:cNvPr id="8201" name="TextBox 4">
            <a:extLst>
              <a:ext uri="{FF2B5EF4-FFF2-40B4-BE49-F238E27FC236}">
                <a16:creationId xmlns:a16="http://schemas.microsoft.com/office/drawing/2014/main" id="{D88193CE-45C7-E255-4DDC-B09D38E8F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00663"/>
            <a:ext cx="5761038" cy="792162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Boolean Algebra</a:t>
            </a:r>
            <a:endParaRPr lang="zh-CN" altLang="en-US" sz="3200" b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2" name="TextBox 5">
            <a:extLst>
              <a:ext uri="{FF2B5EF4-FFF2-40B4-BE49-F238E27FC236}">
                <a16:creationId xmlns:a16="http://schemas.microsoft.com/office/drawing/2014/main" id="{01BFD303-B7B2-8238-18AC-68B532770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08500"/>
            <a:ext cx="5761038" cy="649288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Gates</a:t>
            </a:r>
            <a:endParaRPr lang="zh-CN" altLang="en-US" sz="3200" b="1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3" name="TextBox 6">
            <a:extLst>
              <a:ext uri="{FF2B5EF4-FFF2-40B4-BE49-F238E27FC236}">
                <a16:creationId xmlns:a16="http://schemas.microsoft.com/office/drawing/2014/main" id="{4FF6E3E5-F9EE-82BE-FBAE-B76FD094F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357563"/>
            <a:ext cx="2808288" cy="1046162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Combinational Circuit</a:t>
            </a:r>
            <a:endParaRPr lang="zh-CN" altLang="en-US" b="1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4" name="TextBox 7">
            <a:extLst>
              <a:ext uri="{FF2B5EF4-FFF2-40B4-BE49-F238E27FC236}">
                <a16:creationId xmlns:a16="http://schemas.microsoft.com/office/drawing/2014/main" id="{982B2727-1763-6937-8241-B5C9A716B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3357563"/>
            <a:ext cx="2808288" cy="1008062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Sequential</a:t>
            </a:r>
            <a:endParaRPr lang="en-US" altLang="zh-CN" sz="2400" b="1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Circuit</a:t>
            </a:r>
            <a:endParaRPr lang="zh-CN" altLang="en-US" sz="2400" b="1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C7C69-55DA-154E-5F4D-253926686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052513"/>
            <a:ext cx="5689600" cy="792162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</a:rPr>
              <a:t>Central Process Unit</a:t>
            </a:r>
            <a:endParaRPr lang="zh-CN" altLang="en-US" sz="3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6B9641-D3DC-7BCC-CC95-CB12844D8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363" y="2060575"/>
            <a:ext cx="2763837" cy="936625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800" b="1" dirty="0" err="1">
                <a:solidFill>
                  <a:schemeClr val="bg1">
                    <a:lumMod val="65000"/>
                  </a:schemeClr>
                </a:solidFill>
              </a:rPr>
              <a:t>Datapath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</a:rPr>
              <a:t>(ALU, MUX…)</a:t>
            </a:r>
            <a:endParaRPr lang="zh-CN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F39319-E655-46CA-E119-AAD2920B9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2060575"/>
            <a:ext cx="2808287" cy="1008063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</a:rPr>
              <a:t>Controller</a:t>
            </a:r>
          </a:p>
          <a:p>
            <a:pPr algn="ctr" eaLnBrk="1" hangingPunct="1">
              <a:defRPr/>
            </a:pP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</a:rPr>
              <a:t>(State Machine)</a:t>
            </a:r>
            <a:endParaRPr lang="zh-CN" altLang="en-US" sz="28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8495D7-B844-F4F1-82ED-E78A31BE5F9A}"/>
              </a:ext>
            </a:extLst>
          </p:cNvPr>
          <p:cNvSpPr txBox="1"/>
          <p:nvPr/>
        </p:nvSpPr>
        <p:spPr>
          <a:xfrm>
            <a:off x="611188" y="1268413"/>
            <a:ext cx="649287" cy="3455987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txBody>
          <a:bodyPr vert="eaVert" anchor="ctr" anchorCtr="1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TEST</a:t>
            </a:r>
            <a:endParaRPr lang="zh-CN" altLang="en-US" sz="2800" b="1" dirty="0">
              <a:solidFill>
                <a:schemeClr val="bg1">
                  <a:lumMod val="65000"/>
                </a:schemeClr>
              </a:solidFill>
              <a:latin typeface="Arial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3CDC76-A123-CCEC-3358-AA0099100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00663"/>
            <a:ext cx="5778500" cy="79216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B05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>
              <a:defRPr/>
            </a:pPr>
            <a:r>
              <a:rPr lang="en-US" altLang="zh-CN" sz="3200" b="1" dirty="0">
                <a:solidFill>
                  <a:srgbClr val="00B050"/>
                </a:solidFill>
              </a:rPr>
              <a:t>Boolean Algebra</a:t>
            </a:r>
            <a:endParaRPr lang="zh-CN" altLang="en-US" sz="3200" b="1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EBC6BD-25F9-9D36-023C-1785340A1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3357563"/>
            <a:ext cx="2808288" cy="1008062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</a:rPr>
              <a:t>Sequential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Circuit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E8BE45-97F6-96D5-16A6-7AFFBDE2C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888" y="4602163"/>
            <a:ext cx="1535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F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Topic2-1</a:t>
            </a:r>
            <a:endParaRPr lang="zh-CN" altLang="en-US" sz="2400" b="1">
              <a:solidFill>
                <a:srgbClr val="00B0F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413464-016E-2F63-FC39-8B2C2B060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3862388"/>
            <a:ext cx="854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itchFamily="66" charset="0"/>
              </a:rPr>
              <a:t>Chap</a:t>
            </a:r>
          </a:p>
          <a:p>
            <a:pPr algn="ctr" eaLnBrk="1" hangingPunct="1"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itchFamily="66" charset="0"/>
              </a:rPr>
              <a:t>2&amp;3&amp;4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24A0DA-B073-0247-3C19-073BF3527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97425"/>
            <a:ext cx="8556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itchFamily="66" charset="0"/>
              </a:rPr>
              <a:t>Chap1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43039D-C1FC-A83A-EC94-D87195D47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5746750"/>
            <a:ext cx="8556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itchFamily="66" charset="0"/>
              </a:rPr>
              <a:t>Chap1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32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FDE06461-5FF5-480D-9400-D6262DAC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3" y="44450"/>
            <a:ext cx="8686800" cy="839788"/>
          </a:xfrm>
        </p:spPr>
        <p:txBody>
          <a:bodyPr/>
          <a:lstStyle/>
          <a:p>
            <a:pPr marL="534988" indent="-534988"/>
            <a:r>
              <a:rPr lang="en-US" altLang="zh-CN"/>
              <a:t>Organization of Center Processor Unit</a:t>
            </a:r>
            <a:endParaRPr lang="zh-CN" altLang="en-US"/>
          </a:p>
        </p:txBody>
      </p:sp>
      <p:sp>
        <p:nvSpPr>
          <p:cNvPr id="9219" name="日期占位符 2">
            <a:extLst>
              <a:ext uri="{FF2B5EF4-FFF2-40B4-BE49-F238E27FC236}">
                <a16:creationId xmlns:a16="http://schemas.microsoft.com/office/drawing/2014/main" id="{44BBAC31-F181-44DF-8B7A-9F6E719816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DFFDC866-A2BA-476A-8934-9E1411BEB284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BC786266-6104-46D8-BA42-085EA5816D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82033958-AE2A-4C00-8718-4BD70F9FC7EA}" type="slidenum">
              <a:rPr lang="zh-CN" altLang="en-US" sz="1100"/>
              <a:pPr/>
              <a:t>4</a:t>
            </a:fld>
            <a:endParaRPr lang="zh-CN" altLang="en-US" sz="1100" dirty="0"/>
          </a:p>
        </p:txBody>
      </p:sp>
      <p:sp>
        <p:nvSpPr>
          <p:cNvPr id="9221" name="日期占位符 3">
            <a:extLst>
              <a:ext uri="{FF2B5EF4-FFF2-40B4-BE49-F238E27FC236}">
                <a16:creationId xmlns:a16="http://schemas.microsoft.com/office/drawing/2014/main" id="{6C0553E4-B6F0-410F-9494-015EBFB3F79C}"/>
              </a:ext>
            </a:extLst>
          </p:cNvPr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70C0859-6BCC-46BE-820E-9B7F4A2DBBCD}" type="datetime1">
              <a:rPr lang="zh-CN" altLang="en-US" sz="1400">
                <a:solidFill>
                  <a:srgbClr val="0A419B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pic>
        <p:nvPicPr>
          <p:cNvPr id="9223" name="Picture 2">
            <a:extLst>
              <a:ext uri="{FF2B5EF4-FFF2-40B4-BE49-F238E27FC236}">
                <a16:creationId xmlns:a16="http://schemas.microsoft.com/office/drawing/2014/main" id="{FD25AED9-9289-4339-88BF-72F6C081C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79513"/>
            <a:ext cx="8101012" cy="4843462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388174-77FE-49DF-B523-B122F44D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525" y="973138"/>
            <a:ext cx="590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P65</a:t>
            </a:r>
            <a:endParaRPr lang="zh-CN" altLang="en-US" sz="18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advTm="13575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BE7E9C71-F214-4244-A5F5-ACA4CCB96096}"/>
              </a:ext>
            </a:extLst>
          </p:cNvPr>
          <p:cNvGraphicFramePr/>
          <p:nvPr/>
        </p:nvGraphicFramePr>
        <p:xfrm>
          <a:off x="1835696" y="1052736"/>
          <a:ext cx="6408712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243" name="日期占位符 3">
            <a:extLst>
              <a:ext uri="{FF2B5EF4-FFF2-40B4-BE49-F238E27FC236}">
                <a16:creationId xmlns:a16="http://schemas.microsoft.com/office/drawing/2014/main" id="{05508042-C533-4D3E-9E9B-F790BAE859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54AC1E4A-3550-4563-85EF-7571D0CD86DE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0244" name="灯片编号占位符 5">
            <a:extLst>
              <a:ext uri="{FF2B5EF4-FFF2-40B4-BE49-F238E27FC236}">
                <a16:creationId xmlns:a16="http://schemas.microsoft.com/office/drawing/2014/main" id="{1F34ECBB-E3B6-4207-9C2A-769C5DD96A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F578427B-73C8-4003-80DF-F6E21DC24C50}" type="slidenum">
              <a:rPr lang="zh-CN" altLang="en-US" sz="1100"/>
              <a:pPr/>
              <a:t>5</a:t>
            </a:fld>
            <a:endParaRPr lang="zh-CN" altLang="en-US" sz="1100"/>
          </a:p>
        </p:txBody>
      </p:sp>
      <p:sp>
        <p:nvSpPr>
          <p:cNvPr id="10245" name="标题 5">
            <a:extLst>
              <a:ext uri="{FF2B5EF4-FFF2-40B4-BE49-F238E27FC236}">
                <a16:creationId xmlns:a16="http://schemas.microsoft.com/office/drawing/2014/main" id="{A55E6F75-16F4-4504-A0C2-E393519D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3838"/>
            <a:ext cx="8435975" cy="615950"/>
          </a:xfrm>
        </p:spPr>
        <p:txBody>
          <a:bodyPr/>
          <a:lstStyle/>
          <a:p>
            <a:r>
              <a:rPr lang="en-US" altLang="zh-CN"/>
              <a:t>Topic2</a:t>
            </a:r>
            <a:r>
              <a:rPr lang="zh-CN" altLang="en-US"/>
              <a:t>：</a:t>
            </a:r>
            <a:r>
              <a:rPr lang="en-US" altLang="zh-CN"/>
              <a:t> Principles for digital design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5ED4-4AF9-42B5-5DCD-E4DA6858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28D79B47-0C8F-D07A-D549-1516FB9F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Gates and Logic:   </a:t>
            </a:r>
            <a:r>
              <a:rPr lang="en-US" altLang="zh-CN" sz="2400"/>
              <a:t>basic gates</a:t>
            </a:r>
            <a:endParaRPr lang="zh-CN" altLang="en-US" sz="2800"/>
          </a:p>
        </p:txBody>
      </p:sp>
      <p:sp>
        <p:nvSpPr>
          <p:cNvPr id="11267" name="日期占位符 2">
            <a:extLst>
              <a:ext uri="{FF2B5EF4-FFF2-40B4-BE49-F238E27FC236}">
                <a16:creationId xmlns:a16="http://schemas.microsoft.com/office/drawing/2014/main" id="{9171E129-6571-0F7B-FEFC-A805D220CA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AB58376B-42D3-47FA-A6CA-49D5798CA44D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433E4C19-BF63-195E-3572-8272C2427F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7C3DE7B7-5990-4751-910D-E6B556A5F0E1}" type="slidenum">
              <a:rPr lang="zh-CN" altLang="en-US" sz="1100"/>
              <a:pPr/>
              <a:t>6</a:t>
            </a:fld>
            <a:endParaRPr lang="zh-CN" altLang="en-US" sz="11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9168B88-B228-95A2-DD5D-9F8301364A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888" y="2293938"/>
          <a:ext cx="8834437" cy="356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29920" imgH="1251360" progId="Visio.Drawing.11">
                  <p:embed/>
                </p:oleObj>
              </mc:Choice>
              <mc:Fallback>
                <p:oleObj r:id="rId3" imgW="4129920" imgH="1251360" progId="Visio.Drawing.11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4F7BFB8-7AE7-4382-A092-3D7BAEB7C5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8" y="2293938"/>
                        <a:ext cx="8834437" cy="356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23F7B3C-8FC0-A073-6D5E-E37F21F2EA51}"/>
              </a:ext>
            </a:extLst>
          </p:cNvPr>
          <p:cNvSpPr txBox="1">
            <a:spLocks/>
          </p:cNvSpPr>
          <p:nvPr/>
        </p:nvSpPr>
        <p:spPr bwMode="auto">
          <a:xfrm>
            <a:off x="0" y="998538"/>
            <a:ext cx="9144000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3200" b="1" dirty="0"/>
              <a:t>Gates:  </a:t>
            </a:r>
            <a:r>
              <a:rPr lang="en-US" altLang="zh-CN" sz="2400" b="1" dirty="0"/>
              <a:t>A Device executes Boolean Operation</a:t>
            </a:r>
          </a:p>
          <a:p>
            <a:pPr algn="ctr"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AND gate  （b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OR gate  （c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NOT gate or Inverter</a:t>
            </a:r>
            <a:endParaRPr lang="zh-CN" altLang="en-US" sz="2400" b="1" dirty="0"/>
          </a:p>
          <a:p>
            <a:pPr algn="ctr">
              <a:buFont typeface="Arial" panose="020B0604020202020204" pitchFamily="34" charset="0"/>
              <a:buNone/>
            </a:pPr>
            <a:endParaRPr lang="en-US" altLang="zh-CN" sz="3200" b="1" dirty="0"/>
          </a:p>
          <a:p>
            <a:pPr lvl="1"/>
            <a:endParaRPr lang="en-US" altLang="zh-CN" sz="2000" dirty="0"/>
          </a:p>
        </p:txBody>
      </p:sp>
      <p:sp>
        <p:nvSpPr>
          <p:cNvPr id="11273" name="矩形 11">
            <a:extLst>
              <a:ext uri="{FF2B5EF4-FFF2-40B4-BE49-F238E27FC236}">
                <a16:creationId xmlns:a16="http://schemas.microsoft.com/office/drawing/2014/main" id="{33954730-2C95-1C45-08DC-2AEFD453D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7513" y="954088"/>
            <a:ext cx="10556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Chap2.5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803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2">
            <a:extLst>
              <a:ext uri="{FF2B5EF4-FFF2-40B4-BE49-F238E27FC236}">
                <a16:creationId xmlns:a16="http://schemas.microsoft.com/office/drawing/2014/main" id="{CA027CE5-30D0-44C5-85C3-24FB707BE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2503488"/>
            <a:ext cx="16557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标题 1">
            <a:extLst>
              <a:ext uri="{FF2B5EF4-FFF2-40B4-BE49-F238E27FC236}">
                <a16:creationId xmlns:a16="http://schemas.microsoft.com/office/drawing/2014/main" id="{04797356-26FB-491D-9534-6490EA67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115888"/>
            <a:ext cx="7632700" cy="7239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Gates and Logic:   </a:t>
            </a:r>
            <a:r>
              <a:rPr lang="en-US" altLang="zh-CN" sz="2400" dirty="0"/>
              <a:t>other gates</a:t>
            </a:r>
            <a:endParaRPr lang="zh-CN" altLang="en-US" sz="2400" dirty="0">
              <a:cs typeface="+mn-cs"/>
            </a:endParaRPr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D6474FEF-3FDA-436D-8D90-3E265144E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03850496-7540-4598-BB82-B4D8F8B818DE}" type="slidenum">
              <a:rPr lang="zh-CN" altLang="en-US" sz="1100"/>
              <a:pPr/>
              <a:t>7</a:t>
            </a:fld>
            <a:endParaRPr lang="zh-CN" altLang="en-US" sz="1100" dirty="0"/>
          </a:p>
        </p:txBody>
      </p:sp>
      <p:pic>
        <p:nvPicPr>
          <p:cNvPr id="29703" name="Picture 7">
            <a:extLst>
              <a:ext uri="{FF2B5EF4-FFF2-40B4-BE49-F238E27FC236}">
                <a16:creationId xmlns:a16="http://schemas.microsoft.com/office/drawing/2014/main" id="{041F0E56-5F47-49F9-AF4A-D3721611F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43013"/>
            <a:ext cx="1639888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7" name="Picture 11">
            <a:extLst>
              <a:ext uri="{FF2B5EF4-FFF2-40B4-BE49-F238E27FC236}">
                <a16:creationId xmlns:a16="http://schemas.microsoft.com/office/drawing/2014/main" id="{A27C4577-C4A1-4E87-9C81-8F8D324C7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3519488"/>
            <a:ext cx="16430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7">
            <a:extLst>
              <a:ext uri="{FF2B5EF4-FFF2-40B4-BE49-F238E27FC236}">
                <a16:creationId xmlns:a16="http://schemas.microsoft.com/office/drawing/2014/main" id="{88138F0A-62C4-408B-9E25-8F8797359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1243013"/>
            <a:ext cx="1639888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椭圆 20">
            <a:extLst>
              <a:ext uri="{FF2B5EF4-FFF2-40B4-BE49-F238E27FC236}">
                <a16:creationId xmlns:a16="http://schemas.microsoft.com/office/drawing/2014/main" id="{7C165985-DDEF-4ACA-8BC1-E09F845F42F0}"/>
              </a:ext>
            </a:extLst>
          </p:cNvPr>
          <p:cNvSpPr/>
          <p:nvPr/>
        </p:nvSpPr>
        <p:spPr>
          <a:xfrm>
            <a:off x="3924300" y="145891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12B27A7-16DD-4C6C-A13E-CD59A34D1900}"/>
              </a:ext>
            </a:extLst>
          </p:cNvPr>
          <p:cNvCxnSpPr/>
          <p:nvPr/>
        </p:nvCxnSpPr>
        <p:spPr>
          <a:xfrm>
            <a:off x="3995738" y="1819275"/>
            <a:ext cx="36036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74CB18D6-95E5-486B-8E64-D1C10EF43697}"/>
              </a:ext>
            </a:extLst>
          </p:cNvPr>
          <p:cNvSpPr/>
          <p:nvPr/>
        </p:nvSpPr>
        <p:spPr>
          <a:xfrm>
            <a:off x="3924300" y="2719388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B28A6D7-E78A-440B-BB22-BF9DBC7FB959}"/>
              </a:ext>
            </a:extLst>
          </p:cNvPr>
          <p:cNvCxnSpPr/>
          <p:nvPr/>
        </p:nvCxnSpPr>
        <p:spPr>
          <a:xfrm>
            <a:off x="3779838" y="3151188"/>
            <a:ext cx="5048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708" name="Picture 12">
            <a:extLst>
              <a:ext uri="{FF2B5EF4-FFF2-40B4-BE49-F238E27FC236}">
                <a16:creationId xmlns:a16="http://schemas.microsoft.com/office/drawing/2014/main" id="{31B3D0DC-E84B-4E89-A47E-8250DB000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2503488"/>
            <a:ext cx="165735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942244F-DD94-4AF5-A699-517692FCC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425" y="1830388"/>
            <a:ext cx="166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987DB0-3F48-4CB1-B9B4-D34CBA120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098800"/>
            <a:ext cx="1666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7" name="Picture 7">
            <a:extLst>
              <a:ext uri="{FF2B5EF4-FFF2-40B4-BE49-F238E27FC236}">
                <a16:creationId xmlns:a16="http://schemas.microsoft.com/office/drawing/2014/main" id="{07EE5138-D74C-4880-8F4F-56BC3A8A3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243013"/>
            <a:ext cx="1639888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5EA68DB-3055-476A-A899-278096A7FDD0}"/>
              </a:ext>
            </a:extLst>
          </p:cNvPr>
          <p:cNvCxnSpPr/>
          <p:nvPr/>
        </p:nvCxnSpPr>
        <p:spPr>
          <a:xfrm>
            <a:off x="6067425" y="1819275"/>
            <a:ext cx="160338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508ACDEB-101A-4545-BAB0-48958AB215A5}"/>
              </a:ext>
            </a:extLst>
          </p:cNvPr>
          <p:cNvSpPr/>
          <p:nvPr/>
        </p:nvSpPr>
        <p:spPr>
          <a:xfrm>
            <a:off x="5364163" y="1316038"/>
            <a:ext cx="1444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28DB25A6-1FCE-4F5E-994A-DB04CDBAE7BB}"/>
              </a:ext>
            </a:extLst>
          </p:cNvPr>
          <p:cNvSpPr/>
          <p:nvPr/>
        </p:nvSpPr>
        <p:spPr>
          <a:xfrm>
            <a:off x="5364163" y="1603375"/>
            <a:ext cx="144462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61AE535-7517-4887-9DEC-C07B3C991D67}"/>
              </a:ext>
            </a:extLst>
          </p:cNvPr>
          <p:cNvCxnSpPr/>
          <p:nvPr/>
        </p:nvCxnSpPr>
        <p:spPr>
          <a:xfrm>
            <a:off x="6300788" y="1819275"/>
            <a:ext cx="160337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12">
            <a:extLst>
              <a:ext uri="{FF2B5EF4-FFF2-40B4-BE49-F238E27FC236}">
                <a16:creationId xmlns:a16="http://schemas.microsoft.com/office/drawing/2014/main" id="{21E3DCE4-317A-4C02-B7E1-05575D707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430463"/>
            <a:ext cx="1655763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椭圆 64">
            <a:extLst>
              <a:ext uri="{FF2B5EF4-FFF2-40B4-BE49-F238E27FC236}">
                <a16:creationId xmlns:a16="http://schemas.microsoft.com/office/drawing/2014/main" id="{75214F0F-E3A9-4A10-B039-B694DE5BD9B7}"/>
              </a:ext>
            </a:extLst>
          </p:cNvPr>
          <p:cNvSpPr/>
          <p:nvPr/>
        </p:nvSpPr>
        <p:spPr>
          <a:xfrm>
            <a:off x="5364163" y="2503488"/>
            <a:ext cx="1444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53ABCA30-91AC-4B8C-89AE-AC2AEAB78A7F}"/>
              </a:ext>
            </a:extLst>
          </p:cNvPr>
          <p:cNvCxnSpPr/>
          <p:nvPr/>
        </p:nvCxnSpPr>
        <p:spPr>
          <a:xfrm>
            <a:off x="5867400" y="3079750"/>
            <a:ext cx="144463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椭圆 71">
            <a:extLst>
              <a:ext uri="{FF2B5EF4-FFF2-40B4-BE49-F238E27FC236}">
                <a16:creationId xmlns:a16="http://schemas.microsoft.com/office/drawing/2014/main" id="{4AF4A632-B686-473E-8DEB-7AEDF0CB7808}"/>
              </a:ext>
            </a:extLst>
          </p:cNvPr>
          <p:cNvSpPr/>
          <p:nvPr/>
        </p:nvSpPr>
        <p:spPr>
          <a:xfrm>
            <a:off x="5364163" y="2790825"/>
            <a:ext cx="144462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EA078FD-7124-47EA-AC3B-67C3179AFE4A}"/>
              </a:ext>
            </a:extLst>
          </p:cNvPr>
          <p:cNvCxnSpPr/>
          <p:nvPr/>
        </p:nvCxnSpPr>
        <p:spPr>
          <a:xfrm>
            <a:off x="6227763" y="3079750"/>
            <a:ext cx="215900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">
            <a:extLst>
              <a:ext uri="{FF2B5EF4-FFF2-40B4-BE49-F238E27FC236}">
                <a16:creationId xmlns:a16="http://schemas.microsoft.com/office/drawing/2014/main" id="{6006B7B9-9BA6-4157-9EC4-AE586122C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963" y="1243013"/>
            <a:ext cx="1639887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FEE17359-FD22-4DAF-BB60-94536380567A}"/>
              </a:ext>
            </a:extLst>
          </p:cNvPr>
          <p:cNvCxnSpPr/>
          <p:nvPr/>
        </p:nvCxnSpPr>
        <p:spPr>
          <a:xfrm>
            <a:off x="8128000" y="1819275"/>
            <a:ext cx="161925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C8951BC8-2E1A-42A4-A9BC-7C9A53FE6C9D}"/>
              </a:ext>
            </a:extLst>
          </p:cNvPr>
          <p:cNvSpPr/>
          <p:nvPr/>
        </p:nvSpPr>
        <p:spPr>
          <a:xfrm>
            <a:off x="7424738" y="1316038"/>
            <a:ext cx="1444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6D013F72-8E9A-4CC9-A608-DDF4365BE608}"/>
              </a:ext>
            </a:extLst>
          </p:cNvPr>
          <p:cNvSpPr/>
          <p:nvPr/>
        </p:nvSpPr>
        <p:spPr>
          <a:xfrm>
            <a:off x="7424738" y="1603375"/>
            <a:ext cx="144462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C7D67553-560E-4752-9D82-F8578054B454}"/>
              </a:ext>
            </a:extLst>
          </p:cNvPr>
          <p:cNvCxnSpPr/>
          <p:nvPr/>
        </p:nvCxnSpPr>
        <p:spPr>
          <a:xfrm>
            <a:off x="8361363" y="1819275"/>
            <a:ext cx="161925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Picture 12">
            <a:extLst>
              <a:ext uri="{FF2B5EF4-FFF2-40B4-BE49-F238E27FC236}">
                <a16:creationId xmlns:a16="http://schemas.microsoft.com/office/drawing/2014/main" id="{487FD47D-CB24-4D49-BF50-7B3DD9238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963" y="2430463"/>
            <a:ext cx="1655762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椭圆 86">
            <a:extLst>
              <a:ext uri="{FF2B5EF4-FFF2-40B4-BE49-F238E27FC236}">
                <a16:creationId xmlns:a16="http://schemas.microsoft.com/office/drawing/2014/main" id="{C1948C04-7FE8-4F68-98EF-C751B8EF3061}"/>
              </a:ext>
            </a:extLst>
          </p:cNvPr>
          <p:cNvSpPr/>
          <p:nvPr/>
        </p:nvSpPr>
        <p:spPr>
          <a:xfrm>
            <a:off x="7424738" y="2503488"/>
            <a:ext cx="1444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4369765F-6604-4A08-AD73-590860972C64}"/>
              </a:ext>
            </a:extLst>
          </p:cNvPr>
          <p:cNvCxnSpPr/>
          <p:nvPr/>
        </p:nvCxnSpPr>
        <p:spPr>
          <a:xfrm>
            <a:off x="7929563" y="3079750"/>
            <a:ext cx="144462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B22020D1-D6D8-40C7-A0D0-FBC937E64EA2}"/>
              </a:ext>
            </a:extLst>
          </p:cNvPr>
          <p:cNvSpPr/>
          <p:nvPr/>
        </p:nvSpPr>
        <p:spPr>
          <a:xfrm>
            <a:off x="7424738" y="2790825"/>
            <a:ext cx="144462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4A7C3364-F66B-4B84-B1A0-2DE672E4B20A}"/>
              </a:ext>
            </a:extLst>
          </p:cNvPr>
          <p:cNvCxnSpPr/>
          <p:nvPr/>
        </p:nvCxnSpPr>
        <p:spPr>
          <a:xfrm>
            <a:off x="8289925" y="3079750"/>
            <a:ext cx="215900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椭圆 96">
            <a:extLst>
              <a:ext uri="{FF2B5EF4-FFF2-40B4-BE49-F238E27FC236}">
                <a16:creationId xmlns:a16="http://schemas.microsoft.com/office/drawing/2014/main" id="{22028E9E-D629-48C5-881A-5F4C07C235CA}"/>
              </a:ext>
            </a:extLst>
          </p:cNvPr>
          <p:cNvSpPr/>
          <p:nvPr/>
        </p:nvSpPr>
        <p:spPr>
          <a:xfrm>
            <a:off x="8101013" y="145891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15636C0E-385E-4A0E-B409-1632136DA28C}"/>
              </a:ext>
            </a:extLst>
          </p:cNvPr>
          <p:cNvSpPr/>
          <p:nvPr/>
        </p:nvSpPr>
        <p:spPr>
          <a:xfrm>
            <a:off x="8101013" y="264636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8D51DB9-46D5-4CD1-A73E-DB716159B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8" y="1830388"/>
            <a:ext cx="1666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7BE5099-44D2-4770-95E5-354993BC0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3017838"/>
            <a:ext cx="166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55A11F5E-1FBE-4CEA-A027-B6B7EDA5C23D}"/>
              </a:ext>
            </a:extLst>
          </p:cNvPr>
          <p:cNvCxnSpPr/>
          <p:nvPr/>
        </p:nvCxnSpPr>
        <p:spPr>
          <a:xfrm>
            <a:off x="8101013" y="1747838"/>
            <a:ext cx="431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9A53759-C98D-4ED3-8BBF-943E24A43B7E}"/>
              </a:ext>
            </a:extLst>
          </p:cNvPr>
          <p:cNvCxnSpPr/>
          <p:nvPr/>
        </p:nvCxnSpPr>
        <p:spPr>
          <a:xfrm>
            <a:off x="7885113" y="3006725"/>
            <a:ext cx="5746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2253BEA-C622-4A5B-9635-5DD54EDB7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3686175"/>
            <a:ext cx="65881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Comic Sans MS" panose="030F0702030302020204" pitchFamily="66" charset="0"/>
              </a:rPr>
              <a:t>Q1: </a:t>
            </a:r>
            <a:r>
              <a:rPr lang="en-US" altLang="zh-CN" sz="1800" b="1">
                <a:solidFill>
                  <a:srgbClr val="00B050"/>
                </a:solidFill>
                <a:latin typeface="Comic Sans MS" panose="030F0702030302020204" pitchFamily="66" charset="0"/>
              </a:rPr>
              <a:t>Could you write out any other gates? </a:t>
            </a:r>
            <a:endParaRPr lang="zh-CN" altLang="en-US" b="1">
              <a:solidFill>
                <a:srgbClr val="00B050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Comic Sans MS" panose="030F0702030302020204" pitchFamily="66" charset="0"/>
              </a:rPr>
              <a:t>Q2: </a:t>
            </a:r>
            <a:r>
              <a:rPr lang="en-US" altLang="zh-CN" sz="1800" b="1">
                <a:solidFill>
                  <a:srgbClr val="00B050"/>
                </a:solidFill>
                <a:latin typeface="Comic Sans MS" panose="030F0702030302020204" pitchFamily="66" charset="0"/>
              </a:rPr>
              <a:t>Could you recognize the gates with same function?</a:t>
            </a:r>
            <a:endParaRPr lang="en-US" altLang="zh-CN" sz="2000" b="1">
              <a:solidFill>
                <a:srgbClr val="00B050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Comic Sans MS" panose="030F0702030302020204" pitchFamily="66" charset="0"/>
              </a:rPr>
              <a:t>Q3: Do we need to fabricate all types of gates?</a:t>
            </a:r>
            <a:endParaRPr lang="zh-CN" altLang="en-US" sz="2000" b="1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sp>
        <p:nvSpPr>
          <p:cNvPr id="12330" name="日期占位符 3">
            <a:extLst>
              <a:ext uri="{FF2B5EF4-FFF2-40B4-BE49-F238E27FC236}">
                <a16:creationId xmlns:a16="http://schemas.microsoft.com/office/drawing/2014/main" id="{1E9957D0-AEED-4209-9CBA-DD4FBF34888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0872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66A05F8B-C976-4F66-B6EC-35614EA2D5E2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B8D310DA-3A58-4070-84BF-DAD79B1CFFF0}"/>
              </a:ext>
            </a:extLst>
          </p:cNvPr>
          <p:cNvSpPr/>
          <p:nvPr/>
        </p:nvSpPr>
        <p:spPr>
          <a:xfrm>
            <a:off x="468313" y="2511425"/>
            <a:ext cx="1727200" cy="936625"/>
          </a:xfrm>
          <a:prstGeom prst="roundRect">
            <a:avLst/>
          </a:prstGeom>
          <a:solidFill>
            <a:srgbClr val="7030A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23F76F61-85DE-4792-9EE8-7A6567FE1B1A}"/>
              </a:ext>
            </a:extLst>
          </p:cNvPr>
          <p:cNvSpPr/>
          <p:nvPr/>
        </p:nvSpPr>
        <p:spPr>
          <a:xfrm>
            <a:off x="395288" y="1179513"/>
            <a:ext cx="1800225" cy="936625"/>
          </a:xfrm>
          <a:prstGeom prst="roundRect">
            <a:avLst/>
          </a:prstGeom>
          <a:solidFill>
            <a:srgbClr val="1ED9E2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12353047-9DE7-43A5-8FC2-0DDD2762DC8C}"/>
              </a:ext>
            </a:extLst>
          </p:cNvPr>
          <p:cNvSpPr/>
          <p:nvPr/>
        </p:nvSpPr>
        <p:spPr>
          <a:xfrm>
            <a:off x="6911975" y="2438400"/>
            <a:ext cx="1800225" cy="936625"/>
          </a:xfrm>
          <a:prstGeom prst="roundRect">
            <a:avLst/>
          </a:prstGeom>
          <a:solidFill>
            <a:srgbClr val="1ED9E2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8D66AB39-A7F8-447D-BB8E-B3828E1EE52F}"/>
              </a:ext>
            </a:extLst>
          </p:cNvPr>
          <p:cNvSpPr/>
          <p:nvPr/>
        </p:nvSpPr>
        <p:spPr>
          <a:xfrm>
            <a:off x="7019925" y="1179513"/>
            <a:ext cx="1728788" cy="936625"/>
          </a:xfrm>
          <a:prstGeom prst="roundRect">
            <a:avLst/>
          </a:prstGeom>
          <a:solidFill>
            <a:srgbClr val="7030A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1" name="圆角矩形 90">
            <a:extLst>
              <a:ext uri="{FF2B5EF4-FFF2-40B4-BE49-F238E27FC236}">
                <a16:creationId xmlns:a16="http://schemas.microsoft.com/office/drawing/2014/main" id="{6EA0E859-B700-4EB7-93EC-64E66C4C75A3}"/>
              </a:ext>
            </a:extLst>
          </p:cNvPr>
          <p:cNvSpPr/>
          <p:nvPr/>
        </p:nvSpPr>
        <p:spPr>
          <a:xfrm>
            <a:off x="2771775" y="1179513"/>
            <a:ext cx="1728788" cy="936625"/>
          </a:xfrm>
          <a:prstGeom prst="roundRect">
            <a:avLst/>
          </a:prstGeom>
          <a:solidFill>
            <a:srgbClr val="FFC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165AB3E5-9E5C-4FA2-BF36-A1DFA9CF14C4}"/>
              </a:ext>
            </a:extLst>
          </p:cNvPr>
          <p:cNvSpPr/>
          <p:nvPr/>
        </p:nvSpPr>
        <p:spPr>
          <a:xfrm>
            <a:off x="4932363" y="2438400"/>
            <a:ext cx="1727200" cy="936625"/>
          </a:xfrm>
          <a:prstGeom prst="roundRect">
            <a:avLst/>
          </a:prstGeom>
          <a:solidFill>
            <a:srgbClr val="FFC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66905632-D3AF-4125-AB18-AD5D5BA8B23B}"/>
              </a:ext>
            </a:extLst>
          </p:cNvPr>
          <p:cNvSpPr/>
          <p:nvPr/>
        </p:nvSpPr>
        <p:spPr>
          <a:xfrm>
            <a:off x="2843213" y="2438400"/>
            <a:ext cx="1728787" cy="936625"/>
          </a:xfrm>
          <a:prstGeom prst="roundRect">
            <a:avLst/>
          </a:prstGeom>
          <a:solidFill>
            <a:schemeClr val="tx1">
              <a:lumMod val="85000"/>
              <a:lumOff val="1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7" name="圆角矩形 106">
            <a:extLst>
              <a:ext uri="{FF2B5EF4-FFF2-40B4-BE49-F238E27FC236}">
                <a16:creationId xmlns:a16="http://schemas.microsoft.com/office/drawing/2014/main" id="{9A25D6D0-E7FA-421D-9DD5-54A36BD06500}"/>
              </a:ext>
            </a:extLst>
          </p:cNvPr>
          <p:cNvSpPr/>
          <p:nvPr/>
        </p:nvSpPr>
        <p:spPr>
          <a:xfrm>
            <a:off x="4859338" y="1250950"/>
            <a:ext cx="1728787" cy="936625"/>
          </a:xfrm>
          <a:prstGeom prst="roundRect">
            <a:avLst/>
          </a:prstGeom>
          <a:solidFill>
            <a:schemeClr val="tx1">
              <a:lumMod val="85000"/>
              <a:lumOff val="1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12" name="Picture 14">
            <a:extLst>
              <a:ext uri="{FF2B5EF4-FFF2-40B4-BE49-F238E27FC236}">
                <a16:creationId xmlns:a16="http://schemas.microsoft.com/office/drawing/2014/main" id="{12B3DDD1-4F56-4B40-A227-65743908C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5114925"/>
            <a:ext cx="16875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" name="Picture 10">
            <a:extLst>
              <a:ext uri="{FF2B5EF4-FFF2-40B4-BE49-F238E27FC236}">
                <a16:creationId xmlns:a16="http://schemas.microsoft.com/office/drawing/2014/main" id="{9A75EBA1-B85D-475A-9A7C-B0D17F49B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5003800"/>
            <a:ext cx="2465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椭圆 113">
            <a:extLst>
              <a:ext uri="{FF2B5EF4-FFF2-40B4-BE49-F238E27FC236}">
                <a16:creationId xmlns:a16="http://schemas.microsoft.com/office/drawing/2014/main" id="{3CF04630-A119-42DB-AFBB-D8C839423029}"/>
              </a:ext>
            </a:extLst>
          </p:cNvPr>
          <p:cNvSpPr/>
          <p:nvPr/>
        </p:nvSpPr>
        <p:spPr>
          <a:xfrm>
            <a:off x="3983038" y="5364163"/>
            <a:ext cx="144462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115" name="Picture 13">
            <a:extLst>
              <a:ext uri="{FF2B5EF4-FFF2-40B4-BE49-F238E27FC236}">
                <a16:creationId xmlns:a16="http://schemas.microsoft.com/office/drawing/2014/main" id="{021F1754-79B1-46EF-B115-AE1C97F72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238" y="5768975"/>
            <a:ext cx="145415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125D641E-7979-4CAA-A1B7-AF288E028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0" y="5724525"/>
            <a:ext cx="3921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</p:txBody>
      </p: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2F836A21-484D-4B6A-A473-E268EEBAB2A2}"/>
              </a:ext>
            </a:extLst>
          </p:cNvPr>
          <p:cNvCxnSpPr/>
          <p:nvPr/>
        </p:nvCxnSpPr>
        <p:spPr>
          <a:xfrm>
            <a:off x="4127500" y="5795963"/>
            <a:ext cx="50323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" name="Picture 14">
            <a:extLst>
              <a:ext uri="{FF2B5EF4-FFF2-40B4-BE49-F238E27FC236}">
                <a16:creationId xmlns:a16="http://schemas.microsoft.com/office/drawing/2014/main" id="{70F69A75-7FB8-499A-A712-1712B5881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788" y="5114925"/>
            <a:ext cx="1689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" name="椭圆 118">
            <a:extLst>
              <a:ext uri="{FF2B5EF4-FFF2-40B4-BE49-F238E27FC236}">
                <a16:creationId xmlns:a16="http://schemas.microsoft.com/office/drawing/2014/main" id="{603A8B0E-6987-42A3-9DC3-FD42CAFEEC50}"/>
              </a:ext>
            </a:extLst>
          </p:cNvPr>
          <p:cNvSpPr/>
          <p:nvPr/>
        </p:nvSpPr>
        <p:spPr>
          <a:xfrm>
            <a:off x="5292725" y="5508625"/>
            <a:ext cx="142875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120" name="Picture 13">
            <a:extLst>
              <a:ext uri="{FF2B5EF4-FFF2-40B4-BE49-F238E27FC236}">
                <a16:creationId xmlns:a16="http://schemas.microsoft.com/office/drawing/2014/main" id="{061D6348-2A96-4EAF-B54C-87B34D47A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463" y="5795963"/>
            <a:ext cx="1452562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5058AA91-9DF8-4BDE-BF20-449B23CE0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765800"/>
            <a:ext cx="2159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4D9FB2E0-4E22-4FA9-ABC3-83660D3613C8}"/>
              </a:ext>
            </a:extLst>
          </p:cNvPr>
          <p:cNvCxnSpPr/>
          <p:nvPr/>
        </p:nvCxnSpPr>
        <p:spPr>
          <a:xfrm>
            <a:off x="6156325" y="5795963"/>
            <a:ext cx="157163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椭圆 122">
            <a:extLst>
              <a:ext uri="{FF2B5EF4-FFF2-40B4-BE49-F238E27FC236}">
                <a16:creationId xmlns:a16="http://schemas.microsoft.com/office/drawing/2014/main" id="{5E9E27D0-8287-421B-B784-392D0961395E}"/>
              </a:ext>
            </a:extLst>
          </p:cNvPr>
          <p:cNvSpPr/>
          <p:nvPr/>
        </p:nvSpPr>
        <p:spPr>
          <a:xfrm>
            <a:off x="5292725" y="5219700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4A23E37D-FC3B-4E77-8EA3-BB0470F3E08B}"/>
              </a:ext>
            </a:extLst>
          </p:cNvPr>
          <p:cNvCxnSpPr/>
          <p:nvPr/>
        </p:nvCxnSpPr>
        <p:spPr>
          <a:xfrm>
            <a:off x="6588125" y="5795963"/>
            <a:ext cx="157163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Picture 14">
            <a:extLst>
              <a:ext uri="{FF2B5EF4-FFF2-40B4-BE49-F238E27FC236}">
                <a16:creationId xmlns:a16="http://schemas.microsoft.com/office/drawing/2014/main" id="{6FEBEE3D-B223-4263-9D87-48BD3812F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5114925"/>
            <a:ext cx="16875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" name="椭圆 125">
            <a:extLst>
              <a:ext uri="{FF2B5EF4-FFF2-40B4-BE49-F238E27FC236}">
                <a16:creationId xmlns:a16="http://schemas.microsoft.com/office/drawing/2014/main" id="{6C80BDC9-E6A6-4F87-ACF4-8130E118ADF8}"/>
              </a:ext>
            </a:extLst>
          </p:cNvPr>
          <p:cNvSpPr/>
          <p:nvPr/>
        </p:nvSpPr>
        <p:spPr>
          <a:xfrm>
            <a:off x="7353300" y="5508625"/>
            <a:ext cx="144463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127" name="Picture 13">
            <a:extLst>
              <a:ext uri="{FF2B5EF4-FFF2-40B4-BE49-F238E27FC236}">
                <a16:creationId xmlns:a16="http://schemas.microsoft.com/office/drawing/2014/main" id="{A0CFF898-0113-4CE5-85A8-1E17260AB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63" y="5795963"/>
            <a:ext cx="1454150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3796ECD9-A176-47E2-9611-CDA7A76A1E10}"/>
              </a:ext>
            </a:extLst>
          </p:cNvPr>
          <p:cNvCxnSpPr/>
          <p:nvPr/>
        </p:nvCxnSpPr>
        <p:spPr>
          <a:xfrm>
            <a:off x="8302625" y="5795963"/>
            <a:ext cx="157163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椭圆 128">
            <a:extLst>
              <a:ext uri="{FF2B5EF4-FFF2-40B4-BE49-F238E27FC236}">
                <a16:creationId xmlns:a16="http://schemas.microsoft.com/office/drawing/2014/main" id="{CC087C8D-1072-47E1-BC01-755F0A7135DC}"/>
              </a:ext>
            </a:extLst>
          </p:cNvPr>
          <p:cNvSpPr/>
          <p:nvPr/>
        </p:nvSpPr>
        <p:spPr>
          <a:xfrm>
            <a:off x="7353300" y="5219700"/>
            <a:ext cx="144463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42AF8249-2037-4844-A35A-C2C5D2AF8A16}"/>
              </a:ext>
            </a:extLst>
          </p:cNvPr>
          <p:cNvCxnSpPr/>
          <p:nvPr/>
        </p:nvCxnSpPr>
        <p:spPr>
          <a:xfrm>
            <a:off x="8736013" y="5795963"/>
            <a:ext cx="155575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椭圆 130">
            <a:extLst>
              <a:ext uri="{FF2B5EF4-FFF2-40B4-BE49-F238E27FC236}">
                <a16:creationId xmlns:a16="http://schemas.microsoft.com/office/drawing/2014/main" id="{63BCF187-1AEF-42DB-ADB4-DDB65A94A3DB}"/>
              </a:ext>
            </a:extLst>
          </p:cNvPr>
          <p:cNvSpPr/>
          <p:nvPr/>
        </p:nvSpPr>
        <p:spPr>
          <a:xfrm>
            <a:off x="8172450" y="5364163"/>
            <a:ext cx="144463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7F470C1D-8B85-4DA9-9639-3FBAAE32A14F}"/>
              </a:ext>
            </a:extLst>
          </p:cNvPr>
          <p:cNvCxnSpPr/>
          <p:nvPr/>
        </p:nvCxnSpPr>
        <p:spPr>
          <a:xfrm>
            <a:off x="8258175" y="5724525"/>
            <a:ext cx="6477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43A198D4-C61C-4364-9A29-147408D8F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213" y="5754688"/>
            <a:ext cx="5159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>
            <a:extLst>
              <a:ext uri="{FF2B5EF4-FFF2-40B4-BE49-F238E27FC236}">
                <a16:creationId xmlns:a16="http://schemas.microsoft.com/office/drawing/2014/main" id="{F7A4B7B4-92F0-41AA-A6B4-A847CC951A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446AF73C-3EDA-4D3D-80B2-3F3965D4E342}" type="slidenum">
              <a:rPr lang="zh-CN" altLang="en-US" sz="1100"/>
              <a:pPr/>
              <a:t>8</a:t>
            </a:fld>
            <a:endParaRPr lang="zh-CN" altLang="en-US" sz="11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5DD454E0-97B2-4B42-B8A4-A2AAE04C9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6050"/>
            <a:ext cx="79089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A419B"/>
                </a:solidFill>
              </a:rPr>
              <a:t>Gates and Logic:   </a:t>
            </a:r>
            <a:r>
              <a:rPr lang="en-US" altLang="zh-CN" sz="2400" b="1">
                <a:solidFill>
                  <a:srgbClr val="0A419B"/>
                </a:solidFill>
              </a:rPr>
              <a:t>complete Set of Gates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E767977-C303-4CC0-94CE-38096345BEB6}"/>
              </a:ext>
            </a:extLst>
          </p:cNvPr>
          <p:cNvSpPr txBox="1">
            <a:spLocks noChangeArrowheads="1"/>
          </p:cNvSpPr>
          <p:nvPr/>
        </p:nvSpPr>
        <p:spPr>
          <a:xfrm>
            <a:off x="500063" y="1125538"/>
            <a:ext cx="8248650" cy="50514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itchFamily="34" charset="0"/>
              <a:buChar char="•"/>
              <a:defRPr/>
            </a:pPr>
            <a:r>
              <a:rPr lang="en-US" altLang="zh-CN" sz="3200" dirty="0">
                <a:solidFill>
                  <a:srgbClr val="FF3300"/>
                </a:solidFill>
                <a:latin typeface="Comic Sans MS" pitchFamily="66" charset="0"/>
              </a:rPr>
              <a:t>A set is </a:t>
            </a:r>
            <a:r>
              <a:rPr lang="en-US" altLang="zh-CN" sz="3200" b="1" dirty="0">
                <a:solidFill>
                  <a:srgbClr val="FF3300"/>
                </a:solidFill>
                <a:latin typeface="Berlin Sans FB Demi" panose="020E0802020502020306" pitchFamily="34" charset="0"/>
              </a:rPr>
              <a:t>COMPLETE</a:t>
            </a:r>
          </a:p>
          <a:p>
            <a:pPr lvl="2">
              <a:buFont typeface="Arial" pitchFamily="34" charset="0"/>
              <a:buNone/>
              <a:defRPr/>
            </a:pPr>
            <a:r>
              <a:rPr lang="en-US" altLang="zh-CN" sz="2400" b="1" dirty="0"/>
              <a:t>if we can implement any logical function using   only the type of gates in the set.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zh-CN" sz="3200" b="1" dirty="0">
                <a:solidFill>
                  <a:srgbClr val="FF3300"/>
                </a:solidFill>
                <a:latin typeface="Berlin Sans FB Demi" panose="020E0802020502020306" pitchFamily="34" charset="0"/>
              </a:rPr>
              <a:t>Minimal Complete </a:t>
            </a:r>
            <a:r>
              <a:rPr lang="en-US" altLang="zh-CN" sz="3200" b="1" dirty="0">
                <a:solidFill>
                  <a:srgbClr val="FF3300"/>
                </a:solidFill>
                <a:latin typeface="Comic Sans MS" pitchFamily="66" charset="0"/>
              </a:rPr>
              <a:t>set</a:t>
            </a:r>
          </a:p>
          <a:p>
            <a:pPr lvl="2">
              <a:buFont typeface="Arial" pitchFamily="34" charset="0"/>
              <a:buNone/>
              <a:defRPr/>
            </a:pPr>
            <a:r>
              <a:rPr lang="en-US" altLang="zh-CN" sz="2400" b="1" dirty="0"/>
              <a:t>   A complete set with no redundant elements.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zh-CN" sz="3200" b="1" dirty="0">
                <a:solidFill>
                  <a:srgbClr val="FF3300"/>
                </a:solidFill>
                <a:latin typeface="Comic Sans MS" pitchFamily="66" charset="0"/>
              </a:rPr>
              <a:t>Examples</a:t>
            </a:r>
          </a:p>
          <a:p>
            <a:pPr marL="1082675" lvl="1" indent="-441325">
              <a:spcBef>
                <a:spcPct val="25000"/>
              </a:spcBef>
              <a:defRPr/>
            </a:pPr>
            <a:r>
              <a:rPr lang="en-US" altLang="zh-CN" b="1" dirty="0"/>
              <a:t>{AND, OR, NOT}</a:t>
            </a:r>
          </a:p>
          <a:p>
            <a:pPr marL="1082675" lvl="1" indent="-441325">
              <a:spcBef>
                <a:spcPct val="25000"/>
              </a:spcBef>
              <a:defRPr/>
            </a:pPr>
            <a:r>
              <a:rPr lang="en-US" altLang="zh-CN" b="1" dirty="0"/>
              <a:t>{OR, NOT}</a:t>
            </a:r>
          </a:p>
          <a:p>
            <a:pPr marL="1082675" lvl="1" indent="-441325">
              <a:spcBef>
                <a:spcPct val="25000"/>
              </a:spcBef>
              <a:defRPr/>
            </a:pPr>
            <a:r>
              <a:rPr lang="en-US" altLang="zh-CN" b="1" dirty="0"/>
              <a:t>{NAND}</a:t>
            </a:r>
          </a:p>
          <a:p>
            <a:pPr marL="1082675" lvl="1" indent="-441325">
              <a:spcBef>
                <a:spcPct val="25000"/>
              </a:spcBef>
              <a:defRPr/>
            </a:pPr>
            <a:r>
              <a:rPr lang="en-US" altLang="zh-CN" b="1" dirty="0"/>
              <a:t>{NOR}</a:t>
            </a:r>
          </a:p>
        </p:txBody>
      </p:sp>
      <p:sp>
        <p:nvSpPr>
          <p:cNvPr id="13317" name="日期占位符 3">
            <a:extLst>
              <a:ext uri="{FF2B5EF4-FFF2-40B4-BE49-F238E27FC236}">
                <a16:creationId xmlns:a16="http://schemas.microsoft.com/office/drawing/2014/main" id="{28DD80EF-596C-48D3-A5BC-9911C5A3B9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59E7054-B0DB-4A83-9E74-8B5FAD7E1161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72297F-EF45-416E-A42D-8E2A020C7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119563"/>
            <a:ext cx="4392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Not a minimal complete set</a:t>
            </a:r>
            <a:endParaRPr lang="zh-CN" altLang="en-US" sz="2400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BBBA0AC-7A4A-4C12-AF82-1E71802AB3F5}"/>
              </a:ext>
            </a:extLst>
          </p:cNvPr>
          <p:cNvSpPr/>
          <p:nvPr/>
        </p:nvSpPr>
        <p:spPr>
          <a:xfrm>
            <a:off x="1619250" y="5013325"/>
            <a:ext cx="1296988" cy="936625"/>
          </a:xfrm>
          <a:prstGeom prst="roundRect">
            <a:avLst/>
          </a:prstGeom>
          <a:solidFill>
            <a:srgbClr val="7030A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F5EDBFF-F224-4DD7-80EA-BCB361BFADE9}"/>
              </a:ext>
            </a:extLst>
          </p:cNvPr>
          <p:cNvSpPr/>
          <p:nvPr/>
        </p:nvSpPr>
        <p:spPr>
          <a:xfrm>
            <a:off x="1584325" y="4140200"/>
            <a:ext cx="2663825" cy="431800"/>
          </a:xfrm>
          <a:prstGeom prst="roundRect">
            <a:avLst/>
          </a:prstGeom>
          <a:solidFill>
            <a:srgbClr val="1ED9E2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3">
            <a:extLst>
              <a:ext uri="{FF2B5EF4-FFF2-40B4-BE49-F238E27FC236}">
                <a16:creationId xmlns:a16="http://schemas.microsoft.com/office/drawing/2014/main" id="{F03018D4-9DC0-46FE-A18C-9F71C1446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5300663"/>
            <a:ext cx="5327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Simplest and Lowest Cost  </a:t>
            </a:r>
            <a:endParaRPr lang="zh-CN" altLang="en-US" sz="24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4" name="Picture 12">
            <a:extLst>
              <a:ext uri="{FF2B5EF4-FFF2-40B4-BE49-F238E27FC236}">
                <a16:creationId xmlns:a16="http://schemas.microsoft.com/office/drawing/2014/main" id="{67AF50F4-EAFB-441A-9A48-DF114C462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038" y="1268413"/>
            <a:ext cx="2070100" cy="238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灯片编号占位符 3">
            <a:extLst>
              <a:ext uri="{FF2B5EF4-FFF2-40B4-BE49-F238E27FC236}">
                <a16:creationId xmlns:a16="http://schemas.microsoft.com/office/drawing/2014/main" id="{FFA10066-DF43-44BA-8A1B-F16BAB5058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A9BBDD60-F42A-4329-9D45-CF550593C9C9}" type="slidenum">
              <a:rPr lang="zh-CN" altLang="en-US" sz="1100"/>
              <a:pPr/>
              <a:t>9</a:t>
            </a:fld>
            <a:endParaRPr lang="zh-CN" altLang="en-US" sz="1100" dirty="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743DF9AB-DE10-4A2F-9ED0-4EFD5C61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6200"/>
            <a:ext cx="8382000" cy="762000"/>
          </a:xfrm>
        </p:spPr>
        <p:txBody>
          <a:bodyPr/>
          <a:lstStyle/>
          <a:p>
            <a:r>
              <a:rPr lang="en-US" altLang="zh-CN"/>
              <a:t>Gates and Logic: </a:t>
            </a:r>
            <a:r>
              <a:rPr lang="en-US" altLang="zh-CN" sz="2400"/>
              <a:t>NAND as a Complete Set </a:t>
            </a:r>
            <a:endParaRPr lang="en-US" altLang="zh-CN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ECC715E-6455-48EB-AEDC-BD870AA53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663950"/>
            <a:ext cx="784383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Proving NAND gate is universal:</a:t>
            </a:r>
          </a:p>
        </p:txBody>
      </p:sp>
      <p:pic>
        <p:nvPicPr>
          <p:cNvPr id="9221" name="Picture 4" descr="NANDequi">
            <a:extLst>
              <a:ext uri="{FF2B5EF4-FFF2-40B4-BE49-F238E27FC236}">
                <a16:creationId xmlns:a16="http://schemas.microsoft.com/office/drawing/2014/main" id="{424F83D1-98E4-43AB-9A8E-EEBD8C22AE81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6563" y="4373563"/>
            <a:ext cx="3286125" cy="1800225"/>
          </a:xfrm>
        </p:spPr>
      </p:pic>
      <p:sp>
        <p:nvSpPr>
          <p:cNvPr id="14343" name="日期占位符 3">
            <a:extLst>
              <a:ext uri="{FF2B5EF4-FFF2-40B4-BE49-F238E27FC236}">
                <a16:creationId xmlns:a16="http://schemas.microsoft.com/office/drawing/2014/main" id="{417A563A-E51F-47E8-92DF-220312A9ADE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8C4C53B-A574-4791-A7C1-F63CCDA7D14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9224" name="矩形 8">
            <a:extLst>
              <a:ext uri="{FF2B5EF4-FFF2-40B4-BE49-F238E27FC236}">
                <a16:creationId xmlns:a16="http://schemas.microsoft.com/office/drawing/2014/main" id="{DD8475DB-24A1-4AD4-9943-B6308CBCA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748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Inverter is the most basic and cheapest component.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231" name="Picture 15" descr="http://www.elecfans.com/article/UploadPic/2009-4/200946232733168.gif">
            <a:extLst>
              <a:ext uri="{FF2B5EF4-FFF2-40B4-BE49-F238E27FC236}">
                <a16:creationId xmlns:a16="http://schemas.microsoft.com/office/drawing/2014/main" id="{2BD941AB-AE1F-4FAB-8BDE-DAAE81D6D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4246563"/>
            <a:ext cx="1882775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0" name="Picture 2">
            <a:extLst>
              <a:ext uri="{FF2B5EF4-FFF2-40B4-BE49-F238E27FC236}">
                <a16:creationId xmlns:a16="http://schemas.microsoft.com/office/drawing/2014/main" id="{51D383D6-757F-4019-BAAA-CBA2F6B6C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5125"/>
            <a:ext cx="291623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5" name="Picture 13">
            <a:extLst>
              <a:ext uri="{FF2B5EF4-FFF2-40B4-BE49-F238E27FC236}">
                <a16:creationId xmlns:a16="http://schemas.microsoft.com/office/drawing/2014/main" id="{3A45AB53-7FDE-458E-AB20-55560A451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1628775"/>
            <a:ext cx="2339975" cy="18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6" name="Picture 14">
            <a:extLst>
              <a:ext uri="{FF2B5EF4-FFF2-40B4-BE49-F238E27FC236}">
                <a16:creationId xmlns:a16="http://schemas.microsoft.com/office/drawing/2014/main" id="{946DD905-E64B-4883-A6E2-18CA9B855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584325"/>
            <a:ext cx="20685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7" name="Picture 15">
            <a:extLst>
              <a:ext uri="{FF2B5EF4-FFF2-40B4-BE49-F238E27FC236}">
                <a16:creationId xmlns:a16="http://schemas.microsoft.com/office/drawing/2014/main" id="{3EE09288-5C6B-4E0F-A546-91268B590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303463"/>
            <a:ext cx="135096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42A38E-4772-4E8D-808E-F6DD1EE64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050" y="3562350"/>
            <a:ext cx="4089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How can we achieve the basic logic operations only by NAND gate?</a:t>
            </a:r>
            <a:endParaRPr lang="zh-CN" altLang="en-US" sz="18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2B8BF80F-06AE-47C8-8D81-E1440246CA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A548BD20-92C0-4F01-9C9A-0F9BB56C459B}" type="slidenum">
              <a:rPr lang="zh-CN" altLang="en-US" sz="1100"/>
              <a:pPr/>
              <a:t>10</a:t>
            </a:fld>
            <a:endParaRPr lang="zh-CN" altLang="en-US" sz="11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1C218B9-F343-449F-A8E0-6F1EF14F2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88913"/>
            <a:ext cx="86233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Gates and Logic:  </a:t>
            </a:r>
            <a:r>
              <a:rPr lang="en-US" altLang="zh-CN" sz="24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Circle rule</a:t>
            </a:r>
            <a:endParaRPr lang="zh-CN" altLang="en-US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pic>
        <p:nvPicPr>
          <p:cNvPr id="64520" name="Picture 8">
            <a:extLst>
              <a:ext uri="{FF2B5EF4-FFF2-40B4-BE49-F238E27FC236}">
                <a16:creationId xmlns:a16="http://schemas.microsoft.com/office/drawing/2014/main" id="{0BDB5B54-1204-402B-AEFB-15EA046DF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717800"/>
            <a:ext cx="5451475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1" name="Picture 9">
            <a:extLst>
              <a:ext uri="{FF2B5EF4-FFF2-40B4-BE49-F238E27FC236}">
                <a16:creationId xmlns:a16="http://schemas.microsoft.com/office/drawing/2014/main" id="{BA859B06-CE1D-47AC-8DC7-859699B1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775" y="3429000"/>
            <a:ext cx="2430463" cy="162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50808CD0-789D-4150-912E-1ACC3544A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5543550"/>
            <a:ext cx="2879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P38  Figure2.10 13a</a:t>
            </a:r>
            <a:r>
              <a:rPr lang="zh-CN" altLang="en-US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13b DeMorgan’s laws  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5367" name="日期占位符 3">
            <a:extLst>
              <a:ext uri="{FF2B5EF4-FFF2-40B4-BE49-F238E27FC236}">
                <a16:creationId xmlns:a16="http://schemas.microsoft.com/office/drawing/2014/main" id="{E4D20F85-21D4-4ADE-8450-CFF0E2FAD1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47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E90DB16-3E80-4C84-945A-4291966B5A14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B582BA-8F08-45CE-96A1-460999C89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954088"/>
            <a:ext cx="8505825" cy="146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5000"/>
              </a:lnSpc>
              <a:buFontTx/>
              <a:buNone/>
            </a:pPr>
            <a:r>
              <a:rPr lang="en-US" altLang="zh-CN" b="1"/>
              <a:t>Basic Forms of Logic Function</a:t>
            </a:r>
          </a:p>
          <a:p>
            <a:pPr lvl="1">
              <a:lnSpc>
                <a:spcPct val="105000"/>
              </a:lnSpc>
            </a:pPr>
            <a:r>
              <a:rPr lang="en-US" altLang="zh-CN" b="1"/>
              <a:t>OR-AND-NOT </a:t>
            </a:r>
            <a:r>
              <a:rPr lang="zh-CN" altLang="en-US" b="1"/>
              <a:t>，</a:t>
            </a:r>
            <a:r>
              <a:rPr lang="en-US" altLang="zh-CN" b="1"/>
              <a:t>AND-OR-NOT</a:t>
            </a:r>
          </a:p>
          <a:p>
            <a:pPr lvl="1">
              <a:lnSpc>
                <a:spcPct val="105000"/>
              </a:lnSpc>
            </a:pPr>
            <a:r>
              <a:rPr lang="en-US" altLang="zh-CN" b="1"/>
              <a:t>NAND-NAND</a:t>
            </a:r>
            <a:r>
              <a:rPr lang="zh-CN" altLang="en-US" b="1"/>
              <a:t>， </a:t>
            </a:r>
            <a:r>
              <a:rPr lang="en-US" altLang="zh-CN" b="1"/>
              <a:t>NOR-NOR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F52FE2-3CE9-431B-9505-0CD3282C0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1931988"/>
            <a:ext cx="3509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lvl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Minimal complete 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8217D-8BAF-4146-9666-368DDB2B3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1503363"/>
            <a:ext cx="14938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(A+B)(A+C)’</a:t>
            </a:r>
            <a:endParaRPr lang="zh-CN" altLang="en-US" sz="18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13CB5-0FE2-4055-B856-AB7B2A48D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838" y="1503363"/>
            <a:ext cx="1204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(AB+AC)’</a:t>
            </a:r>
            <a:endParaRPr lang="zh-CN" altLang="en-US" sz="18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F0A7BB8B-5D69-4248-BBEB-8944BC1A96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051058C6-C60E-4602-8E5C-7112767D965A}" type="slidenum">
              <a:rPr lang="zh-CN" altLang="en-US" sz="1100"/>
              <a:pPr/>
              <a:t>11</a:t>
            </a:fld>
            <a:endParaRPr lang="zh-CN" altLang="en-US" sz="1100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CB0FA550-1F40-4A2F-AE40-1D68CE198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097213"/>
            <a:ext cx="8867775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E42D6C25-D076-4EDC-9B03-8428E94BFE52}"/>
              </a:ext>
            </a:extLst>
          </p:cNvPr>
          <p:cNvSpPr/>
          <p:nvPr/>
        </p:nvSpPr>
        <p:spPr>
          <a:xfrm>
            <a:off x="2027238" y="354806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371DEB3-2122-4F9B-A99D-14B082F87851}"/>
              </a:ext>
            </a:extLst>
          </p:cNvPr>
          <p:cNvSpPr/>
          <p:nvPr/>
        </p:nvSpPr>
        <p:spPr>
          <a:xfrm>
            <a:off x="5980113" y="3997325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3DCBE81-034E-45F4-9D5F-936FDC34D172}"/>
              </a:ext>
            </a:extLst>
          </p:cNvPr>
          <p:cNvSpPr/>
          <p:nvPr/>
        </p:nvSpPr>
        <p:spPr>
          <a:xfrm>
            <a:off x="5988050" y="5094288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8">
            <a:extLst>
              <a:ext uri="{FF2B5EF4-FFF2-40B4-BE49-F238E27FC236}">
                <a16:creationId xmlns:a16="http://schemas.microsoft.com/office/drawing/2014/main" id="{4014AD8A-C39D-4FCD-AB3F-34D11F7F4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1042988"/>
            <a:ext cx="8937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Please use the 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NOR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-gates to replace all gates.</a:t>
            </a:r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65560C0-3EAB-491B-87F1-BEA7D124CDD6}"/>
              </a:ext>
            </a:extLst>
          </p:cNvPr>
          <p:cNvSpPr/>
          <p:nvPr/>
        </p:nvSpPr>
        <p:spPr>
          <a:xfrm>
            <a:off x="2927350" y="354806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F93EF739-40CE-4240-8C01-622ED05EC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2482850"/>
            <a:ext cx="2251075" cy="630238"/>
          </a:xfrm>
          <a:prstGeom prst="wedgeRoundRectCallout">
            <a:avLst>
              <a:gd name="adj1" fmla="val 799"/>
              <a:gd name="adj2" fmla="val 117812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Double inversion  cancels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5082E56-5023-45FC-84F0-DCA3799FDB84}"/>
              </a:ext>
            </a:extLst>
          </p:cNvPr>
          <p:cNvSpPr/>
          <p:nvPr/>
        </p:nvSpPr>
        <p:spPr>
          <a:xfrm>
            <a:off x="6888163" y="4013200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75BF155-F4F8-45E0-A618-0BCCA45A309D}"/>
              </a:ext>
            </a:extLst>
          </p:cNvPr>
          <p:cNvSpPr/>
          <p:nvPr/>
        </p:nvSpPr>
        <p:spPr>
          <a:xfrm>
            <a:off x="6888163" y="4273550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C991B9A-05CF-4CA4-8847-37392E34DA54}"/>
              </a:ext>
            </a:extLst>
          </p:cNvPr>
          <p:cNvSpPr/>
          <p:nvPr/>
        </p:nvSpPr>
        <p:spPr>
          <a:xfrm>
            <a:off x="2927350" y="4013200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34C33-89F8-47C9-AB0D-C8A9BC0A6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088" y="3787775"/>
            <a:ext cx="268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‘</a:t>
            </a:r>
            <a:endParaRPr lang="zh-CN" altLang="en-US" sz="2400" b="1">
              <a:solidFill>
                <a:srgbClr val="0A419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AutoShape 6">
            <a:extLst>
              <a:ext uri="{FF2B5EF4-FFF2-40B4-BE49-F238E27FC236}">
                <a16:creationId xmlns:a16="http://schemas.microsoft.com/office/drawing/2014/main" id="{F485B148-8DCB-45AF-AC8B-44DB2B2DE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4778375"/>
            <a:ext cx="2611437" cy="674688"/>
          </a:xfrm>
          <a:prstGeom prst="wedgeRoundRectCallout">
            <a:avLst>
              <a:gd name="adj1" fmla="val 36556"/>
              <a:gd name="adj2" fmla="val -137503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complemented input  cancels inversion</a:t>
            </a:r>
          </a:p>
        </p:txBody>
      </p:sp>
      <p:sp>
        <p:nvSpPr>
          <p:cNvPr id="35" name="矩形 8">
            <a:extLst>
              <a:ext uri="{FF2B5EF4-FFF2-40B4-BE49-F238E27FC236}">
                <a16:creationId xmlns:a16="http://schemas.microsoft.com/office/drawing/2014/main" id="{1617BC9B-13CE-477D-9524-EF4E04B3C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1538288"/>
            <a:ext cx="85772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Step 1: replace all  OR gates by NOR gates;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矩形 8">
            <a:extLst>
              <a:ext uri="{FF2B5EF4-FFF2-40B4-BE49-F238E27FC236}">
                <a16:creationId xmlns:a16="http://schemas.microsoft.com/office/drawing/2014/main" id="{4CE767EF-51FE-4BBE-AA89-437C7836C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1931988"/>
            <a:ext cx="7559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Step 2: replace all  AND gates by NOR gates;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C414E10-C9C9-4487-A409-F648A997BC0E}"/>
              </a:ext>
            </a:extLst>
          </p:cNvPr>
          <p:cNvSpPr/>
          <p:nvPr/>
        </p:nvSpPr>
        <p:spPr>
          <a:xfrm>
            <a:off x="6911975" y="3787775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1E7CBA-93BD-46FA-AAD1-9D6C51F79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517900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‘</a:t>
            </a:r>
            <a:endParaRPr lang="zh-CN" altLang="en-US" sz="2400" b="1">
              <a:solidFill>
                <a:srgbClr val="0A419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AutoShape 6">
            <a:extLst>
              <a:ext uri="{FF2B5EF4-FFF2-40B4-BE49-F238E27FC236}">
                <a16:creationId xmlns:a16="http://schemas.microsoft.com/office/drawing/2014/main" id="{D0889948-4B4E-478F-9CAF-5B31579B4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2393950"/>
            <a:ext cx="2251075" cy="719138"/>
          </a:xfrm>
          <a:prstGeom prst="wedgeRoundRectCallout">
            <a:avLst>
              <a:gd name="adj1" fmla="val -92861"/>
              <a:gd name="adj2" fmla="val 100163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37" name="Picture 10">
            <a:extLst>
              <a:ext uri="{FF2B5EF4-FFF2-40B4-BE49-F238E27FC236}">
                <a16:creationId xmlns:a16="http://schemas.microsoft.com/office/drawing/2014/main" id="{D27904A9-3462-4F15-B672-92A8B447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32363" y="2482850"/>
            <a:ext cx="2154237" cy="495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16405" name="日期占位符 3">
            <a:extLst>
              <a:ext uri="{FF2B5EF4-FFF2-40B4-BE49-F238E27FC236}">
                <a16:creationId xmlns:a16="http://schemas.microsoft.com/office/drawing/2014/main" id="{F9906610-3C83-4F95-ADB8-B9605BDA19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47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6B96659F-1296-408C-A398-B64A1EE85D34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FECFCA5E-F1F9-4E6B-9397-B52127DB4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88913"/>
            <a:ext cx="86233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Gates and Logic:  </a:t>
            </a:r>
            <a:r>
              <a:rPr lang="en-US" altLang="zh-CN" sz="24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Circle rule</a:t>
            </a:r>
            <a:endParaRPr lang="zh-CN" altLang="en-US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897CDA-CFEF-43E9-89BD-F0E4E1E55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013" y="5622925"/>
            <a:ext cx="3411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P38 Double Complement 8a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DeMorgan’s laws 13a</a:t>
            </a:r>
            <a:r>
              <a:rPr lang="zh-CN" altLang="en-US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13b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>
            <a:extLst>
              <a:ext uri="{FF2B5EF4-FFF2-40B4-BE49-F238E27FC236}">
                <a16:creationId xmlns:a16="http://schemas.microsoft.com/office/drawing/2014/main" id="{FCB68651-DB47-4F1A-9649-D6E344D02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2650"/>
            <a:ext cx="91440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灯片编号占位符 1">
            <a:extLst>
              <a:ext uri="{FF2B5EF4-FFF2-40B4-BE49-F238E27FC236}">
                <a16:creationId xmlns:a16="http://schemas.microsoft.com/office/drawing/2014/main" id="{27C51662-844D-498E-95C5-AE670F02E8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1DCB5E1-BD59-40EB-BD4F-E36E139EC808}" type="slidenum">
              <a:rPr lang="zh-CN" altLang="en-US" sz="1100"/>
              <a:pPr/>
              <a:t>12</a:t>
            </a:fld>
            <a:endParaRPr lang="zh-CN" altLang="en-US" sz="11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FBB1B3A-846E-4A21-95CF-AC78579D373C}"/>
              </a:ext>
            </a:extLst>
          </p:cNvPr>
          <p:cNvSpPr/>
          <p:nvPr/>
        </p:nvSpPr>
        <p:spPr>
          <a:xfrm>
            <a:off x="1376363" y="378936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DF02F87-8B0C-4C78-AAB2-2BDBC5BAB1B5}"/>
              </a:ext>
            </a:extLst>
          </p:cNvPr>
          <p:cNvSpPr/>
          <p:nvPr/>
        </p:nvSpPr>
        <p:spPr>
          <a:xfrm>
            <a:off x="3941763" y="3968750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8">
            <a:extLst>
              <a:ext uri="{FF2B5EF4-FFF2-40B4-BE49-F238E27FC236}">
                <a16:creationId xmlns:a16="http://schemas.microsoft.com/office/drawing/2014/main" id="{D5B5B58D-B725-4AF3-8985-E060B21AF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1133475"/>
            <a:ext cx="9072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Please use the 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Nand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-gates to replace all gates</a:t>
            </a:r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FB2516D7-9E8E-4F68-82E7-9304309DF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150" y="2933700"/>
            <a:ext cx="2249488" cy="404813"/>
          </a:xfrm>
          <a:prstGeom prst="wedgeRoundRectCallout">
            <a:avLst>
              <a:gd name="adj1" fmla="val 60760"/>
              <a:gd name="adj2" fmla="val 20827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Bobbles cancels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EFD3D9D-F7F3-4F08-949E-5A29FFAABD0A}"/>
              </a:ext>
            </a:extLst>
          </p:cNvPr>
          <p:cNvSpPr/>
          <p:nvPr/>
        </p:nvSpPr>
        <p:spPr>
          <a:xfrm>
            <a:off x="4789488" y="3968750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3EF5CA3-7126-4F50-9487-06DB7E94D43B}"/>
              </a:ext>
            </a:extLst>
          </p:cNvPr>
          <p:cNvSpPr/>
          <p:nvPr/>
        </p:nvSpPr>
        <p:spPr>
          <a:xfrm>
            <a:off x="4797425" y="437356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DE1F57-60F0-4296-901F-F88CB8FFC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419417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‘</a:t>
            </a:r>
            <a:endParaRPr lang="zh-CN" altLang="en-US" sz="2400" b="1">
              <a:solidFill>
                <a:srgbClr val="0A419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AutoShape 6">
            <a:extLst>
              <a:ext uri="{FF2B5EF4-FFF2-40B4-BE49-F238E27FC236}">
                <a16:creationId xmlns:a16="http://schemas.microsoft.com/office/drawing/2014/main" id="{062B668A-9BF4-4299-BD34-A2359E639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5138738"/>
            <a:ext cx="2609850" cy="360362"/>
          </a:xfrm>
          <a:prstGeom prst="wedgeRoundRectCallout">
            <a:avLst>
              <a:gd name="adj1" fmla="val 89512"/>
              <a:gd name="adj2" fmla="val -244217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Add inverter</a:t>
            </a:r>
          </a:p>
        </p:txBody>
      </p:sp>
      <p:sp>
        <p:nvSpPr>
          <p:cNvPr id="35" name="矩形 8">
            <a:extLst>
              <a:ext uri="{FF2B5EF4-FFF2-40B4-BE49-F238E27FC236}">
                <a16:creationId xmlns:a16="http://schemas.microsoft.com/office/drawing/2014/main" id="{260ADA72-B2FE-45BC-9B80-CD53A849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1628775"/>
            <a:ext cx="8577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Step 1: replace all  AND gates by NAND gates;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矩形 8">
            <a:extLst>
              <a:ext uri="{FF2B5EF4-FFF2-40B4-BE49-F238E27FC236}">
                <a16:creationId xmlns:a16="http://schemas.microsoft.com/office/drawing/2014/main" id="{BFA24F6E-8AA0-47F9-8153-EBFA9ECBF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2033588"/>
            <a:ext cx="7559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Step 2: replace all  ORgates by NAND gates;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1AAA10D-FF89-43D2-BEF9-A493A6235379}"/>
              </a:ext>
            </a:extLst>
          </p:cNvPr>
          <p:cNvSpPr/>
          <p:nvPr/>
        </p:nvSpPr>
        <p:spPr>
          <a:xfrm>
            <a:off x="7632700" y="4554538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AC44D3-A294-4A5D-AD11-B71EFD309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888" y="4329113"/>
            <a:ext cx="26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‘</a:t>
            </a:r>
            <a:endParaRPr lang="zh-CN" altLang="en-US" sz="2400" b="1">
              <a:solidFill>
                <a:srgbClr val="0A419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AutoShape 6">
            <a:extLst>
              <a:ext uri="{FF2B5EF4-FFF2-40B4-BE49-F238E27FC236}">
                <a16:creationId xmlns:a16="http://schemas.microsoft.com/office/drawing/2014/main" id="{10D11577-A951-45E0-B4E5-303AB3C23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978150"/>
            <a:ext cx="2251075" cy="630238"/>
          </a:xfrm>
          <a:prstGeom prst="wedgeRoundRectCallout">
            <a:avLst>
              <a:gd name="adj1" fmla="val -59659"/>
              <a:gd name="adj2" fmla="val 101712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65539" name="Picture 3">
            <a:extLst>
              <a:ext uri="{FF2B5EF4-FFF2-40B4-BE49-F238E27FC236}">
                <a16:creationId xmlns:a16="http://schemas.microsoft.com/office/drawing/2014/main" id="{99150403-C385-4821-BE92-1096188C3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88" y="3068638"/>
            <a:ext cx="2141537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椭圆 26">
            <a:extLst>
              <a:ext uri="{FF2B5EF4-FFF2-40B4-BE49-F238E27FC236}">
                <a16:creationId xmlns:a16="http://schemas.microsoft.com/office/drawing/2014/main" id="{A7D613C0-DF2C-4665-B09A-5D66221BC737}"/>
              </a:ext>
            </a:extLst>
          </p:cNvPr>
          <p:cNvSpPr/>
          <p:nvPr/>
        </p:nvSpPr>
        <p:spPr>
          <a:xfrm>
            <a:off x="7586663" y="4148138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28" name="流程图: 摘录 27">
            <a:extLst>
              <a:ext uri="{FF2B5EF4-FFF2-40B4-BE49-F238E27FC236}">
                <a16:creationId xmlns:a16="http://schemas.microsoft.com/office/drawing/2014/main" id="{6BD01A56-1BB3-428F-9971-C1B55F05F59B}"/>
              </a:ext>
            </a:extLst>
          </p:cNvPr>
          <p:cNvSpPr/>
          <p:nvPr/>
        </p:nvSpPr>
        <p:spPr>
          <a:xfrm>
            <a:off x="6147175" y="4104050"/>
            <a:ext cx="405045" cy="315035"/>
          </a:xfrm>
          <a:prstGeom prst="flowChartExtra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D4BB64E-4A3C-46DE-BF1F-C0061FBF9032}"/>
              </a:ext>
            </a:extLst>
          </p:cNvPr>
          <p:cNvSpPr/>
          <p:nvPr/>
        </p:nvSpPr>
        <p:spPr>
          <a:xfrm>
            <a:off x="6462713" y="4148138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0" name="流程图: 摘录 29">
            <a:extLst>
              <a:ext uri="{FF2B5EF4-FFF2-40B4-BE49-F238E27FC236}">
                <a16:creationId xmlns:a16="http://schemas.microsoft.com/office/drawing/2014/main" id="{C194F0CC-29DA-4B48-8942-4BEBC4F408FF}"/>
              </a:ext>
            </a:extLst>
          </p:cNvPr>
          <p:cNvSpPr/>
          <p:nvPr/>
        </p:nvSpPr>
        <p:spPr>
          <a:xfrm>
            <a:off x="2186735" y="3699005"/>
            <a:ext cx="405045" cy="315035"/>
          </a:xfrm>
          <a:prstGeom prst="flowChartExtra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36B6BEC-98ED-44FE-B50C-15A9C436A9DB}"/>
              </a:ext>
            </a:extLst>
          </p:cNvPr>
          <p:cNvSpPr/>
          <p:nvPr/>
        </p:nvSpPr>
        <p:spPr>
          <a:xfrm>
            <a:off x="2058988" y="3743325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7432" name="日期占位符 3">
            <a:extLst>
              <a:ext uri="{FF2B5EF4-FFF2-40B4-BE49-F238E27FC236}">
                <a16:creationId xmlns:a16="http://schemas.microsoft.com/office/drawing/2014/main" id="{7DD46400-0F53-4AD2-8DA9-0440674911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47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65F1BBDA-73CC-460F-B76B-9393CA0DF97E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AAABA7E0-C6A8-4D35-BBC1-170929D27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88913"/>
            <a:ext cx="86233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Gates and Logic:  </a:t>
            </a:r>
            <a:r>
              <a:rPr lang="en-US" altLang="zh-CN" sz="24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Circle rule</a:t>
            </a:r>
            <a:endParaRPr lang="zh-CN" altLang="en-US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7434" name="矩形 33">
            <a:extLst>
              <a:ext uri="{FF2B5EF4-FFF2-40B4-BE49-F238E27FC236}">
                <a16:creationId xmlns:a16="http://schemas.microsoft.com/office/drawing/2014/main" id="{D9964D86-58A4-4C98-A73E-B5CEF9998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963613"/>
            <a:ext cx="12080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Chap3.2.1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EA4928-8662-4367-B9D3-39732DB13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013" y="5543550"/>
            <a:ext cx="34115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P38 Double Complement 8a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DeMorgan’s laws 13a</a:t>
            </a:r>
            <a:r>
              <a:rPr lang="zh-CN" altLang="en-US" sz="18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8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13b</a:t>
            </a:r>
            <a:endParaRPr lang="zh-CN" altLang="en-US" sz="18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9E98039F-15F6-4CEF-97A6-BAB419B8ED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CB830132-DE61-44B7-A03C-D81970DFCD6E}" type="slidenum">
              <a:rPr lang="zh-CN" altLang="en-US" sz="1100"/>
              <a:pPr/>
              <a:t>13</a:t>
            </a:fld>
            <a:endParaRPr lang="zh-CN" altLang="en-US" sz="1100"/>
          </a:p>
        </p:txBody>
      </p:sp>
      <p:sp>
        <p:nvSpPr>
          <p:cNvPr id="14" name="矩形 8">
            <a:extLst>
              <a:ext uri="{FF2B5EF4-FFF2-40B4-BE49-F238E27FC236}">
                <a16:creationId xmlns:a16="http://schemas.microsoft.com/office/drawing/2014/main" id="{EA4824AD-1196-4B89-97DC-E973EA11A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1123950"/>
            <a:ext cx="864076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Please  give the Nand-Nand logic diagram and expression for the following circuit.</a:t>
            </a:r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69EE067A-C476-4B39-B513-28930F21E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88913"/>
            <a:ext cx="8623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A419B"/>
                </a:solidFill>
              </a:rPr>
              <a:t>Exercise</a:t>
            </a:r>
            <a:endParaRPr lang="zh-CN" altLang="en-US" sz="3200" b="1" dirty="0">
              <a:solidFill>
                <a:srgbClr val="0A419B"/>
              </a:solidFill>
            </a:endParaRPr>
          </a:p>
        </p:txBody>
      </p:sp>
      <p:sp>
        <p:nvSpPr>
          <p:cNvPr id="18437" name="日期占位符 3">
            <a:extLst>
              <a:ext uri="{FF2B5EF4-FFF2-40B4-BE49-F238E27FC236}">
                <a16:creationId xmlns:a16="http://schemas.microsoft.com/office/drawing/2014/main" id="{4D1309FE-EAD9-4CD5-951E-51453EC6B9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47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B32DEEFC-B1DA-44E8-90F5-D9894150AFFB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pic>
        <p:nvPicPr>
          <p:cNvPr id="17414" name="Picture 6">
            <a:extLst>
              <a:ext uri="{FF2B5EF4-FFF2-40B4-BE49-F238E27FC236}">
                <a16:creationId xmlns:a16="http://schemas.microsoft.com/office/drawing/2014/main" id="{D70D1563-8D21-4CB6-8631-AE2003873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2406650"/>
            <a:ext cx="4400550" cy="323056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7">
            <a:extLst>
              <a:ext uri="{FF2B5EF4-FFF2-40B4-BE49-F238E27FC236}">
                <a16:creationId xmlns:a16="http://schemas.microsoft.com/office/drawing/2014/main" id="{CB37E665-93F0-4726-A144-4B07E6A16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0" y="2406650"/>
            <a:ext cx="3867150" cy="31559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1">
            <a:extLst>
              <a:ext uri="{FF2B5EF4-FFF2-40B4-BE49-F238E27FC236}">
                <a16:creationId xmlns:a16="http://schemas.microsoft.com/office/drawing/2014/main" id="{752E1901-CFE2-4436-92CC-456DB8F6D4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47A98C2-AC71-48CB-BF2E-88105E4E476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9459" name="灯片编号占位符 2">
            <a:extLst>
              <a:ext uri="{FF2B5EF4-FFF2-40B4-BE49-F238E27FC236}">
                <a16:creationId xmlns:a16="http://schemas.microsoft.com/office/drawing/2014/main" id="{74AA22F8-54B4-4624-92B1-4088BE4EA2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2F19A980-5AE1-4443-B23C-4095569148D3}" type="slidenum">
              <a:rPr lang="zh-CN" altLang="en-US" sz="1100"/>
              <a:pPr/>
              <a:t>14</a:t>
            </a:fld>
            <a:endParaRPr lang="zh-CN" altLang="en-US" sz="1100" dirty="0"/>
          </a:p>
        </p:txBody>
      </p:sp>
      <p:sp>
        <p:nvSpPr>
          <p:cNvPr id="24580" name="Text Box 2">
            <a:extLst>
              <a:ext uri="{FF2B5EF4-FFF2-40B4-BE49-F238E27FC236}">
                <a16:creationId xmlns:a16="http://schemas.microsoft.com/office/drawing/2014/main" id="{06F868C6-BEAB-4051-88DA-559F29518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3709988"/>
            <a:ext cx="1965325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 (X,Y,Z )</a:t>
            </a:r>
            <a:r>
              <a:rPr kumimoji="1" lang="en-US" altLang="zh-CN" sz="24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CDADE4FB-0ED1-4272-A3EC-27BCB4D1DDFD}"/>
              </a:ext>
            </a:extLst>
          </p:cNvPr>
          <p:cNvGrpSpPr>
            <a:grpSpLocks/>
          </p:cNvGrpSpPr>
          <p:nvPr/>
        </p:nvGrpSpPr>
        <p:grpSpPr bwMode="auto">
          <a:xfrm>
            <a:off x="527050" y="1428750"/>
            <a:ext cx="3409950" cy="1524000"/>
            <a:chOff x="624" y="960"/>
            <a:chExt cx="2148" cy="960"/>
          </a:xfrm>
        </p:grpSpPr>
        <p:sp>
          <p:nvSpPr>
            <p:cNvPr id="19496" name="Text Box 4">
              <a:extLst>
                <a:ext uri="{FF2B5EF4-FFF2-40B4-BE49-F238E27FC236}">
                  <a16:creationId xmlns:a16="http://schemas.microsoft.com/office/drawing/2014/main" id="{749B0C11-46E7-4F21-92DC-9CDEC94EC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248"/>
              <a:ext cx="2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9497" name="Text Box 5">
              <a:extLst>
                <a:ext uri="{FF2B5EF4-FFF2-40B4-BE49-F238E27FC236}">
                  <a16:creationId xmlns:a16="http://schemas.microsoft.com/office/drawing/2014/main" id="{2FD662C7-C5F5-48CE-BFBB-833FA4097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" y="1488"/>
              <a:ext cx="2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9498" name="Text Box 6">
              <a:extLst>
                <a:ext uri="{FF2B5EF4-FFF2-40B4-BE49-F238E27FC236}">
                  <a16:creationId xmlns:a16="http://schemas.microsoft.com/office/drawing/2014/main" id="{4DE552A2-848B-4575-86EE-A01028A13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440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  <p:grpSp>
          <p:nvGrpSpPr>
            <p:cNvPr id="19499" name="Group 7">
              <a:extLst>
                <a:ext uri="{FF2B5EF4-FFF2-40B4-BE49-F238E27FC236}">
                  <a16:creationId xmlns:a16="http://schemas.microsoft.com/office/drawing/2014/main" id="{1AA72BBD-D091-4D38-9D8D-6DAA1D40B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960"/>
              <a:ext cx="1920" cy="960"/>
              <a:chOff x="624" y="960"/>
              <a:chExt cx="1920" cy="960"/>
            </a:xfrm>
          </p:grpSpPr>
          <p:sp>
            <p:nvSpPr>
              <p:cNvPr id="19501" name="Line 8">
                <a:extLst>
                  <a:ext uri="{FF2B5EF4-FFF2-40B4-BE49-F238E27FC236}">
                    <a16:creationId xmlns:a16="http://schemas.microsoft.com/office/drawing/2014/main" id="{317E636F-136C-4C04-857F-BBB321A2F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296"/>
                <a:ext cx="3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9502" name="Group 9">
                <a:extLst>
                  <a:ext uri="{FF2B5EF4-FFF2-40B4-BE49-F238E27FC236}">
                    <a16:creationId xmlns:a16="http://schemas.microsoft.com/office/drawing/2014/main" id="{021531C2-4906-4DEB-8589-02690582CC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960"/>
                <a:ext cx="624" cy="96"/>
                <a:chOff x="1405" y="1200"/>
                <a:chExt cx="624" cy="96"/>
              </a:xfrm>
            </p:grpSpPr>
            <p:grpSp>
              <p:nvGrpSpPr>
                <p:cNvPr id="19526" name="Group 10">
                  <a:extLst>
                    <a:ext uri="{FF2B5EF4-FFF2-40B4-BE49-F238E27FC236}">
                      <a16:creationId xmlns:a16="http://schemas.microsoft.com/office/drawing/2014/main" id="{FAF33F72-7ACB-4A5F-9FFA-3CAC711379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05" y="1200"/>
                  <a:ext cx="336" cy="96"/>
                  <a:chOff x="1405" y="1392"/>
                  <a:chExt cx="336" cy="96"/>
                </a:xfrm>
              </p:grpSpPr>
              <p:sp>
                <p:nvSpPr>
                  <p:cNvPr id="19528" name="Line 11">
                    <a:extLst>
                      <a:ext uri="{FF2B5EF4-FFF2-40B4-BE49-F238E27FC236}">
                        <a16:creationId xmlns:a16="http://schemas.microsoft.com/office/drawing/2014/main" id="{74045B40-375B-416B-81B6-3FEF957427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05" y="1488"/>
                    <a:ext cx="192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9529" name="Line 12">
                    <a:extLst>
                      <a:ext uri="{FF2B5EF4-FFF2-40B4-BE49-F238E27FC236}">
                        <a16:creationId xmlns:a16="http://schemas.microsoft.com/office/drawing/2014/main" id="{4D55A23E-FCF2-46A2-87DB-971CBB7796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97" y="1392"/>
                    <a:ext cx="144" cy="96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9527" name="Line 13">
                  <a:extLst>
                    <a:ext uri="{FF2B5EF4-FFF2-40B4-BE49-F238E27FC236}">
                      <a16:creationId xmlns:a16="http://schemas.microsoft.com/office/drawing/2014/main" id="{5F451FCB-2BC4-44D6-ADE9-E17A62751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9" y="1296"/>
                  <a:ext cx="24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9503" name="Line 14">
                <a:extLst>
                  <a:ext uri="{FF2B5EF4-FFF2-40B4-BE49-F238E27FC236}">
                    <a16:creationId xmlns:a16="http://schemas.microsoft.com/office/drawing/2014/main" id="{1F463C43-E5AF-4672-8A7D-D64D8D5E3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1920"/>
                <a:ext cx="1728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9504" name="Group 15">
                <a:extLst>
                  <a:ext uri="{FF2B5EF4-FFF2-40B4-BE49-F238E27FC236}">
                    <a16:creationId xmlns:a16="http://schemas.microsoft.com/office/drawing/2014/main" id="{F14E0F9D-996A-42A9-A92B-91D58AF6DB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1296"/>
                <a:ext cx="192" cy="624"/>
                <a:chOff x="2256" y="1488"/>
                <a:chExt cx="192" cy="624"/>
              </a:xfrm>
            </p:grpSpPr>
            <p:sp>
              <p:nvSpPr>
                <p:cNvPr id="19523" name="Line 16">
                  <a:extLst>
                    <a:ext uri="{FF2B5EF4-FFF2-40B4-BE49-F238E27FC236}">
                      <a16:creationId xmlns:a16="http://schemas.microsoft.com/office/drawing/2014/main" id="{58DA86EB-A661-45C8-BD68-AB81A62117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1488"/>
                  <a:ext cx="0" cy="192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24" name="Line 17">
                  <a:extLst>
                    <a:ext uri="{FF2B5EF4-FFF2-40B4-BE49-F238E27FC236}">
                      <a16:creationId xmlns:a16="http://schemas.microsoft.com/office/drawing/2014/main" id="{F1E4D74F-7F60-4064-BF69-62B8C53FEB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1872"/>
                  <a:ext cx="0" cy="24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25" name="AutoShape 18">
                  <a:extLst>
                    <a:ext uri="{FF2B5EF4-FFF2-40B4-BE49-F238E27FC236}">
                      <a16:creationId xmlns:a16="http://schemas.microsoft.com/office/drawing/2014/main" id="{6B624698-3EF1-44D6-B37C-60317334EC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6" y="1680"/>
                  <a:ext cx="192" cy="192"/>
                </a:xfrm>
                <a:prstGeom prst="flowChartSummingJunction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400" b="1">
                    <a:latin typeface="Arial Narrow" panose="020B060602020203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505" name="Group 19">
                <a:extLst>
                  <a:ext uri="{FF2B5EF4-FFF2-40B4-BE49-F238E27FC236}">
                    <a16:creationId xmlns:a16="http://schemas.microsoft.com/office/drawing/2014/main" id="{0AA28F7B-E49A-459C-9109-34C43B90D7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" y="1296"/>
                <a:ext cx="192" cy="624"/>
                <a:chOff x="912" y="1488"/>
                <a:chExt cx="192" cy="624"/>
              </a:xfrm>
            </p:grpSpPr>
            <p:sp>
              <p:nvSpPr>
                <p:cNvPr id="19519" name="Line 20">
                  <a:extLst>
                    <a:ext uri="{FF2B5EF4-FFF2-40B4-BE49-F238E27FC236}">
                      <a16:creationId xmlns:a16="http://schemas.microsoft.com/office/drawing/2014/main" id="{56BADABF-8A1F-4E91-A9CE-FCBD19E622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488"/>
                  <a:ext cx="0" cy="24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20" name="Line 21">
                  <a:extLst>
                    <a:ext uri="{FF2B5EF4-FFF2-40B4-BE49-F238E27FC236}">
                      <a16:creationId xmlns:a16="http://schemas.microsoft.com/office/drawing/2014/main" id="{7292796B-E7CC-4259-ABBB-E20FB3F92B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824"/>
                  <a:ext cx="0" cy="288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21" name="Line 22">
                  <a:extLst>
                    <a:ext uri="{FF2B5EF4-FFF2-40B4-BE49-F238E27FC236}">
                      <a16:creationId xmlns:a16="http://schemas.microsoft.com/office/drawing/2014/main" id="{CB37B39D-7657-40FB-80C3-C52AFD519F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728"/>
                  <a:ext cx="192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22" name="Line 23">
                  <a:extLst>
                    <a:ext uri="{FF2B5EF4-FFF2-40B4-BE49-F238E27FC236}">
                      <a16:creationId xmlns:a16="http://schemas.microsoft.com/office/drawing/2014/main" id="{57277617-9B4D-45F8-B3D7-0AB55474E6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1824"/>
                  <a:ext cx="9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506" name="Group 24">
                <a:extLst>
                  <a:ext uri="{FF2B5EF4-FFF2-40B4-BE49-F238E27FC236}">
                    <a16:creationId xmlns:a16="http://schemas.microsoft.com/office/drawing/2014/main" id="{6CBF5924-2E7C-4C92-9CA1-E418D37B65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392"/>
                <a:ext cx="624" cy="96"/>
                <a:chOff x="1405" y="1200"/>
                <a:chExt cx="624" cy="96"/>
              </a:xfrm>
            </p:grpSpPr>
            <p:grpSp>
              <p:nvGrpSpPr>
                <p:cNvPr id="19515" name="Group 25">
                  <a:extLst>
                    <a:ext uri="{FF2B5EF4-FFF2-40B4-BE49-F238E27FC236}">
                      <a16:creationId xmlns:a16="http://schemas.microsoft.com/office/drawing/2014/main" id="{4665A0CD-77AA-41F6-9975-6020081B00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05" y="1200"/>
                  <a:ext cx="336" cy="96"/>
                  <a:chOff x="1405" y="1392"/>
                  <a:chExt cx="336" cy="96"/>
                </a:xfrm>
              </p:grpSpPr>
              <p:sp>
                <p:nvSpPr>
                  <p:cNvPr id="19517" name="Line 26">
                    <a:extLst>
                      <a:ext uri="{FF2B5EF4-FFF2-40B4-BE49-F238E27FC236}">
                        <a16:creationId xmlns:a16="http://schemas.microsoft.com/office/drawing/2014/main" id="{39952A15-424D-4580-95A7-FF8BB01733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05" y="1488"/>
                    <a:ext cx="192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9518" name="Line 27">
                    <a:extLst>
                      <a:ext uri="{FF2B5EF4-FFF2-40B4-BE49-F238E27FC236}">
                        <a16:creationId xmlns:a16="http://schemas.microsoft.com/office/drawing/2014/main" id="{5B930A36-FB03-44B8-A891-3ED794F34D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97" y="1392"/>
                    <a:ext cx="144" cy="96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9516" name="Line 28">
                  <a:extLst>
                    <a:ext uri="{FF2B5EF4-FFF2-40B4-BE49-F238E27FC236}">
                      <a16:creationId xmlns:a16="http://schemas.microsoft.com/office/drawing/2014/main" id="{2B63C314-43A5-436F-8206-16E7469783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9" y="1296"/>
                  <a:ext cx="24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9507" name="Line 29">
                <a:extLst>
                  <a:ext uri="{FF2B5EF4-FFF2-40B4-BE49-F238E27FC236}">
                    <a16:creationId xmlns:a16="http://schemas.microsoft.com/office/drawing/2014/main" id="{78C98DB1-A3E2-4730-ABD7-C17E683871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056"/>
                <a:ext cx="0" cy="43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8" name="Line 30">
                <a:extLst>
                  <a:ext uri="{FF2B5EF4-FFF2-40B4-BE49-F238E27FC236}">
                    <a16:creationId xmlns:a16="http://schemas.microsoft.com/office/drawing/2014/main" id="{0FCE668E-4E3C-459E-AB72-9FAF3D862B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056"/>
                <a:ext cx="0" cy="43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9" name="Line 31">
                <a:extLst>
                  <a:ext uri="{FF2B5EF4-FFF2-40B4-BE49-F238E27FC236}">
                    <a16:creationId xmlns:a16="http://schemas.microsoft.com/office/drawing/2014/main" id="{B5AE8AFC-E5CF-4260-8BFA-7C2BF03F74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296"/>
                <a:ext cx="144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9510" name="Group 32">
                <a:extLst>
                  <a:ext uri="{FF2B5EF4-FFF2-40B4-BE49-F238E27FC236}">
                    <a16:creationId xmlns:a16="http://schemas.microsoft.com/office/drawing/2014/main" id="{2DBE8041-0249-47AD-AC8B-B51613833F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1200"/>
                <a:ext cx="624" cy="96"/>
                <a:chOff x="1405" y="1200"/>
                <a:chExt cx="624" cy="96"/>
              </a:xfrm>
            </p:grpSpPr>
            <p:grpSp>
              <p:nvGrpSpPr>
                <p:cNvPr id="19511" name="Group 33">
                  <a:extLst>
                    <a:ext uri="{FF2B5EF4-FFF2-40B4-BE49-F238E27FC236}">
                      <a16:creationId xmlns:a16="http://schemas.microsoft.com/office/drawing/2014/main" id="{DDD03115-6920-4536-8A9E-3273A23056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05" y="1200"/>
                  <a:ext cx="336" cy="96"/>
                  <a:chOff x="1405" y="1392"/>
                  <a:chExt cx="336" cy="96"/>
                </a:xfrm>
              </p:grpSpPr>
              <p:sp>
                <p:nvSpPr>
                  <p:cNvPr id="19513" name="Line 34">
                    <a:extLst>
                      <a:ext uri="{FF2B5EF4-FFF2-40B4-BE49-F238E27FC236}">
                        <a16:creationId xmlns:a16="http://schemas.microsoft.com/office/drawing/2014/main" id="{902FA6EA-DA7C-4B92-97F4-FD8A8554B1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05" y="1488"/>
                    <a:ext cx="192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9514" name="Line 35">
                    <a:extLst>
                      <a:ext uri="{FF2B5EF4-FFF2-40B4-BE49-F238E27FC236}">
                        <a16:creationId xmlns:a16="http://schemas.microsoft.com/office/drawing/2014/main" id="{F168194F-87AD-4283-A4A4-5E64C761DB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97" y="1392"/>
                    <a:ext cx="144" cy="96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9512" name="Line 36">
                  <a:extLst>
                    <a:ext uri="{FF2B5EF4-FFF2-40B4-BE49-F238E27FC236}">
                      <a16:creationId xmlns:a16="http://schemas.microsoft.com/office/drawing/2014/main" id="{8E31F8BD-627B-4B7A-A2BB-F1AD30FC4D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9" y="1296"/>
                  <a:ext cx="24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500" name="Text Box 37">
              <a:extLst>
                <a:ext uri="{FF2B5EF4-FFF2-40B4-BE49-F238E27FC236}">
                  <a16:creationId xmlns:a16="http://schemas.microsoft.com/office/drawing/2014/main" id="{63D6D090-4784-42BB-8B79-5D8E7DA3C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008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</p:grpSp>
      <p:grpSp>
        <p:nvGrpSpPr>
          <p:cNvPr id="12" name="Group 39">
            <a:extLst>
              <a:ext uri="{FF2B5EF4-FFF2-40B4-BE49-F238E27FC236}">
                <a16:creationId xmlns:a16="http://schemas.microsoft.com/office/drawing/2014/main" id="{E28923E2-7151-44C3-B00F-9EDFC8F16011}"/>
              </a:ext>
            </a:extLst>
          </p:cNvPr>
          <p:cNvGrpSpPr>
            <a:grpSpLocks/>
          </p:cNvGrpSpPr>
          <p:nvPr/>
        </p:nvGrpSpPr>
        <p:grpSpPr bwMode="auto">
          <a:xfrm>
            <a:off x="1327150" y="4945063"/>
            <a:ext cx="1152525" cy="693737"/>
            <a:chOff x="1591" y="2731"/>
            <a:chExt cx="726" cy="437"/>
          </a:xfrm>
        </p:grpSpPr>
        <p:sp>
          <p:nvSpPr>
            <p:cNvPr id="19492" name="Line 41">
              <a:extLst>
                <a:ext uri="{FF2B5EF4-FFF2-40B4-BE49-F238E27FC236}">
                  <a16:creationId xmlns:a16="http://schemas.microsoft.com/office/drawing/2014/main" id="{F910EB94-E667-4737-BF85-0C1885FB4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3" y="3168"/>
              <a:ext cx="384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3" name="Line 46">
              <a:extLst>
                <a:ext uri="{FF2B5EF4-FFF2-40B4-BE49-F238E27FC236}">
                  <a16:creationId xmlns:a16="http://schemas.microsoft.com/office/drawing/2014/main" id="{DAFFFF13-33F7-4CBA-A479-C3D50C2F36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5" y="2880"/>
              <a:ext cx="192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4" name="Line 47">
              <a:extLst>
                <a:ext uri="{FF2B5EF4-FFF2-40B4-BE49-F238E27FC236}">
                  <a16:creationId xmlns:a16="http://schemas.microsoft.com/office/drawing/2014/main" id="{B321A4C0-BFDF-4032-9A13-6D6D7598E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5" y="2736"/>
              <a:ext cx="0" cy="144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5" name="Line 41">
              <a:extLst>
                <a:ext uri="{FF2B5EF4-FFF2-40B4-BE49-F238E27FC236}">
                  <a16:creationId xmlns:a16="http://schemas.microsoft.com/office/drawing/2014/main" id="{79F56F76-F99D-48EB-9B44-7F032385A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1" y="2731"/>
              <a:ext cx="524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583" name="AutoShape 56">
            <a:extLst>
              <a:ext uri="{FF2B5EF4-FFF2-40B4-BE49-F238E27FC236}">
                <a16:creationId xmlns:a16="http://schemas.microsoft.com/office/drawing/2014/main" id="{371F9635-5F77-414B-B479-65E8D350C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150" y="3962400"/>
            <a:ext cx="2489200" cy="488950"/>
          </a:xfrm>
          <a:prstGeom prst="wedgeRoundRectCallout">
            <a:avLst>
              <a:gd name="adj1" fmla="val -69148"/>
              <a:gd name="adj2" fmla="val -22921"/>
              <a:gd name="adj3" fmla="val 16667"/>
            </a:avLst>
          </a:prstGeom>
          <a:solidFill>
            <a:srgbClr val="CCFFCC"/>
          </a:solidFill>
          <a:ln w="19050" cap="sq">
            <a:solidFill>
              <a:srgbClr val="0066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黑体" panose="02010609060101010101" pitchFamily="49" charset="-122"/>
              </a:rPr>
              <a:t>Logic expression</a:t>
            </a:r>
          </a:p>
        </p:txBody>
      </p:sp>
      <p:sp>
        <p:nvSpPr>
          <p:cNvPr id="19464" name="AutoShape 59">
            <a:extLst>
              <a:ext uri="{FF2B5EF4-FFF2-40B4-BE49-F238E27FC236}">
                <a16:creationId xmlns:a16="http://schemas.microsoft.com/office/drawing/2014/main" id="{18518C7B-4CA1-4B16-ACB3-0D1488360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3890963"/>
            <a:ext cx="3757613" cy="16224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" name="Group 63">
            <a:extLst>
              <a:ext uri="{FF2B5EF4-FFF2-40B4-BE49-F238E27FC236}">
                <a16:creationId xmlns:a16="http://schemas.microsoft.com/office/drawing/2014/main" id="{D6717407-E37D-42D9-A640-06CD13AC4373}"/>
              </a:ext>
            </a:extLst>
          </p:cNvPr>
          <p:cNvGrpSpPr>
            <a:grpSpLocks/>
          </p:cNvGrpSpPr>
          <p:nvPr/>
        </p:nvGrpSpPr>
        <p:grpSpPr bwMode="auto">
          <a:xfrm>
            <a:off x="7034213" y="2495550"/>
            <a:ext cx="1649412" cy="3733800"/>
            <a:chOff x="4395" y="1344"/>
            <a:chExt cx="1039" cy="2352"/>
          </a:xfrm>
        </p:grpSpPr>
        <p:sp>
          <p:nvSpPr>
            <p:cNvPr id="19484" name="Text Box 65">
              <a:extLst>
                <a:ext uri="{FF2B5EF4-FFF2-40B4-BE49-F238E27FC236}">
                  <a16:creationId xmlns:a16="http://schemas.microsoft.com/office/drawing/2014/main" id="{3AE1EDB1-767E-4921-BFF8-0A0B1DFE6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1344"/>
              <a:ext cx="2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9485" name="Text Box 66">
              <a:extLst>
                <a:ext uri="{FF2B5EF4-FFF2-40B4-BE49-F238E27FC236}">
                  <a16:creationId xmlns:a16="http://schemas.microsoft.com/office/drawing/2014/main" id="{F1A2E2C4-4D08-4549-A23F-6B621AE26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" y="1344"/>
              <a:ext cx="2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9486" name="Text Box 67">
              <a:extLst>
                <a:ext uri="{FF2B5EF4-FFF2-40B4-BE49-F238E27FC236}">
                  <a16:creationId xmlns:a16="http://schemas.microsoft.com/office/drawing/2014/main" id="{7A9BEF30-27E1-4AF3-824B-A6505588B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1" y="1344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19487" name="Text Box 68">
              <a:extLst>
                <a:ext uri="{FF2B5EF4-FFF2-40B4-BE49-F238E27FC236}">
                  <a16:creationId xmlns:a16="http://schemas.microsoft.com/office/drawing/2014/main" id="{E9ECBBAF-E548-4D96-AEF1-7B7152AE3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6" y="1344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19488" name="Line 69">
              <a:extLst>
                <a:ext uri="{FF2B5EF4-FFF2-40B4-BE49-F238E27FC236}">
                  <a16:creationId xmlns:a16="http://schemas.microsoft.com/office/drawing/2014/main" id="{7C71907E-3994-4FAD-8649-F76417F65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1632"/>
              <a:ext cx="1008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9" name="Line 70">
              <a:extLst>
                <a:ext uri="{FF2B5EF4-FFF2-40B4-BE49-F238E27FC236}">
                  <a16:creationId xmlns:a16="http://schemas.microsoft.com/office/drawing/2014/main" id="{E7EA32B6-9795-447C-BA96-68C23E1E8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3" y="1344"/>
              <a:ext cx="0" cy="235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0" name="Line 71">
              <a:extLst>
                <a:ext uri="{FF2B5EF4-FFF2-40B4-BE49-F238E27FC236}">
                  <a16:creationId xmlns:a16="http://schemas.microsoft.com/office/drawing/2014/main" id="{45146085-A4BF-44EA-871C-F5F7A8A29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5" y="1344"/>
              <a:ext cx="1008" cy="0"/>
            </a:xfrm>
            <a:prstGeom prst="line">
              <a:avLst/>
            </a:prstGeom>
            <a:noFill/>
            <a:ln w="57150" cap="sq" cmpd="thickThin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1" name="Line 72">
              <a:extLst>
                <a:ext uri="{FF2B5EF4-FFF2-40B4-BE49-F238E27FC236}">
                  <a16:creationId xmlns:a16="http://schemas.microsoft.com/office/drawing/2014/main" id="{A5B8ED17-FA87-436E-BC30-DD220D864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3668"/>
              <a:ext cx="1008" cy="0"/>
            </a:xfrm>
            <a:prstGeom prst="line">
              <a:avLst/>
            </a:prstGeom>
            <a:noFill/>
            <a:ln w="57150" cap="sq" cmpd="thinThick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587" name="Rectangle 74">
            <a:extLst>
              <a:ext uri="{FF2B5EF4-FFF2-40B4-BE49-F238E27FC236}">
                <a16:creationId xmlns:a16="http://schemas.microsoft.com/office/drawing/2014/main" id="{E58FCBB6-2217-401D-967C-9B80B3454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184150"/>
            <a:ext cx="67754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  <a:defRPr/>
            </a:pP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Exercise</a:t>
            </a:r>
          </a:p>
        </p:txBody>
      </p:sp>
      <p:sp>
        <p:nvSpPr>
          <p:cNvPr id="78" name="新月形 77">
            <a:extLst>
              <a:ext uri="{FF2B5EF4-FFF2-40B4-BE49-F238E27FC236}">
                <a16:creationId xmlns:a16="http://schemas.microsoft.com/office/drawing/2014/main" id="{0312100C-9B01-4409-B1A7-BE856DA57297}"/>
              </a:ext>
            </a:extLst>
          </p:cNvPr>
          <p:cNvSpPr/>
          <p:nvPr/>
        </p:nvSpPr>
        <p:spPr>
          <a:xfrm rot="10636296">
            <a:off x="1281113" y="5299075"/>
            <a:ext cx="563562" cy="700088"/>
          </a:xfrm>
          <a:prstGeom prst="moon">
            <a:avLst>
              <a:gd name="adj" fmla="val 7053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9" name="流程图: 延期 78">
            <a:extLst>
              <a:ext uri="{FF2B5EF4-FFF2-40B4-BE49-F238E27FC236}">
                <a16:creationId xmlns:a16="http://schemas.microsoft.com/office/drawing/2014/main" id="{EAA87680-291A-4323-9F70-88D584DC6019}"/>
              </a:ext>
            </a:extLst>
          </p:cNvPr>
          <p:cNvSpPr/>
          <p:nvPr/>
        </p:nvSpPr>
        <p:spPr>
          <a:xfrm>
            <a:off x="2482850" y="5078413"/>
            <a:ext cx="533400" cy="666750"/>
          </a:xfrm>
          <a:prstGeom prst="flowChartDela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Rectangle 75">
            <a:extLst>
              <a:ext uri="{FF2B5EF4-FFF2-40B4-BE49-F238E27FC236}">
                <a16:creationId xmlns:a16="http://schemas.microsoft.com/office/drawing/2014/main" id="{DAA3E2E8-2C36-40DF-8C90-4B4C7729E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1214438"/>
            <a:ext cx="48418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Switch  X/Y/Z: 1</a:t>
            </a:r>
            <a:r>
              <a:rPr lang="zh-CN" altLang="en-US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Close,0-Open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Lamp      F:      </a:t>
            </a:r>
            <a:r>
              <a:rPr lang="zh-CN" altLang="en-US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1-</a:t>
            </a: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ON,0-OFF</a:t>
            </a:r>
            <a:endParaRPr lang="zh-CN" altLang="en-US" sz="24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" name="AutoShape 60">
            <a:extLst>
              <a:ext uri="{FF2B5EF4-FFF2-40B4-BE49-F238E27FC236}">
                <a16:creationId xmlns:a16="http://schemas.microsoft.com/office/drawing/2014/main" id="{8BD66DB8-8EA0-4858-A4AE-FB1494471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5167313"/>
            <a:ext cx="1955800" cy="573087"/>
          </a:xfrm>
          <a:prstGeom prst="wedgeRoundRectCallout">
            <a:avLst>
              <a:gd name="adj1" fmla="val -84208"/>
              <a:gd name="adj2" fmla="val 2653"/>
              <a:gd name="adj3" fmla="val 16667"/>
            </a:avLst>
          </a:prstGeom>
          <a:solidFill>
            <a:schemeClr val="accent2"/>
          </a:solidFill>
          <a:ln w="12700" cap="sq">
            <a:solidFill>
              <a:srgbClr val="66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黑体" panose="02010609060101010101" pitchFamily="49" charset="-122"/>
              </a:rPr>
              <a:t>Logic circuit</a:t>
            </a:r>
          </a:p>
        </p:txBody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B0B378BF-BA4A-4F49-9D70-72D18A305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2673350"/>
            <a:ext cx="1866900" cy="444500"/>
          </a:xfrm>
          <a:prstGeom prst="wedgeRoundRectCallout">
            <a:avLst>
              <a:gd name="adj1" fmla="val 83727"/>
              <a:gd name="adj2" fmla="val -7639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黑体" panose="02010609060101010101" pitchFamily="49" charset="-122"/>
              </a:rPr>
              <a:t>Truth table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84E4B43-A7BA-4BE8-945E-564F843B3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3740150"/>
            <a:ext cx="1436687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X·(Y+Z)</a:t>
            </a:r>
          </a:p>
        </p:txBody>
      </p:sp>
      <p:sp>
        <p:nvSpPr>
          <p:cNvPr id="85" name="Line 42">
            <a:extLst>
              <a:ext uri="{FF2B5EF4-FFF2-40B4-BE49-F238E27FC236}">
                <a16:creationId xmlns:a16="http://schemas.microsoft.com/office/drawing/2014/main" id="{C5759C6F-6A5F-4F97-A2CA-EB81CA4687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9475" y="5410200"/>
            <a:ext cx="4572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6" name="Line 43">
            <a:extLst>
              <a:ext uri="{FF2B5EF4-FFF2-40B4-BE49-F238E27FC236}">
                <a16:creationId xmlns:a16="http://schemas.microsoft.com/office/drawing/2014/main" id="{15F685CE-6757-4E3A-97D5-15746C7153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5867400"/>
            <a:ext cx="4572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7" name="Line 45">
            <a:extLst>
              <a:ext uri="{FF2B5EF4-FFF2-40B4-BE49-F238E27FC236}">
                <a16:creationId xmlns:a16="http://schemas.microsoft.com/office/drawing/2014/main" id="{FAE025EB-0C5F-4739-A6DF-C11B1E6D7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3075" y="5410200"/>
            <a:ext cx="3810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8" name="Line 42">
            <a:extLst>
              <a:ext uri="{FF2B5EF4-FFF2-40B4-BE49-F238E27FC236}">
                <a16:creationId xmlns:a16="http://schemas.microsoft.com/office/drawing/2014/main" id="{A32F2098-3835-456A-AA70-EBFE5DB82E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9475" y="4945063"/>
            <a:ext cx="4572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9" name="Text Box 51">
            <a:extLst>
              <a:ext uri="{FF2B5EF4-FFF2-40B4-BE49-F238E27FC236}">
                <a16:creationId xmlns:a16="http://schemas.microsoft.com/office/drawing/2014/main" id="{AE1CAA18-91A5-47AF-AB9C-7FB783831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4724400"/>
            <a:ext cx="392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90" name="Text Box 52">
            <a:extLst>
              <a:ext uri="{FF2B5EF4-FFF2-40B4-BE49-F238E27FC236}">
                <a16:creationId xmlns:a16="http://schemas.microsoft.com/office/drawing/2014/main" id="{F17EF504-AA99-4638-8A04-C56FD7CAE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5181600"/>
            <a:ext cx="388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C604A760-4285-49ED-9193-40C2A62D9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5638800"/>
            <a:ext cx="374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92" name="Text Box 54">
            <a:extLst>
              <a:ext uri="{FF2B5EF4-FFF2-40B4-BE49-F238E27FC236}">
                <a16:creationId xmlns:a16="http://schemas.microsoft.com/office/drawing/2014/main" id="{2BDC87DD-18D8-4AD2-A2B5-9FFDABD65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38" y="5181600"/>
            <a:ext cx="36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93" name="Text Box 64">
            <a:extLst>
              <a:ext uri="{FF2B5EF4-FFF2-40B4-BE49-F238E27FC236}">
                <a16:creationId xmlns:a16="http://schemas.microsoft.com/office/drawing/2014/main" id="{9F3A9F39-29B9-43BA-ABF0-1B1E73C1D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2924175"/>
            <a:ext cx="138747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0  0  0 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0  0  1 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0  1  0 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0  1  1 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1  0  0 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1  0  1 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1  1  0 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1  1  1   </a:t>
            </a:r>
          </a:p>
        </p:txBody>
      </p:sp>
      <p:sp>
        <p:nvSpPr>
          <p:cNvPr id="94" name="Text Box 62">
            <a:extLst>
              <a:ext uri="{FF2B5EF4-FFF2-40B4-BE49-F238E27FC236}">
                <a16:creationId xmlns:a16="http://schemas.microsoft.com/office/drawing/2014/main" id="{1F5A3F0A-7686-4D4C-B17B-12A77836C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924175"/>
            <a:ext cx="37782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483" name="矩形 72">
            <a:extLst>
              <a:ext uri="{FF2B5EF4-FFF2-40B4-BE49-F238E27FC236}">
                <a16:creationId xmlns:a16="http://schemas.microsoft.com/office/drawing/2014/main" id="{9A3ADED6-C628-4755-9E47-C32A6AE12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475" y="963613"/>
            <a:ext cx="15335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Chap2.3&amp;2.4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98DF895-B8C7-4669-93C5-F4F60582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233363"/>
            <a:ext cx="7772400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 dirty="0"/>
              <a:t>Exercise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A936AD1-D21E-4244-B17A-6D8BA9148BB1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2214563"/>
            <a:ext cx="1844675" cy="900112"/>
            <a:chOff x="816" y="1296"/>
            <a:chExt cx="1667" cy="864"/>
          </a:xfrm>
        </p:grpSpPr>
        <p:grpSp>
          <p:nvGrpSpPr>
            <p:cNvPr id="20570" name="Group 5">
              <a:extLst>
                <a:ext uri="{FF2B5EF4-FFF2-40B4-BE49-F238E27FC236}">
                  <a16:creationId xmlns:a16="http://schemas.microsoft.com/office/drawing/2014/main" id="{156C605C-91B4-4DF0-B31E-1B01813AB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296"/>
              <a:ext cx="1440" cy="864"/>
              <a:chOff x="877" y="1392"/>
              <a:chExt cx="1248" cy="720"/>
            </a:xfrm>
          </p:grpSpPr>
          <p:sp>
            <p:nvSpPr>
              <p:cNvPr id="20574" name="Line 6">
                <a:extLst>
                  <a:ext uri="{FF2B5EF4-FFF2-40B4-BE49-F238E27FC236}">
                    <a16:creationId xmlns:a16="http://schemas.microsoft.com/office/drawing/2014/main" id="{BDFED9E6-856F-4C64-8BB7-8EB1983CE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1488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75" name="Line 7">
                <a:extLst>
                  <a:ext uri="{FF2B5EF4-FFF2-40B4-BE49-F238E27FC236}">
                    <a16:creationId xmlns:a16="http://schemas.microsoft.com/office/drawing/2014/main" id="{6DEDF20B-76CA-4837-985E-158BC3581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1824"/>
                <a:ext cx="0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76" name="Line 8">
                <a:extLst>
                  <a:ext uri="{FF2B5EF4-FFF2-40B4-BE49-F238E27FC236}">
                    <a16:creationId xmlns:a16="http://schemas.microsoft.com/office/drawing/2014/main" id="{264E03C6-D213-41CD-85D0-B27563A56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1488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77" name="Line 9">
                <a:extLst>
                  <a:ext uri="{FF2B5EF4-FFF2-40B4-BE49-F238E27FC236}">
                    <a16:creationId xmlns:a16="http://schemas.microsoft.com/office/drawing/2014/main" id="{A6386EEC-4E54-41D5-BD8D-BA98FE8D9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13" y="1392"/>
                <a:ext cx="144" cy="9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78" name="Line 10">
                <a:extLst>
                  <a:ext uri="{FF2B5EF4-FFF2-40B4-BE49-F238E27FC236}">
                    <a16:creationId xmlns:a16="http://schemas.microsoft.com/office/drawing/2014/main" id="{E0B69280-2CEA-43B3-A385-17F0FDC69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5" y="1488"/>
                <a:ext cx="192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79" name="Line 11">
                <a:extLst>
                  <a:ext uri="{FF2B5EF4-FFF2-40B4-BE49-F238E27FC236}">
                    <a16:creationId xmlns:a16="http://schemas.microsoft.com/office/drawing/2014/main" id="{4A941F41-40AA-4F2C-92C9-1E61F2E731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7" y="1392"/>
                <a:ext cx="144" cy="9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80" name="Line 12">
                <a:extLst>
                  <a:ext uri="{FF2B5EF4-FFF2-40B4-BE49-F238E27FC236}">
                    <a16:creationId xmlns:a16="http://schemas.microsoft.com/office/drawing/2014/main" id="{16BFB8C7-FF36-42F4-A750-4FCED1A32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9" y="1488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81" name="Line 13">
                <a:extLst>
                  <a:ext uri="{FF2B5EF4-FFF2-40B4-BE49-F238E27FC236}">
                    <a16:creationId xmlns:a16="http://schemas.microsoft.com/office/drawing/2014/main" id="{35603E8A-694A-451D-B3DD-82E6387CE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9" y="1488"/>
                <a:ext cx="0" cy="19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82" name="Line 14">
                <a:extLst>
                  <a:ext uri="{FF2B5EF4-FFF2-40B4-BE49-F238E27FC236}">
                    <a16:creationId xmlns:a16="http://schemas.microsoft.com/office/drawing/2014/main" id="{22644A57-B7ED-4D27-9C5F-E9AC51E19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9" y="1872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83" name="Line 15">
                <a:extLst>
                  <a:ext uri="{FF2B5EF4-FFF2-40B4-BE49-F238E27FC236}">
                    <a16:creationId xmlns:a16="http://schemas.microsoft.com/office/drawing/2014/main" id="{58FAF547-2330-449C-9957-D667C161F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3" y="2112"/>
                <a:ext cx="105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84" name="AutoShape 16">
                <a:extLst>
                  <a:ext uri="{FF2B5EF4-FFF2-40B4-BE49-F238E27FC236}">
                    <a16:creationId xmlns:a16="http://schemas.microsoft.com/office/drawing/2014/main" id="{2A628DBA-5CF3-44BF-99DF-D6B81185B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" y="1680"/>
                <a:ext cx="192" cy="192"/>
              </a:xfrm>
              <a:prstGeom prst="flowChartSummingJunction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5" name="Line 17">
                <a:extLst>
                  <a:ext uri="{FF2B5EF4-FFF2-40B4-BE49-F238E27FC236}">
                    <a16:creationId xmlns:a16="http://schemas.microsoft.com/office/drawing/2014/main" id="{CAD21997-1725-434F-A235-75CA0F5C6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7" y="1728"/>
                <a:ext cx="192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86" name="Line 18">
                <a:extLst>
                  <a:ext uri="{FF2B5EF4-FFF2-40B4-BE49-F238E27FC236}">
                    <a16:creationId xmlns:a16="http://schemas.microsoft.com/office/drawing/2014/main" id="{023B23A0-DF92-4227-BC1E-68EBAD51B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5" y="1824"/>
                <a:ext cx="9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0571" name="Text Box 19">
              <a:extLst>
                <a:ext uri="{FF2B5EF4-FFF2-40B4-BE49-F238E27FC236}">
                  <a16:creationId xmlns:a16="http://schemas.microsoft.com/office/drawing/2014/main" id="{4B7DA193-41E6-439E-A7F2-FF41B3B11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1" y="1339"/>
              <a:ext cx="231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72" name="Text Box 20">
              <a:extLst>
                <a:ext uri="{FF2B5EF4-FFF2-40B4-BE49-F238E27FC236}">
                  <a16:creationId xmlns:a16="http://schemas.microsoft.com/office/drawing/2014/main" id="{55E41B07-0557-4FD7-9799-F4AB3DCB0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9" y="1344"/>
              <a:ext cx="32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73" name="Text Box 21">
              <a:extLst>
                <a:ext uri="{FF2B5EF4-FFF2-40B4-BE49-F238E27FC236}">
                  <a16:creationId xmlns:a16="http://schemas.microsoft.com/office/drawing/2014/main" id="{6DEA77C0-099A-4A6C-9102-65843C6B21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632"/>
              <a:ext cx="22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58" name="矩形 8">
            <a:extLst>
              <a:ext uri="{FF2B5EF4-FFF2-40B4-BE49-F238E27FC236}">
                <a16:creationId xmlns:a16="http://schemas.microsoft.com/office/drawing/2014/main" id="{401FD134-346F-4324-BDBC-4DA811472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08050"/>
            <a:ext cx="87487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Please write down the truth table, logic expression and the logic symbol of these electronic circuit. 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F98D19DE-82A3-4FE6-B9E7-AFB6E8C66B61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3294063"/>
            <a:ext cx="2062162" cy="1125537"/>
            <a:chOff x="637" y="912"/>
            <a:chExt cx="1784" cy="960"/>
          </a:xfrm>
        </p:grpSpPr>
        <p:sp>
          <p:nvSpPr>
            <p:cNvPr id="20543" name="Line 12">
              <a:extLst>
                <a:ext uri="{FF2B5EF4-FFF2-40B4-BE49-F238E27FC236}">
                  <a16:creationId xmlns:a16="http://schemas.microsoft.com/office/drawing/2014/main" id="{408DC95D-68CC-4B9D-8878-A1AF34291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" y="1248"/>
              <a:ext cx="33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44" name="Group 13">
              <a:extLst>
                <a:ext uri="{FF2B5EF4-FFF2-40B4-BE49-F238E27FC236}">
                  <a16:creationId xmlns:a16="http://schemas.microsoft.com/office/drawing/2014/main" id="{11A5ABEE-D728-4F73-9B21-77EA403DE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9" y="912"/>
              <a:ext cx="624" cy="96"/>
              <a:chOff x="1405" y="1200"/>
              <a:chExt cx="624" cy="96"/>
            </a:xfrm>
          </p:grpSpPr>
          <p:grpSp>
            <p:nvGrpSpPr>
              <p:cNvPr id="20566" name="Group 14">
                <a:extLst>
                  <a:ext uri="{FF2B5EF4-FFF2-40B4-BE49-F238E27FC236}">
                    <a16:creationId xmlns:a16="http://schemas.microsoft.com/office/drawing/2014/main" id="{534DB37E-8F05-4563-A5EA-B4D1BBDE20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05" y="1200"/>
                <a:ext cx="336" cy="96"/>
                <a:chOff x="1405" y="1392"/>
                <a:chExt cx="336" cy="96"/>
              </a:xfrm>
            </p:grpSpPr>
            <p:sp>
              <p:nvSpPr>
                <p:cNvPr id="20568" name="Line 15">
                  <a:extLst>
                    <a:ext uri="{FF2B5EF4-FFF2-40B4-BE49-F238E27FC236}">
                      <a16:creationId xmlns:a16="http://schemas.microsoft.com/office/drawing/2014/main" id="{1E44ECC4-0132-494D-97CC-D23ECB5005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05" y="1488"/>
                  <a:ext cx="192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69" name="Line 16">
                  <a:extLst>
                    <a:ext uri="{FF2B5EF4-FFF2-40B4-BE49-F238E27FC236}">
                      <a16:creationId xmlns:a16="http://schemas.microsoft.com/office/drawing/2014/main" id="{6056116E-EDC2-49AA-9D51-F0D1C438C9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97" y="1392"/>
                  <a:ext cx="144" cy="9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0567" name="Line 17">
                <a:extLst>
                  <a:ext uri="{FF2B5EF4-FFF2-40B4-BE49-F238E27FC236}">
                    <a16:creationId xmlns:a16="http://schemas.microsoft.com/office/drawing/2014/main" id="{7AA97596-A7C2-4252-9E63-6C71BDEFF8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9" y="1296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0545" name="Line 18">
              <a:extLst>
                <a:ext uri="{FF2B5EF4-FFF2-40B4-BE49-F238E27FC236}">
                  <a16:creationId xmlns:a16="http://schemas.microsoft.com/office/drawing/2014/main" id="{4E80C36A-FBA5-4FE8-B324-002A851C42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" y="1872"/>
              <a:ext cx="129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46" name="Group 19">
              <a:extLst>
                <a:ext uri="{FF2B5EF4-FFF2-40B4-BE49-F238E27FC236}">
                  <a16:creationId xmlns:a16="http://schemas.microsoft.com/office/drawing/2014/main" id="{A11173F3-F88F-4621-B71B-3027FBEF8E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3" y="1248"/>
              <a:ext cx="192" cy="624"/>
              <a:chOff x="2256" y="1488"/>
              <a:chExt cx="192" cy="624"/>
            </a:xfrm>
          </p:grpSpPr>
          <p:sp>
            <p:nvSpPr>
              <p:cNvPr id="20563" name="Line 20">
                <a:extLst>
                  <a:ext uri="{FF2B5EF4-FFF2-40B4-BE49-F238E27FC236}">
                    <a16:creationId xmlns:a16="http://schemas.microsoft.com/office/drawing/2014/main" id="{35A3CD3F-7B8C-42FD-AD76-15437E619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488"/>
                <a:ext cx="0" cy="19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64" name="Line 21">
                <a:extLst>
                  <a:ext uri="{FF2B5EF4-FFF2-40B4-BE49-F238E27FC236}">
                    <a16:creationId xmlns:a16="http://schemas.microsoft.com/office/drawing/2014/main" id="{C9F0707C-89A0-4C14-B136-E8B54BC41C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872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65" name="AutoShape 22">
                <a:extLst>
                  <a:ext uri="{FF2B5EF4-FFF2-40B4-BE49-F238E27FC236}">
                    <a16:creationId xmlns:a16="http://schemas.microsoft.com/office/drawing/2014/main" id="{802AD50B-6857-4615-BDB1-7E6A4D4CE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680"/>
                <a:ext cx="192" cy="192"/>
              </a:xfrm>
              <a:prstGeom prst="flowChartSummingJunction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47" name="Group 23">
              <a:extLst>
                <a:ext uri="{FF2B5EF4-FFF2-40B4-BE49-F238E27FC236}">
                  <a16:creationId xmlns:a16="http://schemas.microsoft.com/office/drawing/2014/main" id="{4D60CBEC-9CA9-4F04-BBA1-8D14FB225A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" y="1248"/>
              <a:ext cx="192" cy="624"/>
              <a:chOff x="912" y="1488"/>
              <a:chExt cx="192" cy="624"/>
            </a:xfrm>
          </p:grpSpPr>
          <p:sp>
            <p:nvSpPr>
              <p:cNvPr id="20559" name="Line 24">
                <a:extLst>
                  <a:ext uri="{FF2B5EF4-FFF2-40B4-BE49-F238E27FC236}">
                    <a16:creationId xmlns:a16="http://schemas.microsoft.com/office/drawing/2014/main" id="{D1CD5711-A0BE-4DB1-BA69-2F70D58A4A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488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60" name="Line 25">
                <a:extLst>
                  <a:ext uri="{FF2B5EF4-FFF2-40B4-BE49-F238E27FC236}">
                    <a16:creationId xmlns:a16="http://schemas.microsoft.com/office/drawing/2014/main" id="{58552ED2-F14D-4A85-AAED-E7791656C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824"/>
                <a:ext cx="0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61" name="Line 26">
                <a:extLst>
                  <a:ext uri="{FF2B5EF4-FFF2-40B4-BE49-F238E27FC236}">
                    <a16:creationId xmlns:a16="http://schemas.microsoft.com/office/drawing/2014/main" id="{494D1783-C013-4A19-8CD2-3C4498932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192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62" name="Line 27">
                <a:extLst>
                  <a:ext uri="{FF2B5EF4-FFF2-40B4-BE49-F238E27FC236}">
                    <a16:creationId xmlns:a16="http://schemas.microsoft.com/office/drawing/2014/main" id="{EAE5566F-15C6-44FE-8352-827FC5C43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824"/>
                <a:ext cx="9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0548" name="Text Box 28">
              <a:extLst>
                <a:ext uri="{FF2B5EF4-FFF2-40B4-BE49-F238E27FC236}">
                  <a16:creationId xmlns:a16="http://schemas.microsoft.com/office/drawing/2014/main" id="{873D4388-E813-4B6B-939B-6B51EE8F9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933"/>
              <a:ext cx="321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49" name="Text Box 29">
              <a:extLst>
                <a:ext uri="{FF2B5EF4-FFF2-40B4-BE49-F238E27FC236}">
                  <a16:creationId xmlns:a16="http://schemas.microsoft.com/office/drawing/2014/main" id="{23EDCA8B-BFF4-479D-A534-11961C079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1365"/>
              <a:ext cx="308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50" name="Text Box 30">
              <a:extLst>
                <a:ext uri="{FF2B5EF4-FFF2-40B4-BE49-F238E27FC236}">
                  <a16:creationId xmlns:a16="http://schemas.microsoft.com/office/drawing/2014/main" id="{6B1B8101-F256-4A01-B5CD-CD7541B00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5" y="1365"/>
              <a:ext cx="296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  <p:grpSp>
          <p:nvGrpSpPr>
            <p:cNvPr id="20551" name="Group 31">
              <a:extLst>
                <a:ext uri="{FF2B5EF4-FFF2-40B4-BE49-F238E27FC236}">
                  <a16:creationId xmlns:a16="http://schemas.microsoft.com/office/drawing/2014/main" id="{F3C7DD21-F2B6-47B8-9116-90924FFD2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9" y="1344"/>
              <a:ext cx="624" cy="96"/>
              <a:chOff x="1405" y="1200"/>
              <a:chExt cx="624" cy="96"/>
            </a:xfrm>
          </p:grpSpPr>
          <p:grpSp>
            <p:nvGrpSpPr>
              <p:cNvPr id="20555" name="Group 32">
                <a:extLst>
                  <a:ext uri="{FF2B5EF4-FFF2-40B4-BE49-F238E27FC236}">
                    <a16:creationId xmlns:a16="http://schemas.microsoft.com/office/drawing/2014/main" id="{C3A7418C-3539-4363-82DA-066C5AEFD0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05" y="1200"/>
                <a:ext cx="336" cy="96"/>
                <a:chOff x="1405" y="1392"/>
                <a:chExt cx="336" cy="96"/>
              </a:xfrm>
            </p:grpSpPr>
            <p:sp>
              <p:nvSpPr>
                <p:cNvPr id="20557" name="Line 33">
                  <a:extLst>
                    <a:ext uri="{FF2B5EF4-FFF2-40B4-BE49-F238E27FC236}">
                      <a16:creationId xmlns:a16="http://schemas.microsoft.com/office/drawing/2014/main" id="{5BEF86CD-5566-4D6F-B528-5F96388073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05" y="1488"/>
                  <a:ext cx="192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58" name="Line 34">
                  <a:extLst>
                    <a:ext uri="{FF2B5EF4-FFF2-40B4-BE49-F238E27FC236}">
                      <a16:creationId xmlns:a16="http://schemas.microsoft.com/office/drawing/2014/main" id="{44C3D60F-FCF6-483E-AF36-FBAF937F53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97" y="1392"/>
                  <a:ext cx="144" cy="9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0556" name="Line 35">
                <a:extLst>
                  <a:ext uri="{FF2B5EF4-FFF2-40B4-BE49-F238E27FC236}">
                    <a16:creationId xmlns:a16="http://schemas.microsoft.com/office/drawing/2014/main" id="{22ED8891-D7DC-4295-91FD-B81D8080AC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9" y="1296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0552" name="Line 36">
              <a:extLst>
                <a:ext uri="{FF2B5EF4-FFF2-40B4-BE49-F238E27FC236}">
                  <a16:creationId xmlns:a16="http://schemas.microsoft.com/office/drawing/2014/main" id="{B849298F-9313-4381-88A3-530A9C725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9" y="1008"/>
              <a:ext cx="0" cy="4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3" name="Line 37">
              <a:extLst>
                <a:ext uri="{FF2B5EF4-FFF2-40B4-BE49-F238E27FC236}">
                  <a16:creationId xmlns:a16="http://schemas.microsoft.com/office/drawing/2014/main" id="{535BABDE-18E1-4072-B549-C261321DF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" y="1008"/>
              <a:ext cx="0" cy="4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4" name="Line 38">
              <a:extLst>
                <a:ext uri="{FF2B5EF4-FFF2-40B4-BE49-F238E27FC236}">
                  <a16:creationId xmlns:a16="http://schemas.microsoft.com/office/drawing/2014/main" id="{52E165CD-2E36-4C42-8603-CD03978A2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" y="1248"/>
              <a:ext cx="33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id="{981877A9-893C-42D9-A59F-F2913983DD0D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4643438"/>
            <a:ext cx="1979613" cy="900112"/>
            <a:chOff x="720" y="1152"/>
            <a:chExt cx="1732" cy="672"/>
          </a:xfrm>
        </p:grpSpPr>
        <p:sp>
          <p:nvSpPr>
            <p:cNvPr id="20524" name="Line 13">
              <a:extLst>
                <a:ext uri="{FF2B5EF4-FFF2-40B4-BE49-F238E27FC236}">
                  <a16:creationId xmlns:a16="http://schemas.microsoft.com/office/drawing/2014/main" id="{43476FA8-10D9-499D-9B68-A8137DC877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824"/>
              <a:ext cx="129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25" name="Group 14">
              <a:extLst>
                <a:ext uri="{FF2B5EF4-FFF2-40B4-BE49-F238E27FC236}">
                  <a16:creationId xmlns:a16="http://schemas.microsoft.com/office/drawing/2014/main" id="{78227B75-C69B-4B44-B4B5-C1E9A7F8A0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200"/>
              <a:ext cx="192" cy="624"/>
              <a:chOff x="2256" y="1488"/>
              <a:chExt cx="192" cy="624"/>
            </a:xfrm>
          </p:grpSpPr>
          <p:sp>
            <p:nvSpPr>
              <p:cNvPr id="20540" name="Line 15">
                <a:extLst>
                  <a:ext uri="{FF2B5EF4-FFF2-40B4-BE49-F238E27FC236}">
                    <a16:creationId xmlns:a16="http://schemas.microsoft.com/office/drawing/2014/main" id="{1052CFEB-ADB2-4DEB-9C29-764EFB8E6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488"/>
                <a:ext cx="0" cy="19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41" name="Line 16">
                <a:extLst>
                  <a:ext uri="{FF2B5EF4-FFF2-40B4-BE49-F238E27FC236}">
                    <a16:creationId xmlns:a16="http://schemas.microsoft.com/office/drawing/2014/main" id="{3A7DB998-9F11-44F0-80C2-FB321BCFA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872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42" name="AutoShape 17">
                <a:extLst>
                  <a:ext uri="{FF2B5EF4-FFF2-40B4-BE49-F238E27FC236}">
                    <a16:creationId xmlns:a16="http://schemas.microsoft.com/office/drawing/2014/main" id="{0418EB0C-7233-45FA-84C0-8ED1E9980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680"/>
                <a:ext cx="192" cy="192"/>
              </a:xfrm>
              <a:prstGeom prst="flowChartSummingJunction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26" name="Group 18">
              <a:extLst>
                <a:ext uri="{FF2B5EF4-FFF2-40B4-BE49-F238E27FC236}">
                  <a16:creationId xmlns:a16="http://schemas.microsoft.com/office/drawing/2014/main" id="{370DF94F-39B3-4D5F-90C6-9749B5911C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200"/>
              <a:ext cx="192" cy="624"/>
              <a:chOff x="912" y="1488"/>
              <a:chExt cx="192" cy="624"/>
            </a:xfrm>
          </p:grpSpPr>
          <p:sp>
            <p:nvSpPr>
              <p:cNvPr id="20536" name="Line 19">
                <a:extLst>
                  <a:ext uri="{FF2B5EF4-FFF2-40B4-BE49-F238E27FC236}">
                    <a16:creationId xmlns:a16="http://schemas.microsoft.com/office/drawing/2014/main" id="{E1B29BCA-F386-487D-996C-01CD191E57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488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37" name="Line 20">
                <a:extLst>
                  <a:ext uri="{FF2B5EF4-FFF2-40B4-BE49-F238E27FC236}">
                    <a16:creationId xmlns:a16="http://schemas.microsoft.com/office/drawing/2014/main" id="{F6A6B161-5B32-467D-A1E6-762EAD9B6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824"/>
                <a:ext cx="0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38" name="Line 21">
                <a:extLst>
                  <a:ext uri="{FF2B5EF4-FFF2-40B4-BE49-F238E27FC236}">
                    <a16:creationId xmlns:a16="http://schemas.microsoft.com/office/drawing/2014/main" id="{496C35D0-770E-4A51-BA36-34B9BE0512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192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39" name="Line 22">
                <a:extLst>
                  <a:ext uri="{FF2B5EF4-FFF2-40B4-BE49-F238E27FC236}">
                    <a16:creationId xmlns:a16="http://schemas.microsoft.com/office/drawing/2014/main" id="{B2504731-9245-4244-80DB-7F33C67A9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824"/>
                <a:ext cx="9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0527" name="Text Box 23">
              <a:extLst>
                <a:ext uri="{FF2B5EF4-FFF2-40B4-BE49-F238E27FC236}">
                  <a16:creationId xmlns:a16="http://schemas.microsoft.com/office/drawing/2014/main" id="{51062C9A-E766-405C-AAE0-C8609481C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397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8" name="Text Box 24">
              <a:extLst>
                <a:ext uri="{FF2B5EF4-FFF2-40B4-BE49-F238E27FC236}">
                  <a16:creationId xmlns:a16="http://schemas.microsoft.com/office/drawing/2014/main" id="{F9C13610-7B97-4531-80CD-C0845A132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34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0529" name="Line 25">
              <a:extLst>
                <a:ext uri="{FF2B5EF4-FFF2-40B4-BE49-F238E27FC236}">
                  <a16:creationId xmlns:a16="http://schemas.microsoft.com/office/drawing/2014/main" id="{84AE4C2F-00FA-4D5B-8D72-7B0D233B47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6" y="1726"/>
              <a:ext cx="192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30" name="Line 26">
              <a:extLst>
                <a:ext uri="{FF2B5EF4-FFF2-40B4-BE49-F238E27FC236}">
                  <a16:creationId xmlns:a16="http://schemas.microsoft.com/office/drawing/2014/main" id="{3E8EB69B-850A-4C2A-A9A5-0B029704BD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462" y="1510"/>
              <a:ext cx="144" cy="9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31" name="Line 27">
              <a:extLst>
                <a:ext uri="{FF2B5EF4-FFF2-40B4-BE49-F238E27FC236}">
                  <a16:creationId xmlns:a16="http://schemas.microsoft.com/office/drawing/2014/main" id="{9E3F60CF-D8A7-47DB-B850-5D89DCB409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63" y="1319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32" name="Rectangle 28">
              <a:extLst>
                <a:ext uri="{FF2B5EF4-FFF2-40B4-BE49-F238E27FC236}">
                  <a16:creationId xmlns:a16="http://schemas.microsoft.com/office/drawing/2014/main" id="{77270EE3-EAB4-47AB-81E3-B83740DF1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152"/>
              <a:ext cx="288" cy="96"/>
            </a:xfrm>
            <a:prstGeom prst="rect">
              <a:avLst/>
            </a:prstGeom>
            <a:noFill/>
            <a:ln w="19050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33" name="Line 29">
              <a:extLst>
                <a:ext uri="{FF2B5EF4-FFF2-40B4-BE49-F238E27FC236}">
                  <a16:creationId xmlns:a16="http://schemas.microsoft.com/office/drawing/2014/main" id="{E08A6434-B988-4EB3-9691-E4EE139C8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2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34" name="Line 30">
              <a:extLst>
                <a:ext uri="{FF2B5EF4-FFF2-40B4-BE49-F238E27FC236}">
                  <a16:creationId xmlns:a16="http://schemas.microsoft.com/office/drawing/2014/main" id="{1DF81C5E-36AE-4D1B-9798-1DC8065BB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00"/>
              <a:ext cx="768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35" name="Text Box 31">
              <a:extLst>
                <a:ext uri="{FF2B5EF4-FFF2-40B4-BE49-F238E27FC236}">
                  <a16:creationId xmlns:a16="http://schemas.microsoft.com/office/drawing/2014/main" id="{6EF09421-DFEF-4CF9-A4E6-835800B8A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2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</p:grpSp>
      <p:sp>
        <p:nvSpPr>
          <p:cNvPr id="109" name="矩形 108">
            <a:extLst>
              <a:ext uri="{FF2B5EF4-FFF2-40B4-BE49-F238E27FC236}">
                <a16:creationId xmlns:a16="http://schemas.microsoft.com/office/drawing/2014/main" id="{F63D0F01-049A-4FF9-9ADD-D0F01C1C1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2214563"/>
            <a:ext cx="41846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Produce a 1 output if and only if all of its inputs are 1. </a:t>
            </a:r>
            <a:endParaRPr lang="zh-CN" altLang="en-US" sz="2000" b="1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4" name="Group 50">
            <a:extLst>
              <a:ext uri="{FF2B5EF4-FFF2-40B4-BE49-F238E27FC236}">
                <a16:creationId xmlns:a16="http://schemas.microsoft.com/office/drawing/2014/main" id="{3628D664-8536-4398-A8D9-AA0D2AB616A5}"/>
              </a:ext>
            </a:extLst>
          </p:cNvPr>
          <p:cNvGrpSpPr>
            <a:grpSpLocks/>
          </p:cNvGrpSpPr>
          <p:nvPr/>
        </p:nvGrpSpPr>
        <p:grpSpPr bwMode="auto">
          <a:xfrm>
            <a:off x="7137400" y="3597275"/>
            <a:ext cx="1890713" cy="854075"/>
            <a:chOff x="3737" y="3072"/>
            <a:chExt cx="1666" cy="575"/>
          </a:xfrm>
        </p:grpSpPr>
        <p:sp>
          <p:nvSpPr>
            <p:cNvPr id="20516" name="Arc 51">
              <a:extLst>
                <a:ext uri="{FF2B5EF4-FFF2-40B4-BE49-F238E27FC236}">
                  <a16:creationId xmlns:a16="http://schemas.microsoft.com/office/drawing/2014/main" id="{2D07E20F-2B13-4BC2-B52A-E8E179A0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186"/>
              <a:ext cx="576" cy="446"/>
            </a:xfrm>
            <a:custGeom>
              <a:avLst/>
              <a:gdLst>
                <a:gd name="T0" fmla="*/ 0 w 21600"/>
                <a:gd name="T1" fmla="*/ 0 h 43177"/>
                <a:gd name="T2" fmla="*/ 0 w 21600"/>
                <a:gd name="T3" fmla="*/ 0 h 43177"/>
                <a:gd name="T4" fmla="*/ 0 w 21600"/>
                <a:gd name="T5" fmla="*/ 0 h 4317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7"/>
                <a:gd name="T11" fmla="*/ 21600 w 21600"/>
                <a:gd name="T12" fmla="*/ 43177 h 431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3"/>
                    <a:pt x="12523" y="42647"/>
                    <a:pt x="992" y="43177"/>
                  </a:cubicBezTo>
                </a:path>
                <a:path w="21600" h="4317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3"/>
                    <a:pt x="12523" y="42647"/>
                    <a:pt x="992" y="431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7" name="Arc 52">
              <a:extLst>
                <a:ext uri="{FF2B5EF4-FFF2-40B4-BE49-F238E27FC236}">
                  <a16:creationId xmlns:a16="http://schemas.microsoft.com/office/drawing/2014/main" id="{D984D528-61DF-4FD0-AE07-54F91A9C5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3186"/>
              <a:ext cx="134" cy="446"/>
            </a:xfrm>
            <a:custGeom>
              <a:avLst/>
              <a:gdLst>
                <a:gd name="T0" fmla="*/ 0 w 21914"/>
                <a:gd name="T1" fmla="*/ 0 h 43200"/>
                <a:gd name="T2" fmla="*/ 0 w 21914"/>
                <a:gd name="T3" fmla="*/ 0 h 43200"/>
                <a:gd name="T4" fmla="*/ 0 w 21914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14"/>
                <a:gd name="T10" fmla="*/ 0 h 43200"/>
                <a:gd name="T11" fmla="*/ 21914 w 2191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14" h="43200" fill="none" extrusionOk="0">
                  <a:moveTo>
                    <a:pt x="313" y="0"/>
                  </a:moveTo>
                  <a:cubicBezTo>
                    <a:pt x="12243" y="0"/>
                    <a:pt x="21914" y="9670"/>
                    <a:pt x="21914" y="21600"/>
                  </a:cubicBezTo>
                  <a:cubicBezTo>
                    <a:pt x="21914" y="33529"/>
                    <a:pt x="12243" y="43200"/>
                    <a:pt x="314" y="43200"/>
                  </a:cubicBezTo>
                  <a:cubicBezTo>
                    <a:pt x="209" y="43200"/>
                    <a:pt x="104" y="43199"/>
                    <a:pt x="0" y="43197"/>
                  </a:cubicBezTo>
                </a:path>
                <a:path w="21914" h="43200" stroke="0" extrusionOk="0">
                  <a:moveTo>
                    <a:pt x="313" y="0"/>
                  </a:moveTo>
                  <a:cubicBezTo>
                    <a:pt x="12243" y="0"/>
                    <a:pt x="21914" y="9670"/>
                    <a:pt x="21914" y="21600"/>
                  </a:cubicBezTo>
                  <a:cubicBezTo>
                    <a:pt x="21914" y="33529"/>
                    <a:pt x="12243" y="43200"/>
                    <a:pt x="314" y="43200"/>
                  </a:cubicBezTo>
                  <a:cubicBezTo>
                    <a:pt x="209" y="43200"/>
                    <a:pt x="104" y="43199"/>
                    <a:pt x="0" y="43197"/>
                  </a:cubicBezTo>
                  <a:lnTo>
                    <a:pt x="314" y="21600"/>
                  </a:lnTo>
                  <a:lnTo>
                    <a:pt x="313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8" name="Line 53">
              <a:extLst>
                <a:ext uri="{FF2B5EF4-FFF2-40B4-BE49-F238E27FC236}">
                  <a16:creationId xmlns:a16="http://schemas.microsoft.com/office/drawing/2014/main" id="{9263B419-308E-4544-A016-35D3E1786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3408"/>
              <a:ext cx="31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9" name="Line 54">
              <a:extLst>
                <a:ext uri="{FF2B5EF4-FFF2-40B4-BE49-F238E27FC236}">
                  <a16:creationId xmlns:a16="http://schemas.microsoft.com/office/drawing/2014/main" id="{65A2DED5-6AAA-4935-8A11-D8FF0B5BA4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3288"/>
              <a:ext cx="26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0" name="Line 55">
              <a:extLst>
                <a:ext uri="{FF2B5EF4-FFF2-40B4-BE49-F238E27FC236}">
                  <a16:creationId xmlns:a16="http://schemas.microsoft.com/office/drawing/2014/main" id="{44E6015B-F5E7-430D-96AE-59A0BB51C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3528"/>
              <a:ext cx="26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1" name="Text Box 56">
              <a:extLst>
                <a:ext uri="{FF2B5EF4-FFF2-40B4-BE49-F238E27FC236}">
                  <a16:creationId xmlns:a16="http://schemas.microsoft.com/office/drawing/2014/main" id="{A596CEDD-7353-449A-A575-E658208F1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" y="3072"/>
              <a:ext cx="355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Text Box 57">
              <a:extLst>
                <a:ext uri="{FF2B5EF4-FFF2-40B4-BE49-F238E27FC236}">
                  <a16:creationId xmlns:a16="http://schemas.microsoft.com/office/drawing/2014/main" id="{A8668511-6910-47D0-B49E-064225E1F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" y="3357"/>
              <a:ext cx="34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Text Box 58">
              <a:extLst>
                <a:ext uri="{FF2B5EF4-FFF2-40B4-BE49-F238E27FC236}">
                  <a16:creationId xmlns:a16="http://schemas.microsoft.com/office/drawing/2014/main" id="{0AA9C305-ED04-4D12-85D4-4A1707E39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2" y="3237"/>
              <a:ext cx="34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120" name="矩形 119">
            <a:extLst>
              <a:ext uri="{FF2B5EF4-FFF2-40B4-BE49-F238E27FC236}">
                <a16:creationId xmlns:a16="http://schemas.microsoft.com/office/drawing/2014/main" id="{22352D54-823C-482C-9466-D82B502B7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50" y="3563938"/>
            <a:ext cx="4365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Produce a 1 if and only if one or more of its input are 1.</a:t>
            </a:r>
            <a:r>
              <a:rPr lang="zh-CN" altLang="en-US" sz="20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5" name="Group 38">
            <a:extLst>
              <a:ext uri="{FF2B5EF4-FFF2-40B4-BE49-F238E27FC236}">
                <a16:creationId xmlns:a16="http://schemas.microsoft.com/office/drawing/2014/main" id="{1083CBF1-C808-4EA1-80F8-E495256EEF4F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2170113"/>
            <a:ext cx="1844675" cy="727075"/>
            <a:chOff x="3714" y="3575"/>
            <a:chExt cx="1383" cy="458"/>
          </a:xfrm>
        </p:grpSpPr>
        <p:grpSp>
          <p:nvGrpSpPr>
            <p:cNvPr id="20507" name="Group 39">
              <a:extLst>
                <a:ext uri="{FF2B5EF4-FFF2-40B4-BE49-F238E27FC236}">
                  <a16:creationId xmlns:a16="http://schemas.microsoft.com/office/drawing/2014/main" id="{0467F916-63FA-40CE-862D-65B1EEFAD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5" y="3648"/>
              <a:ext cx="924" cy="385"/>
              <a:chOff x="3965" y="3264"/>
              <a:chExt cx="924" cy="385"/>
            </a:xfrm>
          </p:grpSpPr>
          <p:sp>
            <p:nvSpPr>
              <p:cNvPr id="20511" name="Line 40">
                <a:extLst>
                  <a:ext uri="{FF2B5EF4-FFF2-40B4-BE49-F238E27FC236}">
                    <a16:creationId xmlns:a16="http://schemas.microsoft.com/office/drawing/2014/main" id="{1C4F954F-55A0-4DEB-9B64-D22DC29C5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5" y="3264"/>
                <a:ext cx="0" cy="384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12" name="Arc 41">
                <a:extLst>
                  <a:ext uri="{FF2B5EF4-FFF2-40B4-BE49-F238E27FC236}">
                    <a16:creationId xmlns:a16="http://schemas.microsoft.com/office/drawing/2014/main" id="{BB5A29CA-ADC8-4674-80AA-18C6D964E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3265"/>
                <a:ext cx="484" cy="384"/>
              </a:xfrm>
              <a:custGeom>
                <a:avLst/>
                <a:gdLst>
                  <a:gd name="T0" fmla="*/ 0 w 21600"/>
                  <a:gd name="T1" fmla="*/ 0 h 43198"/>
                  <a:gd name="T2" fmla="*/ 0 w 21600"/>
                  <a:gd name="T3" fmla="*/ 0 h 43198"/>
                  <a:gd name="T4" fmla="*/ 0 w 21600"/>
                  <a:gd name="T5" fmla="*/ 0 h 4319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8"/>
                  <a:gd name="T11" fmla="*/ 21600 w 21600"/>
                  <a:gd name="T12" fmla="*/ 43198 h 431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11"/>
                      <a:pt x="12111" y="43033"/>
                      <a:pt x="300" y="43197"/>
                    </a:cubicBezTo>
                  </a:path>
                  <a:path w="21600" h="4319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11"/>
                      <a:pt x="12111" y="43033"/>
                      <a:pt x="300" y="4319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13" name="Line 42">
                <a:extLst>
                  <a:ext uri="{FF2B5EF4-FFF2-40B4-BE49-F238E27FC236}">
                    <a16:creationId xmlns:a16="http://schemas.microsoft.com/office/drawing/2014/main" id="{8B8EE7E1-7CB0-444A-9053-C8CEF3FD0A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9" y="3456"/>
                <a:ext cx="22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14" name="Line 43">
                <a:extLst>
                  <a:ext uri="{FF2B5EF4-FFF2-40B4-BE49-F238E27FC236}">
                    <a16:creationId xmlns:a16="http://schemas.microsoft.com/office/drawing/2014/main" id="{8BED5A10-E963-4F53-BD09-019893669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5" y="3360"/>
                <a:ext cx="22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15" name="Line 44">
                <a:extLst>
                  <a:ext uri="{FF2B5EF4-FFF2-40B4-BE49-F238E27FC236}">
                    <a16:creationId xmlns:a16="http://schemas.microsoft.com/office/drawing/2014/main" id="{1F8E0F37-AE8C-4349-B733-3C325BE92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5" y="3552"/>
                <a:ext cx="22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0508" name="Text Box 45">
              <a:extLst>
                <a:ext uri="{FF2B5EF4-FFF2-40B4-BE49-F238E27FC236}">
                  <a16:creationId xmlns:a16="http://schemas.microsoft.com/office/drawing/2014/main" id="{187CDC7C-9D73-46D1-B049-C1370DE02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" y="3575"/>
              <a:ext cx="2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09" name="Text Box 46">
              <a:extLst>
                <a:ext uri="{FF2B5EF4-FFF2-40B4-BE49-F238E27FC236}">
                  <a16:creationId xmlns:a16="http://schemas.microsoft.com/office/drawing/2014/main" id="{BFDD06FD-22EE-44E4-BBDC-65EC1F4A6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" y="3767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10" name="Text Box 47">
              <a:extLst>
                <a:ext uri="{FF2B5EF4-FFF2-40B4-BE49-F238E27FC236}">
                  <a16:creationId xmlns:a16="http://schemas.microsoft.com/office/drawing/2014/main" id="{B8A66A07-B2A9-43E2-AD4A-5992E4E43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9" y="3671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131" name="Text Box 22">
            <a:extLst>
              <a:ext uri="{FF2B5EF4-FFF2-40B4-BE49-F238E27FC236}">
                <a16:creationId xmlns:a16="http://schemas.microsoft.com/office/drawing/2014/main" id="{A648C29B-41A8-40CB-9D66-207177C29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3870325"/>
            <a:ext cx="1709737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Z = A + B</a:t>
            </a:r>
          </a:p>
        </p:txBody>
      </p:sp>
      <p:sp>
        <p:nvSpPr>
          <p:cNvPr id="729110" name="Text Box 22">
            <a:extLst>
              <a:ext uri="{FF2B5EF4-FFF2-40B4-BE49-F238E27FC236}">
                <a16:creationId xmlns:a16="http://schemas.microsoft.com/office/drawing/2014/main" id="{4C540ACC-6DEC-4B57-8B5A-BF14E5842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2568575"/>
            <a:ext cx="139541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Z = A · B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C054DFC3-F783-4C65-8365-F9B9543E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913" y="4689475"/>
            <a:ext cx="4572000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Produce an output value that is the opposite of its input value. 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6B81F7A9-7D27-46F7-9B8D-B73244CFB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5049838"/>
            <a:ext cx="110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Z  = A’ </a:t>
            </a:r>
          </a:p>
        </p:txBody>
      </p:sp>
      <p:grpSp>
        <p:nvGrpSpPr>
          <p:cNvPr id="17" name="Group 45">
            <a:extLst>
              <a:ext uri="{FF2B5EF4-FFF2-40B4-BE49-F238E27FC236}">
                <a16:creationId xmlns:a16="http://schemas.microsoft.com/office/drawing/2014/main" id="{6AB7CAD7-DE50-46D7-A071-5F6D63B9DEFF}"/>
              </a:ext>
            </a:extLst>
          </p:cNvPr>
          <p:cNvGrpSpPr>
            <a:grpSpLocks/>
          </p:cNvGrpSpPr>
          <p:nvPr/>
        </p:nvGrpSpPr>
        <p:grpSpPr bwMode="auto">
          <a:xfrm>
            <a:off x="7013575" y="4914900"/>
            <a:ext cx="1968500" cy="609600"/>
            <a:chOff x="3931" y="2208"/>
            <a:chExt cx="1325" cy="384"/>
          </a:xfrm>
        </p:grpSpPr>
        <p:sp>
          <p:nvSpPr>
            <p:cNvPr id="20501" name="AutoShape 46">
              <a:extLst>
                <a:ext uri="{FF2B5EF4-FFF2-40B4-BE49-F238E27FC236}">
                  <a16:creationId xmlns:a16="http://schemas.microsoft.com/office/drawing/2014/main" id="{742AAEC9-BD65-4E15-AA0B-03A0B3DBAE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383" y="2232"/>
              <a:ext cx="384" cy="336"/>
            </a:xfrm>
            <a:prstGeom prst="triangle">
              <a:avLst>
                <a:gd name="adj" fmla="val 50000"/>
              </a:avLst>
            </a:prstGeom>
            <a:noFill/>
            <a:ln w="19050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02" name="Oval 47">
              <a:extLst>
                <a:ext uri="{FF2B5EF4-FFF2-40B4-BE49-F238E27FC236}">
                  <a16:creationId xmlns:a16="http://schemas.microsoft.com/office/drawing/2014/main" id="{B7514B97-FF1C-4FD3-9796-927715C6B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2352"/>
              <a:ext cx="96" cy="96"/>
            </a:xfrm>
            <a:prstGeom prst="ellips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03" name="Line 48">
              <a:extLst>
                <a:ext uri="{FF2B5EF4-FFF2-40B4-BE49-F238E27FC236}">
                  <a16:creationId xmlns:a16="http://schemas.microsoft.com/office/drawing/2014/main" id="{08503EDA-11FB-43A3-9970-00EDD6FE8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9" y="24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4" name="Line 49">
              <a:extLst>
                <a:ext uri="{FF2B5EF4-FFF2-40B4-BE49-F238E27FC236}">
                  <a16:creationId xmlns:a16="http://schemas.microsoft.com/office/drawing/2014/main" id="{3C663CD0-2120-49C5-9417-FBFADE8243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7" y="24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5" name="Text Box 50">
              <a:extLst>
                <a:ext uri="{FF2B5EF4-FFF2-40B4-BE49-F238E27FC236}">
                  <a16:creationId xmlns:a16="http://schemas.microsoft.com/office/drawing/2014/main" id="{B9C363D3-EEAC-4A0F-A603-B4A3906E0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1" y="2261"/>
              <a:ext cx="24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06" name="Text Box 51">
              <a:extLst>
                <a:ext uri="{FF2B5EF4-FFF2-40B4-BE49-F238E27FC236}">
                  <a16:creationId xmlns:a16="http://schemas.microsoft.com/office/drawing/2014/main" id="{4534CF03-116C-4572-AF6E-F04415E47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2261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140" name="Rectangle 75">
            <a:extLst>
              <a:ext uri="{FF2B5EF4-FFF2-40B4-BE49-F238E27FC236}">
                <a16:creationId xmlns:a16="http://schemas.microsoft.com/office/drawing/2014/main" id="{0D13B0EB-25F1-49B6-826D-4CBA26D8F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673225"/>
            <a:ext cx="6346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Switch/Lamp:   1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Close/ON, 0-Open/OFF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" name="Rectangle 75">
            <a:extLst>
              <a:ext uri="{FF2B5EF4-FFF2-40B4-BE49-F238E27FC236}">
                <a16:creationId xmlns:a16="http://schemas.microsoft.com/office/drawing/2014/main" id="{5460F431-8986-4B50-BEEB-7F57C5552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724525"/>
            <a:ext cx="8012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How about this situation:   0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Close/ON, 1-Open/OFF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43" name="Picture 21" descr="u=510799256,4278680063&amp;gp=28">
            <a:hlinkClick r:id="rId3"/>
            <a:extLst>
              <a:ext uri="{FF2B5EF4-FFF2-40B4-BE49-F238E27FC236}">
                <a16:creationId xmlns:a16="http://schemas.microsoft.com/office/drawing/2014/main" id="{A8B78D33-8468-4244-85FD-3DEB5662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938" y="5543550"/>
            <a:ext cx="6302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9" name="灯片编号占位符 3">
            <a:extLst>
              <a:ext uri="{FF2B5EF4-FFF2-40B4-BE49-F238E27FC236}">
                <a16:creationId xmlns:a16="http://schemas.microsoft.com/office/drawing/2014/main" id="{9E8F3E89-8415-4BA8-965D-5E1B3D5C4D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4BA1325B-0699-4161-A46C-BF41CCD925D3}" type="slidenum">
              <a:rPr lang="zh-CN" altLang="en-US" sz="1100"/>
              <a:pPr/>
              <a:t>15</a:t>
            </a:fld>
            <a:endParaRPr lang="zh-CN" altLang="en-US" sz="1100" dirty="0"/>
          </a:p>
        </p:txBody>
      </p:sp>
      <p:sp>
        <p:nvSpPr>
          <p:cNvPr id="20500" name="日期占位符 3">
            <a:extLst>
              <a:ext uri="{FF2B5EF4-FFF2-40B4-BE49-F238E27FC236}">
                <a16:creationId xmlns:a16="http://schemas.microsoft.com/office/drawing/2014/main" id="{EB810ED5-AE46-446C-97D3-AEFCD8A57C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47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E75FAB1A-F273-4784-90EE-6783FB25FE3B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BAE179E-E2D7-40E5-A138-08CD8DC6B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233363"/>
            <a:ext cx="7772400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 dirty="0"/>
              <a:t>Exercise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CE18483-B0D3-42C8-BEB1-A9DE562D4571}"/>
              </a:ext>
            </a:extLst>
          </p:cNvPr>
          <p:cNvGrpSpPr>
            <a:grpSpLocks/>
          </p:cNvGrpSpPr>
          <p:nvPr/>
        </p:nvGrpSpPr>
        <p:grpSpPr bwMode="auto">
          <a:xfrm>
            <a:off x="252413" y="2541588"/>
            <a:ext cx="1844675" cy="900112"/>
            <a:chOff x="816" y="1296"/>
            <a:chExt cx="1667" cy="864"/>
          </a:xfrm>
        </p:grpSpPr>
        <p:grpSp>
          <p:nvGrpSpPr>
            <p:cNvPr id="21642" name="Group 5">
              <a:extLst>
                <a:ext uri="{FF2B5EF4-FFF2-40B4-BE49-F238E27FC236}">
                  <a16:creationId xmlns:a16="http://schemas.microsoft.com/office/drawing/2014/main" id="{1CD9E125-4918-46DC-A667-D1A27B0F03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296"/>
              <a:ext cx="1440" cy="864"/>
              <a:chOff x="877" y="1392"/>
              <a:chExt cx="1248" cy="720"/>
            </a:xfrm>
          </p:grpSpPr>
          <p:sp>
            <p:nvSpPr>
              <p:cNvPr id="21646" name="Line 6">
                <a:extLst>
                  <a:ext uri="{FF2B5EF4-FFF2-40B4-BE49-F238E27FC236}">
                    <a16:creationId xmlns:a16="http://schemas.microsoft.com/office/drawing/2014/main" id="{A786CF72-9E09-404E-BD6B-D9E47D946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1488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47" name="Line 7">
                <a:extLst>
                  <a:ext uri="{FF2B5EF4-FFF2-40B4-BE49-F238E27FC236}">
                    <a16:creationId xmlns:a16="http://schemas.microsoft.com/office/drawing/2014/main" id="{EED49BF2-B9DD-420E-A525-B2823ABAAA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1824"/>
                <a:ext cx="0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48" name="Line 8">
                <a:extLst>
                  <a:ext uri="{FF2B5EF4-FFF2-40B4-BE49-F238E27FC236}">
                    <a16:creationId xmlns:a16="http://schemas.microsoft.com/office/drawing/2014/main" id="{5D0845A3-3DE1-422B-8D3B-E25506536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1488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49" name="Line 9">
                <a:extLst>
                  <a:ext uri="{FF2B5EF4-FFF2-40B4-BE49-F238E27FC236}">
                    <a16:creationId xmlns:a16="http://schemas.microsoft.com/office/drawing/2014/main" id="{A2CF21AA-8706-4296-B44F-F28990F3D2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13" y="1392"/>
                <a:ext cx="144" cy="9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50" name="Line 10">
                <a:extLst>
                  <a:ext uri="{FF2B5EF4-FFF2-40B4-BE49-F238E27FC236}">
                    <a16:creationId xmlns:a16="http://schemas.microsoft.com/office/drawing/2014/main" id="{7F26C084-547F-41C7-AB9F-C5745D325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5" y="1488"/>
                <a:ext cx="192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51" name="Line 11">
                <a:extLst>
                  <a:ext uri="{FF2B5EF4-FFF2-40B4-BE49-F238E27FC236}">
                    <a16:creationId xmlns:a16="http://schemas.microsoft.com/office/drawing/2014/main" id="{439B64FE-AED7-4480-8CBF-92EB1622B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7" y="1392"/>
                <a:ext cx="144" cy="9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52" name="Line 12">
                <a:extLst>
                  <a:ext uri="{FF2B5EF4-FFF2-40B4-BE49-F238E27FC236}">
                    <a16:creationId xmlns:a16="http://schemas.microsoft.com/office/drawing/2014/main" id="{C12D2079-556E-4949-87A1-97219A531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9" y="1488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53" name="Line 13">
                <a:extLst>
                  <a:ext uri="{FF2B5EF4-FFF2-40B4-BE49-F238E27FC236}">
                    <a16:creationId xmlns:a16="http://schemas.microsoft.com/office/drawing/2014/main" id="{83B83AF0-94F8-494A-A0F5-E8F870B31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9" y="1488"/>
                <a:ext cx="0" cy="19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54" name="Line 14">
                <a:extLst>
                  <a:ext uri="{FF2B5EF4-FFF2-40B4-BE49-F238E27FC236}">
                    <a16:creationId xmlns:a16="http://schemas.microsoft.com/office/drawing/2014/main" id="{88342534-2115-4FFC-881D-50B64D2AD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9" y="1872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55" name="Line 15">
                <a:extLst>
                  <a:ext uri="{FF2B5EF4-FFF2-40B4-BE49-F238E27FC236}">
                    <a16:creationId xmlns:a16="http://schemas.microsoft.com/office/drawing/2014/main" id="{C76B006C-4117-4905-9DDA-DFD268422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3" y="2112"/>
                <a:ext cx="105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56" name="AutoShape 16">
                <a:extLst>
                  <a:ext uri="{FF2B5EF4-FFF2-40B4-BE49-F238E27FC236}">
                    <a16:creationId xmlns:a16="http://schemas.microsoft.com/office/drawing/2014/main" id="{9B74DC40-2597-4AE6-836E-071DA1595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" y="1680"/>
                <a:ext cx="192" cy="192"/>
              </a:xfrm>
              <a:prstGeom prst="flowChartSummingJunction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657" name="Line 17">
                <a:extLst>
                  <a:ext uri="{FF2B5EF4-FFF2-40B4-BE49-F238E27FC236}">
                    <a16:creationId xmlns:a16="http://schemas.microsoft.com/office/drawing/2014/main" id="{1C9EBD17-F67D-4714-9E32-5EE213FC3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7" y="1728"/>
                <a:ext cx="192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58" name="Line 18">
                <a:extLst>
                  <a:ext uri="{FF2B5EF4-FFF2-40B4-BE49-F238E27FC236}">
                    <a16:creationId xmlns:a16="http://schemas.microsoft.com/office/drawing/2014/main" id="{9B704561-C569-4881-8EF9-4DB8D1CF8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5" y="1824"/>
                <a:ext cx="9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643" name="Text Box 19">
              <a:extLst>
                <a:ext uri="{FF2B5EF4-FFF2-40B4-BE49-F238E27FC236}">
                  <a16:creationId xmlns:a16="http://schemas.microsoft.com/office/drawing/2014/main" id="{A6E8E145-0F05-494D-BA5E-33802A397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1" y="1339"/>
              <a:ext cx="231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644" name="Text Box 20">
              <a:extLst>
                <a:ext uri="{FF2B5EF4-FFF2-40B4-BE49-F238E27FC236}">
                  <a16:creationId xmlns:a16="http://schemas.microsoft.com/office/drawing/2014/main" id="{1BE9EEDE-ECFD-476B-BF03-EEFCF55B0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9" y="1344"/>
              <a:ext cx="32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1645" name="Text Box 21">
              <a:extLst>
                <a:ext uri="{FF2B5EF4-FFF2-40B4-BE49-F238E27FC236}">
                  <a16:creationId xmlns:a16="http://schemas.microsoft.com/office/drawing/2014/main" id="{A8E134E1-E3F3-45FC-B52D-C73C9B5C7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632"/>
              <a:ext cx="22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58" name="矩形 8">
            <a:extLst>
              <a:ext uri="{FF2B5EF4-FFF2-40B4-BE49-F238E27FC236}">
                <a16:creationId xmlns:a16="http://schemas.microsoft.com/office/drawing/2014/main" id="{D70A5964-D5CA-4717-88A2-B805E094A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908050"/>
            <a:ext cx="87487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Please write down the truth table, logic expression and the logic symbol of these electronic circuit. 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E3F0CB4-0D05-45AB-B404-4D672AE5F469}"/>
              </a:ext>
            </a:extLst>
          </p:cNvPr>
          <p:cNvGrpSpPr>
            <a:grpSpLocks/>
          </p:cNvGrpSpPr>
          <p:nvPr/>
        </p:nvGrpSpPr>
        <p:grpSpPr bwMode="auto">
          <a:xfrm>
            <a:off x="206375" y="3621088"/>
            <a:ext cx="2062163" cy="1125537"/>
            <a:chOff x="637" y="912"/>
            <a:chExt cx="1784" cy="960"/>
          </a:xfrm>
        </p:grpSpPr>
        <p:sp>
          <p:nvSpPr>
            <p:cNvPr id="21615" name="Line 12">
              <a:extLst>
                <a:ext uri="{FF2B5EF4-FFF2-40B4-BE49-F238E27FC236}">
                  <a16:creationId xmlns:a16="http://schemas.microsoft.com/office/drawing/2014/main" id="{6DDF7BE0-ACBB-4E61-AFAE-506BDBE19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" y="1248"/>
              <a:ext cx="33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1616" name="Group 13">
              <a:extLst>
                <a:ext uri="{FF2B5EF4-FFF2-40B4-BE49-F238E27FC236}">
                  <a16:creationId xmlns:a16="http://schemas.microsoft.com/office/drawing/2014/main" id="{DD246CD4-00DC-40F3-B05F-175B762F18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9" y="912"/>
              <a:ext cx="624" cy="96"/>
              <a:chOff x="1405" y="1200"/>
              <a:chExt cx="624" cy="96"/>
            </a:xfrm>
          </p:grpSpPr>
          <p:grpSp>
            <p:nvGrpSpPr>
              <p:cNvPr id="21638" name="Group 14">
                <a:extLst>
                  <a:ext uri="{FF2B5EF4-FFF2-40B4-BE49-F238E27FC236}">
                    <a16:creationId xmlns:a16="http://schemas.microsoft.com/office/drawing/2014/main" id="{24578FC0-1D13-4117-AF86-ED5B617B71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05" y="1200"/>
                <a:ext cx="336" cy="96"/>
                <a:chOff x="1405" y="1392"/>
                <a:chExt cx="336" cy="96"/>
              </a:xfrm>
            </p:grpSpPr>
            <p:sp>
              <p:nvSpPr>
                <p:cNvPr id="21640" name="Line 15">
                  <a:extLst>
                    <a:ext uri="{FF2B5EF4-FFF2-40B4-BE49-F238E27FC236}">
                      <a16:creationId xmlns:a16="http://schemas.microsoft.com/office/drawing/2014/main" id="{EA0408CA-E21B-4B86-AB9F-76486EE24E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05" y="1488"/>
                  <a:ext cx="192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41" name="Line 16">
                  <a:extLst>
                    <a:ext uri="{FF2B5EF4-FFF2-40B4-BE49-F238E27FC236}">
                      <a16:creationId xmlns:a16="http://schemas.microsoft.com/office/drawing/2014/main" id="{380DFC16-77DA-4849-B221-03F11AAEE4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97" y="1392"/>
                  <a:ext cx="144" cy="9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639" name="Line 17">
                <a:extLst>
                  <a:ext uri="{FF2B5EF4-FFF2-40B4-BE49-F238E27FC236}">
                    <a16:creationId xmlns:a16="http://schemas.microsoft.com/office/drawing/2014/main" id="{E9E82801-804B-4645-8790-A0E1AFDEB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9" y="1296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617" name="Line 18">
              <a:extLst>
                <a:ext uri="{FF2B5EF4-FFF2-40B4-BE49-F238E27FC236}">
                  <a16:creationId xmlns:a16="http://schemas.microsoft.com/office/drawing/2014/main" id="{62FF474F-0337-485E-BD86-7F184D03F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" y="1872"/>
              <a:ext cx="129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1618" name="Group 19">
              <a:extLst>
                <a:ext uri="{FF2B5EF4-FFF2-40B4-BE49-F238E27FC236}">
                  <a16:creationId xmlns:a16="http://schemas.microsoft.com/office/drawing/2014/main" id="{8EDE7BF8-DDB0-40B9-B4D4-77491F641E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3" y="1248"/>
              <a:ext cx="192" cy="624"/>
              <a:chOff x="2256" y="1488"/>
              <a:chExt cx="192" cy="624"/>
            </a:xfrm>
          </p:grpSpPr>
          <p:sp>
            <p:nvSpPr>
              <p:cNvPr id="21635" name="Line 20">
                <a:extLst>
                  <a:ext uri="{FF2B5EF4-FFF2-40B4-BE49-F238E27FC236}">
                    <a16:creationId xmlns:a16="http://schemas.microsoft.com/office/drawing/2014/main" id="{4DE7C442-07C4-4AF3-8E0F-67AAEECEC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488"/>
                <a:ext cx="0" cy="19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36" name="Line 21">
                <a:extLst>
                  <a:ext uri="{FF2B5EF4-FFF2-40B4-BE49-F238E27FC236}">
                    <a16:creationId xmlns:a16="http://schemas.microsoft.com/office/drawing/2014/main" id="{143C3986-CA68-43F0-90BB-BA2E82C07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872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37" name="AutoShape 22">
                <a:extLst>
                  <a:ext uri="{FF2B5EF4-FFF2-40B4-BE49-F238E27FC236}">
                    <a16:creationId xmlns:a16="http://schemas.microsoft.com/office/drawing/2014/main" id="{C091B67B-6E7E-44B4-B53C-50A07DC6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680"/>
                <a:ext cx="192" cy="192"/>
              </a:xfrm>
              <a:prstGeom prst="flowChartSummingJunction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619" name="Group 23">
              <a:extLst>
                <a:ext uri="{FF2B5EF4-FFF2-40B4-BE49-F238E27FC236}">
                  <a16:creationId xmlns:a16="http://schemas.microsoft.com/office/drawing/2014/main" id="{3E00B0C5-EA24-47CC-90AF-EEEB63E357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" y="1248"/>
              <a:ext cx="192" cy="624"/>
              <a:chOff x="912" y="1488"/>
              <a:chExt cx="192" cy="624"/>
            </a:xfrm>
          </p:grpSpPr>
          <p:sp>
            <p:nvSpPr>
              <p:cNvPr id="21631" name="Line 24">
                <a:extLst>
                  <a:ext uri="{FF2B5EF4-FFF2-40B4-BE49-F238E27FC236}">
                    <a16:creationId xmlns:a16="http://schemas.microsoft.com/office/drawing/2014/main" id="{6C31B54C-9ABE-401D-845F-53A975A5D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488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32" name="Line 25">
                <a:extLst>
                  <a:ext uri="{FF2B5EF4-FFF2-40B4-BE49-F238E27FC236}">
                    <a16:creationId xmlns:a16="http://schemas.microsoft.com/office/drawing/2014/main" id="{B6FACCE0-E227-4623-91B1-C67E36C07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824"/>
                <a:ext cx="0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33" name="Line 26">
                <a:extLst>
                  <a:ext uri="{FF2B5EF4-FFF2-40B4-BE49-F238E27FC236}">
                    <a16:creationId xmlns:a16="http://schemas.microsoft.com/office/drawing/2014/main" id="{E0D20B07-B196-4A04-AEEE-6C3629C83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192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34" name="Line 27">
                <a:extLst>
                  <a:ext uri="{FF2B5EF4-FFF2-40B4-BE49-F238E27FC236}">
                    <a16:creationId xmlns:a16="http://schemas.microsoft.com/office/drawing/2014/main" id="{E06A3A4B-95E0-4D6D-BF20-1EEB4B896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824"/>
                <a:ext cx="9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620" name="Text Box 28">
              <a:extLst>
                <a:ext uri="{FF2B5EF4-FFF2-40B4-BE49-F238E27FC236}">
                  <a16:creationId xmlns:a16="http://schemas.microsoft.com/office/drawing/2014/main" id="{69DDF67E-0D46-42A8-AFF4-F52A233DE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933"/>
              <a:ext cx="321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621" name="Text Box 29">
              <a:extLst>
                <a:ext uri="{FF2B5EF4-FFF2-40B4-BE49-F238E27FC236}">
                  <a16:creationId xmlns:a16="http://schemas.microsoft.com/office/drawing/2014/main" id="{A0F89FD7-0946-4378-9781-77ECBA08A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1365"/>
              <a:ext cx="308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1622" name="Text Box 30">
              <a:extLst>
                <a:ext uri="{FF2B5EF4-FFF2-40B4-BE49-F238E27FC236}">
                  <a16:creationId xmlns:a16="http://schemas.microsoft.com/office/drawing/2014/main" id="{3F07EC1E-5638-431A-9836-B27515440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5" y="1365"/>
              <a:ext cx="296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  <p:grpSp>
          <p:nvGrpSpPr>
            <p:cNvPr id="21623" name="Group 31">
              <a:extLst>
                <a:ext uri="{FF2B5EF4-FFF2-40B4-BE49-F238E27FC236}">
                  <a16:creationId xmlns:a16="http://schemas.microsoft.com/office/drawing/2014/main" id="{F3BD2D56-92FC-4785-9EF0-CF3569FD3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9" y="1344"/>
              <a:ext cx="624" cy="96"/>
              <a:chOff x="1405" y="1200"/>
              <a:chExt cx="624" cy="96"/>
            </a:xfrm>
          </p:grpSpPr>
          <p:grpSp>
            <p:nvGrpSpPr>
              <p:cNvPr id="21627" name="Group 32">
                <a:extLst>
                  <a:ext uri="{FF2B5EF4-FFF2-40B4-BE49-F238E27FC236}">
                    <a16:creationId xmlns:a16="http://schemas.microsoft.com/office/drawing/2014/main" id="{AA65D2D9-7D16-4BF9-9222-A683285035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05" y="1200"/>
                <a:ext cx="336" cy="96"/>
                <a:chOff x="1405" y="1392"/>
                <a:chExt cx="336" cy="96"/>
              </a:xfrm>
            </p:grpSpPr>
            <p:sp>
              <p:nvSpPr>
                <p:cNvPr id="21629" name="Line 33">
                  <a:extLst>
                    <a:ext uri="{FF2B5EF4-FFF2-40B4-BE49-F238E27FC236}">
                      <a16:creationId xmlns:a16="http://schemas.microsoft.com/office/drawing/2014/main" id="{416CC0D7-7162-4ED0-83A3-A5CBE7C137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05" y="1488"/>
                  <a:ext cx="192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30" name="Line 34">
                  <a:extLst>
                    <a:ext uri="{FF2B5EF4-FFF2-40B4-BE49-F238E27FC236}">
                      <a16:creationId xmlns:a16="http://schemas.microsoft.com/office/drawing/2014/main" id="{5E874739-D7D8-4DCE-8FA6-27CE804706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97" y="1392"/>
                  <a:ext cx="144" cy="9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628" name="Line 35">
                <a:extLst>
                  <a:ext uri="{FF2B5EF4-FFF2-40B4-BE49-F238E27FC236}">
                    <a16:creationId xmlns:a16="http://schemas.microsoft.com/office/drawing/2014/main" id="{0EFB5665-FC59-4078-B620-7E5EBDADB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9" y="1296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624" name="Line 36">
              <a:extLst>
                <a:ext uri="{FF2B5EF4-FFF2-40B4-BE49-F238E27FC236}">
                  <a16:creationId xmlns:a16="http://schemas.microsoft.com/office/drawing/2014/main" id="{07206119-FCD8-4795-9189-858CE097BB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9" y="1008"/>
              <a:ext cx="0" cy="4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625" name="Line 37">
              <a:extLst>
                <a:ext uri="{FF2B5EF4-FFF2-40B4-BE49-F238E27FC236}">
                  <a16:creationId xmlns:a16="http://schemas.microsoft.com/office/drawing/2014/main" id="{FCFE2235-E135-465B-8C48-71167D79B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" y="1008"/>
              <a:ext cx="0" cy="4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626" name="Line 38">
              <a:extLst>
                <a:ext uri="{FF2B5EF4-FFF2-40B4-BE49-F238E27FC236}">
                  <a16:creationId xmlns:a16="http://schemas.microsoft.com/office/drawing/2014/main" id="{D7B3205F-B86D-4A16-9520-3513A6522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" y="1248"/>
              <a:ext cx="33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id="{D85E1150-681B-44FC-BAFE-AFB441113F11}"/>
              </a:ext>
            </a:extLst>
          </p:cNvPr>
          <p:cNvGrpSpPr>
            <a:grpSpLocks/>
          </p:cNvGrpSpPr>
          <p:nvPr/>
        </p:nvGrpSpPr>
        <p:grpSpPr bwMode="auto">
          <a:xfrm>
            <a:off x="252413" y="5151438"/>
            <a:ext cx="1979612" cy="900112"/>
            <a:chOff x="720" y="1152"/>
            <a:chExt cx="1732" cy="672"/>
          </a:xfrm>
        </p:grpSpPr>
        <p:sp>
          <p:nvSpPr>
            <p:cNvPr id="21596" name="Line 13">
              <a:extLst>
                <a:ext uri="{FF2B5EF4-FFF2-40B4-BE49-F238E27FC236}">
                  <a16:creationId xmlns:a16="http://schemas.microsoft.com/office/drawing/2014/main" id="{B9BCF058-DD5C-47C5-ACAA-016D1443AB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824"/>
              <a:ext cx="129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1597" name="Group 14">
              <a:extLst>
                <a:ext uri="{FF2B5EF4-FFF2-40B4-BE49-F238E27FC236}">
                  <a16:creationId xmlns:a16="http://schemas.microsoft.com/office/drawing/2014/main" id="{B354A038-C119-4502-8AA3-F88C7B7A24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200"/>
              <a:ext cx="192" cy="624"/>
              <a:chOff x="2256" y="1488"/>
              <a:chExt cx="192" cy="624"/>
            </a:xfrm>
          </p:grpSpPr>
          <p:sp>
            <p:nvSpPr>
              <p:cNvPr id="21612" name="Line 15">
                <a:extLst>
                  <a:ext uri="{FF2B5EF4-FFF2-40B4-BE49-F238E27FC236}">
                    <a16:creationId xmlns:a16="http://schemas.microsoft.com/office/drawing/2014/main" id="{11A28585-CB4F-4C9D-B0BE-89D3F171D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488"/>
                <a:ext cx="0" cy="19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13" name="Line 16">
                <a:extLst>
                  <a:ext uri="{FF2B5EF4-FFF2-40B4-BE49-F238E27FC236}">
                    <a16:creationId xmlns:a16="http://schemas.microsoft.com/office/drawing/2014/main" id="{0108E473-F793-40FF-8C1C-3CF71E00D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872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14" name="AutoShape 17">
                <a:extLst>
                  <a:ext uri="{FF2B5EF4-FFF2-40B4-BE49-F238E27FC236}">
                    <a16:creationId xmlns:a16="http://schemas.microsoft.com/office/drawing/2014/main" id="{395255A6-97A0-42C2-A866-25A0FEB05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680"/>
                <a:ext cx="192" cy="192"/>
              </a:xfrm>
              <a:prstGeom prst="flowChartSummingJunction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598" name="Group 18">
              <a:extLst>
                <a:ext uri="{FF2B5EF4-FFF2-40B4-BE49-F238E27FC236}">
                  <a16:creationId xmlns:a16="http://schemas.microsoft.com/office/drawing/2014/main" id="{0BA7AB13-D6AA-44C7-9375-9761E4889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200"/>
              <a:ext cx="192" cy="624"/>
              <a:chOff x="912" y="1488"/>
              <a:chExt cx="192" cy="624"/>
            </a:xfrm>
          </p:grpSpPr>
          <p:sp>
            <p:nvSpPr>
              <p:cNvPr id="21608" name="Line 19">
                <a:extLst>
                  <a:ext uri="{FF2B5EF4-FFF2-40B4-BE49-F238E27FC236}">
                    <a16:creationId xmlns:a16="http://schemas.microsoft.com/office/drawing/2014/main" id="{A76A06F3-3879-4026-95A8-B2B971060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488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09" name="Line 20">
                <a:extLst>
                  <a:ext uri="{FF2B5EF4-FFF2-40B4-BE49-F238E27FC236}">
                    <a16:creationId xmlns:a16="http://schemas.microsoft.com/office/drawing/2014/main" id="{16BE0B27-63F2-4EE8-8FB4-59C0994B7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824"/>
                <a:ext cx="0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10" name="Line 21">
                <a:extLst>
                  <a:ext uri="{FF2B5EF4-FFF2-40B4-BE49-F238E27FC236}">
                    <a16:creationId xmlns:a16="http://schemas.microsoft.com/office/drawing/2014/main" id="{5F988632-E263-4513-B8FE-D8C61BACC4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192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611" name="Line 22">
                <a:extLst>
                  <a:ext uri="{FF2B5EF4-FFF2-40B4-BE49-F238E27FC236}">
                    <a16:creationId xmlns:a16="http://schemas.microsoft.com/office/drawing/2014/main" id="{205628D0-ED22-44E8-8AC6-5092528F4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824"/>
                <a:ext cx="9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599" name="Text Box 23">
              <a:extLst>
                <a:ext uri="{FF2B5EF4-FFF2-40B4-BE49-F238E27FC236}">
                  <a16:creationId xmlns:a16="http://schemas.microsoft.com/office/drawing/2014/main" id="{DD1CD075-06D2-40C5-91F1-8FB38ABED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397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600" name="Text Box 24">
              <a:extLst>
                <a:ext uri="{FF2B5EF4-FFF2-40B4-BE49-F238E27FC236}">
                  <a16:creationId xmlns:a16="http://schemas.microsoft.com/office/drawing/2014/main" id="{25AACAAA-AF45-41F4-8BC4-CBE6C88D3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34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1601" name="Line 25">
              <a:extLst>
                <a:ext uri="{FF2B5EF4-FFF2-40B4-BE49-F238E27FC236}">
                  <a16:creationId xmlns:a16="http://schemas.microsoft.com/office/drawing/2014/main" id="{008EA40B-17D8-45A4-8D43-C30F03C7DC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6" y="1726"/>
              <a:ext cx="192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602" name="Line 26">
              <a:extLst>
                <a:ext uri="{FF2B5EF4-FFF2-40B4-BE49-F238E27FC236}">
                  <a16:creationId xmlns:a16="http://schemas.microsoft.com/office/drawing/2014/main" id="{8A95C4F8-6970-4F70-BEB6-4E56927230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462" y="1510"/>
              <a:ext cx="144" cy="9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603" name="Line 27">
              <a:extLst>
                <a:ext uri="{FF2B5EF4-FFF2-40B4-BE49-F238E27FC236}">
                  <a16:creationId xmlns:a16="http://schemas.microsoft.com/office/drawing/2014/main" id="{F9710998-188B-4ABD-9510-C3AF416FAF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63" y="1319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604" name="Rectangle 28">
              <a:extLst>
                <a:ext uri="{FF2B5EF4-FFF2-40B4-BE49-F238E27FC236}">
                  <a16:creationId xmlns:a16="http://schemas.microsoft.com/office/drawing/2014/main" id="{A596DBD0-5570-4C40-8D48-0ADFC998D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152"/>
              <a:ext cx="288" cy="96"/>
            </a:xfrm>
            <a:prstGeom prst="rect">
              <a:avLst/>
            </a:prstGeom>
            <a:noFill/>
            <a:ln w="19050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605" name="Line 29">
              <a:extLst>
                <a:ext uri="{FF2B5EF4-FFF2-40B4-BE49-F238E27FC236}">
                  <a16:creationId xmlns:a16="http://schemas.microsoft.com/office/drawing/2014/main" id="{56321DA4-B4AC-44FC-B30F-3D4145613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2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606" name="Line 30">
              <a:extLst>
                <a:ext uri="{FF2B5EF4-FFF2-40B4-BE49-F238E27FC236}">
                  <a16:creationId xmlns:a16="http://schemas.microsoft.com/office/drawing/2014/main" id="{9B1FE08D-83F1-4AB6-AE67-55A414CC7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00"/>
              <a:ext cx="768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607" name="Text Box 31">
              <a:extLst>
                <a:ext uri="{FF2B5EF4-FFF2-40B4-BE49-F238E27FC236}">
                  <a16:creationId xmlns:a16="http://schemas.microsoft.com/office/drawing/2014/main" id="{7C97E19B-1F03-4638-BDF3-D25C094B0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2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</p:grpSp>
      <p:grpSp>
        <p:nvGrpSpPr>
          <p:cNvPr id="14" name="Group 50">
            <a:extLst>
              <a:ext uri="{FF2B5EF4-FFF2-40B4-BE49-F238E27FC236}">
                <a16:creationId xmlns:a16="http://schemas.microsoft.com/office/drawing/2014/main" id="{5AFE71A4-FC6B-4CEB-A862-0BB3ADC048EA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3856038"/>
            <a:ext cx="1890712" cy="855662"/>
            <a:chOff x="3737" y="3072"/>
            <a:chExt cx="1666" cy="575"/>
          </a:xfrm>
        </p:grpSpPr>
        <p:sp>
          <p:nvSpPr>
            <p:cNvPr id="21588" name="Arc 51">
              <a:extLst>
                <a:ext uri="{FF2B5EF4-FFF2-40B4-BE49-F238E27FC236}">
                  <a16:creationId xmlns:a16="http://schemas.microsoft.com/office/drawing/2014/main" id="{DE2E38CB-D1BC-45F4-A6F2-339FC9886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186"/>
              <a:ext cx="576" cy="446"/>
            </a:xfrm>
            <a:custGeom>
              <a:avLst/>
              <a:gdLst>
                <a:gd name="T0" fmla="*/ 0 w 21600"/>
                <a:gd name="T1" fmla="*/ 0 h 43177"/>
                <a:gd name="T2" fmla="*/ 0 w 21600"/>
                <a:gd name="T3" fmla="*/ 0 h 43177"/>
                <a:gd name="T4" fmla="*/ 0 w 21600"/>
                <a:gd name="T5" fmla="*/ 0 h 4317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7"/>
                <a:gd name="T11" fmla="*/ 21600 w 21600"/>
                <a:gd name="T12" fmla="*/ 43177 h 431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3"/>
                    <a:pt x="12523" y="42647"/>
                    <a:pt x="992" y="43177"/>
                  </a:cubicBezTo>
                </a:path>
                <a:path w="21600" h="4317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3"/>
                    <a:pt x="12523" y="42647"/>
                    <a:pt x="992" y="431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89" name="Arc 52">
              <a:extLst>
                <a:ext uri="{FF2B5EF4-FFF2-40B4-BE49-F238E27FC236}">
                  <a16:creationId xmlns:a16="http://schemas.microsoft.com/office/drawing/2014/main" id="{2E149255-809F-431D-A262-D309CEDE1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3186"/>
              <a:ext cx="134" cy="446"/>
            </a:xfrm>
            <a:custGeom>
              <a:avLst/>
              <a:gdLst>
                <a:gd name="T0" fmla="*/ 0 w 21914"/>
                <a:gd name="T1" fmla="*/ 0 h 43200"/>
                <a:gd name="T2" fmla="*/ 0 w 21914"/>
                <a:gd name="T3" fmla="*/ 0 h 43200"/>
                <a:gd name="T4" fmla="*/ 0 w 21914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14"/>
                <a:gd name="T10" fmla="*/ 0 h 43200"/>
                <a:gd name="T11" fmla="*/ 21914 w 2191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14" h="43200" fill="none" extrusionOk="0">
                  <a:moveTo>
                    <a:pt x="313" y="0"/>
                  </a:moveTo>
                  <a:cubicBezTo>
                    <a:pt x="12243" y="0"/>
                    <a:pt x="21914" y="9670"/>
                    <a:pt x="21914" y="21600"/>
                  </a:cubicBezTo>
                  <a:cubicBezTo>
                    <a:pt x="21914" y="33529"/>
                    <a:pt x="12243" y="43200"/>
                    <a:pt x="314" y="43200"/>
                  </a:cubicBezTo>
                  <a:cubicBezTo>
                    <a:pt x="209" y="43200"/>
                    <a:pt x="104" y="43199"/>
                    <a:pt x="0" y="43197"/>
                  </a:cubicBezTo>
                </a:path>
                <a:path w="21914" h="43200" stroke="0" extrusionOk="0">
                  <a:moveTo>
                    <a:pt x="313" y="0"/>
                  </a:moveTo>
                  <a:cubicBezTo>
                    <a:pt x="12243" y="0"/>
                    <a:pt x="21914" y="9670"/>
                    <a:pt x="21914" y="21600"/>
                  </a:cubicBezTo>
                  <a:cubicBezTo>
                    <a:pt x="21914" y="33529"/>
                    <a:pt x="12243" y="43200"/>
                    <a:pt x="314" y="43200"/>
                  </a:cubicBezTo>
                  <a:cubicBezTo>
                    <a:pt x="209" y="43200"/>
                    <a:pt x="104" y="43199"/>
                    <a:pt x="0" y="43197"/>
                  </a:cubicBezTo>
                  <a:lnTo>
                    <a:pt x="314" y="21600"/>
                  </a:lnTo>
                  <a:lnTo>
                    <a:pt x="313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90" name="Line 53">
              <a:extLst>
                <a:ext uri="{FF2B5EF4-FFF2-40B4-BE49-F238E27FC236}">
                  <a16:creationId xmlns:a16="http://schemas.microsoft.com/office/drawing/2014/main" id="{52BCD477-D213-466C-A9F0-0C691774D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3408"/>
              <a:ext cx="31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91" name="Line 54">
              <a:extLst>
                <a:ext uri="{FF2B5EF4-FFF2-40B4-BE49-F238E27FC236}">
                  <a16:creationId xmlns:a16="http://schemas.microsoft.com/office/drawing/2014/main" id="{EFCD5A4A-D94F-46BB-8486-C5389ADFDC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3288"/>
              <a:ext cx="26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92" name="Line 55">
              <a:extLst>
                <a:ext uri="{FF2B5EF4-FFF2-40B4-BE49-F238E27FC236}">
                  <a16:creationId xmlns:a16="http://schemas.microsoft.com/office/drawing/2014/main" id="{C7C7BAEC-D3C5-47C8-9FE0-8CD380BC6A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3528"/>
              <a:ext cx="26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93" name="Text Box 56">
              <a:extLst>
                <a:ext uri="{FF2B5EF4-FFF2-40B4-BE49-F238E27FC236}">
                  <a16:creationId xmlns:a16="http://schemas.microsoft.com/office/drawing/2014/main" id="{67030BDC-A691-4DA8-B93C-DB7FDE6D6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" y="3072"/>
              <a:ext cx="355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594" name="Text Box 57">
              <a:extLst>
                <a:ext uri="{FF2B5EF4-FFF2-40B4-BE49-F238E27FC236}">
                  <a16:creationId xmlns:a16="http://schemas.microsoft.com/office/drawing/2014/main" id="{FF026DA8-C8FD-4D00-9DF2-F7EB895CE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" y="3357"/>
              <a:ext cx="34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1595" name="Text Box 58">
              <a:extLst>
                <a:ext uri="{FF2B5EF4-FFF2-40B4-BE49-F238E27FC236}">
                  <a16:creationId xmlns:a16="http://schemas.microsoft.com/office/drawing/2014/main" id="{1E701540-02BD-4C21-800E-8F8E42F563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2" y="3237"/>
              <a:ext cx="34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</p:grpSp>
      <p:grpSp>
        <p:nvGrpSpPr>
          <p:cNvPr id="15" name="Group 38">
            <a:extLst>
              <a:ext uri="{FF2B5EF4-FFF2-40B4-BE49-F238E27FC236}">
                <a16:creationId xmlns:a16="http://schemas.microsoft.com/office/drawing/2014/main" id="{9976A8C1-BEEF-46B5-8F81-ADCB2B111038}"/>
              </a:ext>
            </a:extLst>
          </p:cNvPr>
          <p:cNvGrpSpPr>
            <a:grpSpLocks/>
          </p:cNvGrpSpPr>
          <p:nvPr/>
        </p:nvGrpSpPr>
        <p:grpSpPr bwMode="auto">
          <a:xfrm>
            <a:off x="2881313" y="2708275"/>
            <a:ext cx="1844675" cy="727075"/>
            <a:chOff x="3714" y="3575"/>
            <a:chExt cx="1383" cy="458"/>
          </a:xfrm>
        </p:grpSpPr>
        <p:grpSp>
          <p:nvGrpSpPr>
            <p:cNvPr id="21579" name="Group 39">
              <a:extLst>
                <a:ext uri="{FF2B5EF4-FFF2-40B4-BE49-F238E27FC236}">
                  <a16:creationId xmlns:a16="http://schemas.microsoft.com/office/drawing/2014/main" id="{AF277463-90FD-41E7-9BD4-AC0BD8E107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5" y="3648"/>
              <a:ext cx="924" cy="385"/>
              <a:chOff x="3965" y="3264"/>
              <a:chExt cx="924" cy="385"/>
            </a:xfrm>
          </p:grpSpPr>
          <p:sp>
            <p:nvSpPr>
              <p:cNvPr id="21583" name="Line 40">
                <a:extLst>
                  <a:ext uri="{FF2B5EF4-FFF2-40B4-BE49-F238E27FC236}">
                    <a16:creationId xmlns:a16="http://schemas.microsoft.com/office/drawing/2014/main" id="{0379C479-F87A-4733-88DD-CBAE7B25D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5" y="3264"/>
                <a:ext cx="0" cy="384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584" name="Arc 41">
                <a:extLst>
                  <a:ext uri="{FF2B5EF4-FFF2-40B4-BE49-F238E27FC236}">
                    <a16:creationId xmlns:a16="http://schemas.microsoft.com/office/drawing/2014/main" id="{73473BFF-EEEB-497F-8A48-4F7562FAF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3265"/>
                <a:ext cx="484" cy="384"/>
              </a:xfrm>
              <a:custGeom>
                <a:avLst/>
                <a:gdLst>
                  <a:gd name="T0" fmla="*/ 0 w 21600"/>
                  <a:gd name="T1" fmla="*/ 0 h 43198"/>
                  <a:gd name="T2" fmla="*/ 0 w 21600"/>
                  <a:gd name="T3" fmla="*/ 0 h 43198"/>
                  <a:gd name="T4" fmla="*/ 0 w 21600"/>
                  <a:gd name="T5" fmla="*/ 0 h 4319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8"/>
                  <a:gd name="T11" fmla="*/ 21600 w 21600"/>
                  <a:gd name="T12" fmla="*/ 43198 h 431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11"/>
                      <a:pt x="12111" y="43033"/>
                      <a:pt x="300" y="43197"/>
                    </a:cubicBezTo>
                  </a:path>
                  <a:path w="21600" h="4319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11"/>
                      <a:pt x="12111" y="43033"/>
                      <a:pt x="300" y="4319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585" name="Line 42">
                <a:extLst>
                  <a:ext uri="{FF2B5EF4-FFF2-40B4-BE49-F238E27FC236}">
                    <a16:creationId xmlns:a16="http://schemas.microsoft.com/office/drawing/2014/main" id="{0E8F0C86-853D-43F4-A3C9-235AFB7A3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9" y="3456"/>
                <a:ext cx="22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586" name="Line 43">
                <a:extLst>
                  <a:ext uri="{FF2B5EF4-FFF2-40B4-BE49-F238E27FC236}">
                    <a16:creationId xmlns:a16="http://schemas.microsoft.com/office/drawing/2014/main" id="{817CF7BF-3CC6-4275-A86C-0EB2E1FC7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5" y="3360"/>
                <a:ext cx="22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587" name="Line 44">
                <a:extLst>
                  <a:ext uri="{FF2B5EF4-FFF2-40B4-BE49-F238E27FC236}">
                    <a16:creationId xmlns:a16="http://schemas.microsoft.com/office/drawing/2014/main" id="{B14E1990-4ECE-49BC-A4C8-7EEE160924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5" y="3552"/>
                <a:ext cx="22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580" name="Text Box 45">
              <a:extLst>
                <a:ext uri="{FF2B5EF4-FFF2-40B4-BE49-F238E27FC236}">
                  <a16:creationId xmlns:a16="http://schemas.microsoft.com/office/drawing/2014/main" id="{42266F61-EE84-48F7-B955-A536A74AE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" y="3575"/>
              <a:ext cx="2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581" name="Text Box 46">
              <a:extLst>
                <a:ext uri="{FF2B5EF4-FFF2-40B4-BE49-F238E27FC236}">
                  <a16:creationId xmlns:a16="http://schemas.microsoft.com/office/drawing/2014/main" id="{B6E3B256-C0EF-422B-86DD-F815FBC80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" y="3767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1582" name="Text Box 47">
              <a:extLst>
                <a:ext uri="{FF2B5EF4-FFF2-40B4-BE49-F238E27FC236}">
                  <a16:creationId xmlns:a16="http://schemas.microsoft.com/office/drawing/2014/main" id="{72A11153-E1D0-4B50-BC09-B8C20E847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9" y="3671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</p:grpSp>
      <p:grpSp>
        <p:nvGrpSpPr>
          <p:cNvPr id="17" name="Group 45">
            <a:extLst>
              <a:ext uri="{FF2B5EF4-FFF2-40B4-BE49-F238E27FC236}">
                <a16:creationId xmlns:a16="http://schemas.microsoft.com/office/drawing/2014/main" id="{E51A604D-BE61-4F3B-80D3-B450922A7655}"/>
              </a:ext>
            </a:extLst>
          </p:cNvPr>
          <p:cNvGrpSpPr>
            <a:grpSpLocks/>
          </p:cNvGrpSpPr>
          <p:nvPr/>
        </p:nvGrpSpPr>
        <p:grpSpPr bwMode="auto">
          <a:xfrm>
            <a:off x="2835275" y="5340350"/>
            <a:ext cx="1968500" cy="609600"/>
            <a:chOff x="3931" y="2208"/>
            <a:chExt cx="1325" cy="384"/>
          </a:xfrm>
        </p:grpSpPr>
        <p:sp>
          <p:nvSpPr>
            <p:cNvPr id="21573" name="AutoShape 46">
              <a:extLst>
                <a:ext uri="{FF2B5EF4-FFF2-40B4-BE49-F238E27FC236}">
                  <a16:creationId xmlns:a16="http://schemas.microsoft.com/office/drawing/2014/main" id="{99C5E70D-A710-4ACB-95E8-AB09064C82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383" y="2232"/>
              <a:ext cx="384" cy="336"/>
            </a:xfrm>
            <a:prstGeom prst="triangle">
              <a:avLst>
                <a:gd name="adj" fmla="val 50000"/>
              </a:avLst>
            </a:prstGeom>
            <a:noFill/>
            <a:ln w="19050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74" name="Oval 47">
              <a:extLst>
                <a:ext uri="{FF2B5EF4-FFF2-40B4-BE49-F238E27FC236}">
                  <a16:creationId xmlns:a16="http://schemas.microsoft.com/office/drawing/2014/main" id="{AE5D68E3-87B2-4172-A189-D4DADA618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2352"/>
              <a:ext cx="96" cy="96"/>
            </a:xfrm>
            <a:prstGeom prst="ellips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75" name="Line 48">
              <a:extLst>
                <a:ext uri="{FF2B5EF4-FFF2-40B4-BE49-F238E27FC236}">
                  <a16:creationId xmlns:a16="http://schemas.microsoft.com/office/drawing/2014/main" id="{BFD9C3BD-BCE0-4732-BE4E-A12FE2896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9" y="24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6" name="Line 49">
              <a:extLst>
                <a:ext uri="{FF2B5EF4-FFF2-40B4-BE49-F238E27FC236}">
                  <a16:creationId xmlns:a16="http://schemas.microsoft.com/office/drawing/2014/main" id="{ED497BD0-E0C3-4E7D-A94B-1D17EDE49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7" y="24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7" name="Text Box 50">
              <a:extLst>
                <a:ext uri="{FF2B5EF4-FFF2-40B4-BE49-F238E27FC236}">
                  <a16:creationId xmlns:a16="http://schemas.microsoft.com/office/drawing/2014/main" id="{350933BF-6BC6-4B47-B37C-F81C4177C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1" y="2261"/>
              <a:ext cx="24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578" name="Text Box 51">
              <a:extLst>
                <a:ext uri="{FF2B5EF4-FFF2-40B4-BE49-F238E27FC236}">
                  <a16:creationId xmlns:a16="http://schemas.microsoft.com/office/drawing/2014/main" id="{F89B9AE6-17FA-4C09-8DAB-BAC45F0D7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2261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140" name="Rectangle 75">
            <a:extLst>
              <a:ext uri="{FF2B5EF4-FFF2-40B4-BE49-F238E27FC236}">
                <a16:creationId xmlns:a16="http://schemas.microsoft.com/office/drawing/2014/main" id="{0ED3C807-1182-4AF1-AA68-F67633C13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1808163"/>
            <a:ext cx="3016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Open/OFF,0-Close/ON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0" name="Rectangle 75">
            <a:extLst>
              <a:ext uri="{FF2B5EF4-FFF2-40B4-BE49-F238E27FC236}">
                <a16:creationId xmlns:a16="http://schemas.microsoft.com/office/drawing/2014/main" id="{9DEC680F-2016-469C-8C40-3C8B84B60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841500"/>
            <a:ext cx="2160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Switch/Lamp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0CADF18-A8B1-41AC-A6A9-B1295F5E7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1808163"/>
            <a:ext cx="2876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Close/ON,0-Open/OFF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8" name="Group 50">
            <a:extLst>
              <a:ext uri="{FF2B5EF4-FFF2-40B4-BE49-F238E27FC236}">
                <a16:creationId xmlns:a16="http://schemas.microsoft.com/office/drawing/2014/main" id="{747009C2-556A-44F9-8F53-EEFA8BCF8AC2}"/>
              </a:ext>
            </a:extLst>
          </p:cNvPr>
          <p:cNvGrpSpPr>
            <a:grpSpLocks/>
          </p:cNvGrpSpPr>
          <p:nvPr/>
        </p:nvGrpSpPr>
        <p:grpSpPr bwMode="auto">
          <a:xfrm>
            <a:off x="5748338" y="2833688"/>
            <a:ext cx="1206500" cy="661987"/>
            <a:chOff x="4017" y="3186"/>
            <a:chExt cx="1063" cy="446"/>
          </a:xfrm>
        </p:grpSpPr>
        <p:sp>
          <p:nvSpPr>
            <p:cNvPr id="21568" name="Arc 51">
              <a:extLst>
                <a:ext uri="{FF2B5EF4-FFF2-40B4-BE49-F238E27FC236}">
                  <a16:creationId xmlns:a16="http://schemas.microsoft.com/office/drawing/2014/main" id="{5349492A-2402-491F-B620-501263EF4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186"/>
              <a:ext cx="576" cy="446"/>
            </a:xfrm>
            <a:custGeom>
              <a:avLst/>
              <a:gdLst>
                <a:gd name="T0" fmla="*/ 0 w 21600"/>
                <a:gd name="T1" fmla="*/ 0 h 43177"/>
                <a:gd name="T2" fmla="*/ 0 w 21600"/>
                <a:gd name="T3" fmla="*/ 0 h 43177"/>
                <a:gd name="T4" fmla="*/ 0 w 21600"/>
                <a:gd name="T5" fmla="*/ 0 h 4317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7"/>
                <a:gd name="T11" fmla="*/ 21600 w 21600"/>
                <a:gd name="T12" fmla="*/ 43177 h 431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3"/>
                    <a:pt x="12523" y="42647"/>
                    <a:pt x="992" y="43177"/>
                  </a:cubicBezTo>
                </a:path>
                <a:path w="21600" h="4317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3"/>
                    <a:pt x="12523" y="42647"/>
                    <a:pt x="992" y="431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69" name="Arc 52">
              <a:extLst>
                <a:ext uri="{FF2B5EF4-FFF2-40B4-BE49-F238E27FC236}">
                  <a16:creationId xmlns:a16="http://schemas.microsoft.com/office/drawing/2014/main" id="{7205CAD2-6125-4039-8D23-0BE05CB45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3186"/>
              <a:ext cx="134" cy="446"/>
            </a:xfrm>
            <a:custGeom>
              <a:avLst/>
              <a:gdLst>
                <a:gd name="T0" fmla="*/ 0 w 21914"/>
                <a:gd name="T1" fmla="*/ 0 h 43200"/>
                <a:gd name="T2" fmla="*/ 0 w 21914"/>
                <a:gd name="T3" fmla="*/ 0 h 43200"/>
                <a:gd name="T4" fmla="*/ 0 w 21914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14"/>
                <a:gd name="T10" fmla="*/ 0 h 43200"/>
                <a:gd name="T11" fmla="*/ 21914 w 2191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14" h="43200" fill="none" extrusionOk="0">
                  <a:moveTo>
                    <a:pt x="313" y="0"/>
                  </a:moveTo>
                  <a:cubicBezTo>
                    <a:pt x="12243" y="0"/>
                    <a:pt x="21914" y="9670"/>
                    <a:pt x="21914" y="21600"/>
                  </a:cubicBezTo>
                  <a:cubicBezTo>
                    <a:pt x="21914" y="33529"/>
                    <a:pt x="12243" y="43200"/>
                    <a:pt x="314" y="43200"/>
                  </a:cubicBezTo>
                  <a:cubicBezTo>
                    <a:pt x="209" y="43200"/>
                    <a:pt x="104" y="43199"/>
                    <a:pt x="0" y="43197"/>
                  </a:cubicBezTo>
                </a:path>
                <a:path w="21914" h="43200" stroke="0" extrusionOk="0">
                  <a:moveTo>
                    <a:pt x="313" y="0"/>
                  </a:moveTo>
                  <a:cubicBezTo>
                    <a:pt x="12243" y="0"/>
                    <a:pt x="21914" y="9670"/>
                    <a:pt x="21914" y="21600"/>
                  </a:cubicBezTo>
                  <a:cubicBezTo>
                    <a:pt x="21914" y="33529"/>
                    <a:pt x="12243" y="43200"/>
                    <a:pt x="314" y="43200"/>
                  </a:cubicBezTo>
                  <a:cubicBezTo>
                    <a:pt x="209" y="43200"/>
                    <a:pt x="104" y="43199"/>
                    <a:pt x="0" y="43197"/>
                  </a:cubicBezTo>
                  <a:lnTo>
                    <a:pt x="314" y="21600"/>
                  </a:lnTo>
                  <a:lnTo>
                    <a:pt x="313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0" name="Line 53">
              <a:extLst>
                <a:ext uri="{FF2B5EF4-FFF2-40B4-BE49-F238E27FC236}">
                  <a16:creationId xmlns:a16="http://schemas.microsoft.com/office/drawing/2014/main" id="{1FB8F1E5-0200-4403-A5C6-B465F8863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3408"/>
              <a:ext cx="31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1" name="Line 54">
              <a:extLst>
                <a:ext uri="{FF2B5EF4-FFF2-40B4-BE49-F238E27FC236}">
                  <a16:creationId xmlns:a16="http://schemas.microsoft.com/office/drawing/2014/main" id="{F9C70B23-28AC-4245-92FD-7DA1F4F623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3288"/>
              <a:ext cx="26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72" name="Line 55">
              <a:extLst>
                <a:ext uri="{FF2B5EF4-FFF2-40B4-BE49-F238E27FC236}">
                  <a16:creationId xmlns:a16="http://schemas.microsoft.com/office/drawing/2014/main" id="{F17F7684-9241-4B03-9391-110F5D2F7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3528"/>
              <a:ext cx="26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" name="Group 39">
            <a:extLst>
              <a:ext uri="{FF2B5EF4-FFF2-40B4-BE49-F238E27FC236}">
                <a16:creationId xmlns:a16="http://schemas.microsoft.com/office/drawing/2014/main" id="{7DEF9A01-7C26-4007-BC26-400707A798DD}"/>
              </a:ext>
            </a:extLst>
          </p:cNvPr>
          <p:cNvGrpSpPr>
            <a:grpSpLocks/>
          </p:cNvGrpSpPr>
          <p:nvPr/>
        </p:nvGrpSpPr>
        <p:grpSpPr bwMode="auto">
          <a:xfrm>
            <a:off x="5700713" y="4102100"/>
            <a:ext cx="1233487" cy="611188"/>
            <a:chOff x="3965" y="3264"/>
            <a:chExt cx="924" cy="385"/>
          </a:xfrm>
        </p:grpSpPr>
        <p:sp>
          <p:nvSpPr>
            <p:cNvPr id="21563" name="Line 40">
              <a:extLst>
                <a:ext uri="{FF2B5EF4-FFF2-40B4-BE49-F238E27FC236}">
                  <a16:creationId xmlns:a16="http://schemas.microsoft.com/office/drawing/2014/main" id="{FC8329C0-F1DC-4CC0-8798-E2B12681F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3264"/>
              <a:ext cx="0" cy="384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64" name="Arc 41">
              <a:extLst>
                <a:ext uri="{FF2B5EF4-FFF2-40B4-BE49-F238E27FC236}">
                  <a16:creationId xmlns:a16="http://schemas.microsoft.com/office/drawing/2014/main" id="{3108C210-1252-4D16-8662-A478C7E13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3265"/>
              <a:ext cx="484" cy="384"/>
            </a:xfrm>
            <a:custGeom>
              <a:avLst/>
              <a:gdLst>
                <a:gd name="T0" fmla="*/ 0 w 21600"/>
                <a:gd name="T1" fmla="*/ 0 h 43198"/>
                <a:gd name="T2" fmla="*/ 0 w 21600"/>
                <a:gd name="T3" fmla="*/ 0 h 43198"/>
                <a:gd name="T4" fmla="*/ 0 w 21600"/>
                <a:gd name="T5" fmla="*/ 0 h 4319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98"/>
                <a:gd name="T11" fmla="*/ 21600 w 21600"/>
                <a:gd name="T12" fmla="*/ 43198 h 431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9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11"/>
                    <a:pt x="12111" y="43033"/>
                    <a:pt x="300" y="43197"/>
                  </a:cubicBezTo>
                </a:path>
                <a:path w="21600" h="4319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11"/>
                    <a:pt x="12111" y="43033"/>
                    <a:pt x="300" y="4319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65" name="Line 42">
              <a:extLst>
                <a:ext uri="{FF2B5EF4-FFF2-40B4-BE49-F238E27FC236}">
                  <a16:creationId xmlns:a16="http://schemas.microsoft.com/office/drawing/2014/main" id="{954FD7DD-7CEC-4E4C-A87E-551BC779F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" y="3456"/>
              <a:ext cx="22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66" name="Line 43">
              <a:extLst>
                <a:ext uri="{FF2B5EF4-FFF2-40B4-BE49-F238E27FC236}">
                  <a16:creationId xmlns:a16="http://schemas.microsoft.com/office/drawing/2014/main" id="{C1493A6B-D402-4381-B3B3-32A7555453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5" y="3360"/>
              <a:ext cx="22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67" name="Line 44">
              <a:extLst>
                <a:ext uri="{FF2B5EF4-FFF2-40B4-BE49-F238E27FC236}">
                  <a16:creationId xmlns:a16="http://schemas.microsoft.com/office/drawing/2014/main" id="{F0C88BB9-2351-48A9-948C-1F3DACDF0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5" y="3552"/>
              <a:ext cx="22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" name="Group 45">
            <a:extLst>
              <a:ext uri="{FF2B5EF4-FFF2-40B4-BE49-F238E27FC236}">
                <a16:creationId xmlns:a16="http://schemas.microsoft.com/office/drawing/2014/main" id="{B022728F-4DC2-4699-9070-907E3BECEE3C}"/>
              </a:ext>
            </a:extLst>
          </p:cNvPr>
          <p:cNvGrpSpPr>
            <a:grpSpLocks/>
          </p:cNvGrpSpPr>
          <p:nvPr/>
        </p:nvGrpSpPr>
        <p:grpSpPr bwMode="auto">
          <a:xfrm>
            <a:off x="5707063" y="5294313"/>
            <a:ext cx="1355725" cy="609600"/>
            <a:chOff x="4167" y="2208"/>
            <a:chExt cx="912" cy="384"/>
          </a:xfrm>
        </p:grpSpPr>
        <p:sp>
          <p:nvSpPr>
            <p:cNvPr id="21559" name="AutoShape 46">
              <a:extLst>
                <a:ext uri="{FF2B5EF4-FFF2-40B4-BE49-F238E27FC236}">
                  <a16:creationId xmlns:a16="http://schemas.microsoft.com/office/drawing/2014/main" id="{191DFA15-8540-4D0B-80D5-A5CC85DBB2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383" y="2232"/>
              <a:ext cx="384" cy="336"/>
            </a:xfrm>
            <a:prstGeom prst="triangle">
              <a:avLst>
                <a:gd name="adj" fmla="val 50000"/>
              </a:avLst>
            </a:prstGeom>
            <a:noFill/>
            <a:ln w="19050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60" name="Oval 47">
              <a:extLst>
                <a:ext uri="{FF2B5EF4-FFF2-40B4-BE49-F238E27FC236}">
                  <a16:creationId xmlns:a16="http://schemas.microsoft.com/office/drawing/2014/main" id="{D39331BC-D1DF-456B-82B4-259AADE59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2352"/>
              <a:ext cx="96" cy="96"/>
            </a:xfrm>
            <a:prstGeom prst="ellips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61" name="Line 48">
              <a:extLst>
                <a:ext uri="{FF2B5EF4-FFF2-40B4-BE49-F238E27FC236}">
                  <a16:creationId xmlns:a16="http://schemas.microsoft.com/office/drawing/2014/main" id="{A0382D78-EC58-4B31-BE1D-1BBE9FBCC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9" y="24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62" name="Line 49">
              <a:extLst>
                <a:ext uri="{FF2B5EF4-FFF2-40B4-BE49-F238E27FC236}">
                  <a16:creationId xmlns:a16="http://schemas.microsoft.com/office/drawing/2014/main" id="{E7A34579-2A34-4956-937A-190F766AE7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7" y="24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6" name="矩形 165">
            <a:extLst>
              <a:ext uri="{FF2B5EF4-FFF2-40B4-BE49-F238E27FC236}">
                <a16:creationId xmlns:a16="http://schemas.microsoft.com/office/drawing/2014/main" id="{443307DD-F648-4B89-8B72-542FE4C02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124075"/>
            <a:ext cx="2165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Positive logic</a:t>
            </a:r>
            <a:endParaRPr lang="zh-CN" altLang="en-US" sz="18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6C912EF-F40C-4B28-A7B6-96CB1D7E1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00" y="2124075"/>
            <a:ext cx="2270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Negative logic</a:t>
            </a:r>
            <a:endParaRPr lang="zh-CN" altLang="en-US" sz="18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22" name="灯片编号占位符 3">
            <a:extLst>
              <a:ext uri="{FF2B5EF4-FFF2-40B4-BE49-F238E27FC236}">
                <a16:creationId xmlns:a16="http://schemas.microsoft.com/office/drawing/2014/main" id="{1E78A3C5-FA2E-4C2C-AC95-7A1C29D08C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7A3F3FEC-4739-4427-AF3D-8A04CCA11209}" type="slidenum">
              <a:rPr lang="zh-CN" altLang="en-US" sz="1100"/>
              <a:pPr/>
              <a:t>16</a:t>
            </a:fld>
            <a:endParaRPr lang="zh-CN" altLang="en-US" sz="1100" dirty="0"/>
          </a:p>
        </p:txBody>
      </p:sp>
      <p:sp>
        <p:nvSpPr>
          <p:cNvPr id="21523" name="日期占位符 3">
            <a:extLst>
              <a:ext uri="{FF2B5EF4-FFF2-40B4-BE49-F238E27FC236}">
                <a16:creationId xmlns:a16="http://schemas.microsoft.com/office/drawing/2014/main" id="{EE03253B-98A6-4C8B-9C56-28EF184C0E1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DE3C56A9-FCE6-4D98-BB0E-2900DA1D28B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29" name="Text Box 56">
            <a:extLst>
              <a:ext uri="{FF2B5EF4-FFF2-40B4-BE49-F238E27FC236}">
                <a16:creationId xmlns:a16="http://schemas.microsoft.com/office/drawing/2014/main" id="{06544D89-AD25-4F05-B2C3-3C43A23D1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838" y="2663825"/>
            <a:ext cx="3698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30" name="Text Box 57">
            <a:extLst>
              <a:ext uri="{FF2B5EF4-FFF2-40B4-BE49-F238E27FC236}">
                <a16:creationId xmlns:a16="http://schemas.microsoft.com/office/drawing/2014/main" id="{2042A910-682A-4541-8153-F8333FBFC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838" y="3087688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31" name="Text Box 58">
            <a:extLst>
              <a:ext uri="{FF2B5EF4-FFF2-40B4-BE49-F238E27FC236}">
                <a16:creationId xmlns:a16="http://schemas.microsoft.com/office/drawing/2014/main" id="{6F855B60-97BC-4013-9D76-0F697E4A1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6225" y="2798763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132" name="Text Box 45">
            <a:extLst>
              <a:ext uri="{FF2B5EF4-FFF2-40B4-BE49-F238E27FC236}">
                <a16:creationId xmlns:a16="http://schemas.microsoft.com/office/drawing/2014/main" id="{F4F7F705-0CDF-43A6-A70E-13F8C35A9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3986213"/>
            <a:ext cx="3698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33" name="Text Box 46">
            <a:extLst>
              <a:ext uri="{FF2B5EF4-FFF2-40B4-BE49-F238E27FC236}">
                <a16:creationId xmlns:a16="http://schemas.microsoft.com/office/drawing/2014/main" id="{5FA09248-B1CC-4B4B-BC85-2B1051C52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838" y="4378325"/>
            <a:ext cx="3556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34" name="Text Box 47">
            <a:extLst>
              <a:ext uri="{FF2B5EF4-FFF2-40B4-BE49-F238E27FC236}">
                <a16:creationId xmlns:a16="http://schemas.microsoft.com/office/drawing/2014/main" id="{F834F431-B6EE-46B7-83D2-7DA9DE485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675" y="4059238"/>
            <a:ext cx="357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135" name="Text Box 50">
            <a:extLst>
              <a:ext uri="{FF2B5EF4-FFF2-40B4-BE49-F238E27FC236}">
                <a16:creationId xmlns:a16="http://schemas.microsoft.com/office/drawing/2014/main" id="{1F13D73A-BFFE-4E6D-BF90-EFFFAA1CC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5378450"/>
            <a:ext cx="369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36" name="Text Box 51">
            <a:extLst>
              <a:ext uri="{FF2B5EF4-FFF2-40B4-BE49-F238E27FC236}">
                <a16:creationId xmlns:a16="http://schemas.microsoft.com/office/drawing/2014/main" id="{E4DD47E4-520A-4065-8A4F-858C99AC2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713" y="5229225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grpSp>
        <p:nvGrpSpPr>
          <p:cNvPr id="21" name="Group 50">
            <a:extLst>
              <a:ext uri="{FF2B5EF4-FFF2-40B4-BE49-F238E27FC236}">
                <a16:creationId xmlns:a16="http://schemas.microsoft.com/office/drawing/2014/main" id="{E363A357-3962-45A5-8322-ACE94D83198F}"/>
              </a:ext>
            </a:extLst>
          </p:cNvPr>
          <p:cNvGrpSpPr>
            <a:grpSpLocks/>
          </p:cNvGrpSpPr>
          <p:nvPr/>
        </p:nvGrpSpPr>
        <p:grpSpPr bwMode="auto">
          <a:xfrm>
            <a:off x="7716838" y="4103688"/>
            <a:ext cx="1206500" cy="661987"/>
            <a:chOff x="4017" y="3186"/>
            <a:chExt cx="1063" cy="446"/>
          </a:xfrm>
        </p:grpSpPr>
        <p:sp>
          <p:nvSpPr>
            <p:cNvPr id="21554" name="Arc 51">
              <a:extLst>
                <a:ext uri="{FF2B5EF4-FFF2-40B4-BE49-F238E27FC236}">
                  <a16:creationId xmlns:a16="http://schemas.microsoft.com/office/drawing/2014/main" id="{01D9E8F2-924C-4D45-AC78-0A84EB55F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186"/>
              <a:ext cx="576" cy="446"/>
            </a:xfrm>
            <a:custGeom>
              <a:avLst/>
              <a:gdLst>
                <a:gd name="T0" fmla="*/ 0 w 21600"/>
                <a:gd name="T1" fmla="*/ 0 h 43177"/>
                <a:gd name="T2" fmla="*/ 0 w 21600"/>
                <a:gd name="T3" fmla="*/ 0 h 43177"/>
                <a:gd name="T4" fmla="*/ 0 w 21600"/>
                <a:gd name="T5" fmla="*/ 0 h 4317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7"/>
                <a:gd name="T11" fmla="*/ 21600 w 21600"/>
                <a:gd name="T12" fmla="*/ 43177 h 431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3"/>
                    <a:pt x="12523" y="42647"/>
                    <a:pt x="992" y="43177"/>
                  </a:cubicBezTo>
                </a:path>
                <a:path w="21600" h="4317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3"/>
                    <a:pt x="12523" y="42647"/>
                    <a:pt x="992" y="431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5" name="Arc 52">
              <a:extLst>
                <a:ext uri="{FF2B5EF4-FFF2-40B4-BE49-F238E27FC236}">
                  <a16:creationId xmlns:a16="http://schemas.microsoft.com/office/drawing/2014/main" id="{360C3D98-9452-45BB-9543-E7318CF6E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3186"/>
              <a:ext cx="134" cy="446"/>
            </a:xfrm>
            <a:custGeom>
              <a:avLst/>
              <a:gdLst>
                <a:gd name="T0" fmla="*/ 0 w 21914"/>
                <a:gd name="T1" fmla="*/ 0 h 43200"/>
                <a:gd name="T2" fmla="*/ 0 w 21914"/>
                <a:gd name="T3" fmla="*/ 0 h 43200"/>
                <a:gd name="T4" fmla="*/ 0 w 21914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14"/>
                <a:gd name="T10" fmla="*/ 0 h 43200"/>
                <a:gd name="T11" fmla="*/ 21914 w 2191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14" h="43200" fill="none" extrusionOk="0">
                  <a:moveTo>
                    <a:pt x="313" y="0"/>
                  </a:moveTo>
                  <a:cubicBezTo>
                    <a:pt x="12243" y="0"/>
                    <a:pt x="21914" y="9670"/>
                    <a:pt x="21914" y="21600"/>
                  </a:cubicBezTo>
                  <a:cubicBezTo>
                    <a:pt x="21914" y="33529"/>
                    <a:pt x="12243" y="43200"/>
                    <a:pt x="314" y="43200"/>
                  </a:cubicBezTo>
                  <a:cubicBezTo>
                    <a:pt x="209" y="43200"/>
                    <a:pt x="104" y="43199"/>
                    <a:pt x="0" y="43197"/>
                  </a:cubicBezTo>
                </a:path>
                <a:path w="21914" h="43200" stroke="0" extrusionOk="0">
                  <a:moveTo>
                    <a:pt x="313" y="0"/>
                  </a:moveTo>
                  <a:cubicBezTo>
                    <a:pt x="12243" y="0"/>
                    <a:pt x="21914" y="9670"/>
                    <a:pt x="21914" y="21600"/>
                  </a:cubicBezTo>
                  <a:cubicBezTo>
                    <a:pt x="21914" y="33529"/>
                    <a:pt x="12243" y="43200"/>
                    <a:pt x="314" y="43200"/>
                  </a:cubicBezTo>
                  <a:cubicBezTo>
                    <a:pt x="209" y="43200"/>
                    <a:pt x="104" y="43199"/>
                    <a:pt x="0" y="43197"/>
                  </a:cubicBezTo>
                  <a:lnTo>
                    <a:pt x="314" y="21600"/>
                  </a:lnTo>
                  <a:lnTo>
                    <a:pt x="313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6" name="Line 53">
              <a:extLst>
                <a:ext uri="{FF2B5EF4-FFF2-40B4-BE49-F238E27FC236}">
                  <a16:creationId xmlns:a16="http://schemas.microsoft.com/office/drawing/2014/main" id="{C1AEA622-E284-4524-BDEB-23AB1DB99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3408"/>
              <a:ext cx="31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7" name="Line 54">
              <a:extLst>
                <a:ext uri="{FF2B5EF4-FFF2-40B4-BE49-F238E27FC236}">
                  <a16:creationId xmlns:a16="http://schemas.microsoft.com/office/drawing/2014/main" id="{EDCF1A5D-AA28-4DE2-82F1-594F916E3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3288"/>
              <a:ext cx="26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8" name="Line 55">
              <a:extLst>
                <a:ext uri="{FF2B5EF4-FFF2-40B4-BE49-F238E27FC236}">
                  <a16:creationId xmlns:a16="http://schemas.microsoft.com/office/drawing/2014/main" id="{3BF21900-AB82-4031-9354-2C6C30541A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3528"/>
              <a:ext cx="26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3" name="Text Box 56">
            <a:extLst>
              <a:ext uri="{FF2B5EF4-FFF2-40B4-BE49-F238E27FC236}">
                <a16:creationId xmlns:a16="http://schemas.microsoft.com/office/drawing/2014/main" id="{CFB01E84-62B1-495C-8902-4E3537833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8" y="3933825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A’</a:t>
            </a:r>
          </a:p>
        </p:txBody>
      </p:sp>
      <p:sp>
        <p:nvSpPr>
          <p:cNvPr id="144" name="Text Box 57">
            <a:extLst>
              <a:ext uri="{FF2B5EF4-FFF2-40B4-BE49-F238E27FC236}">
                <a16:creationId xmlns:a16="http://schemas.microsoft.com/office/drawing/2014/main" id="{497EC864-7B0D-4ABE-99D2-DC472002F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8" y="4357688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B’</a:t>
            </a:r>
          </a:p>
        </p:txBody>
      </p:sp>
      <p:sp>
        <p:nvSpPr>
          <p:cNvPr id="145" name="Text Box 58">
            <a:extLst>
              <a:ext uri="{FF2B5EF4-FFF2-40B4-BE49-F238E27FC236}">
                <a16:creationId xmlns:a16="http://schemas.microsoft.com/office/drawing/2014/main" id="{D8139FF1-D91E-4670-8524-C6B8C045B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75" y="4014788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Z’</a:t>
            </a:r>
          </a:p>
        </p:txBody>
      </p:sp>
      <p:grpSp>
        <p:nvGrpSpPr>
          <p:cNvPr id="22" name="Group 39">
            <a:extLst>
              <a:ext uri="{FF2B5EF4-FFF2-40B4-BE49-F238E27FC236}">
                <a16:creationId xmlns:a16="http://schemas.microsoft.com/office/drawing/2014/main" id="{61D62E73-663E-40B5-BDEC-B95BA6AA2F4F}"/>
              </a:ext>
            </a:extLst>
          </p:cNvPr>
          <p:cNvGrpSpPr>
            <a:grpSpLocks/>
          </p:cNvGrpSpPr>
          <p:nvPr/>
        </p:nvGrpSpPr>
        <p:grpSpPr bwMode="auto">
          <a:xfrm>
            <a:off x="7705725" y="2798763"/>
            <a:ext cx="1233488" cy="611187"/>
            <a:chOff x="3965" y="3264"/>
            <a:chExt cx="924" cy="385"/>
          </a:xfrm>
        </p:grpSpPr>
        <p:sp>
          <p:nvSpPr>
            <p:cNvPr id="21549" name="Line 40">
              <a:extLst>
                <a:ext uri="{FF2B5EF4-FFF2-40B4-BE49-F238E27FC236}">
                  <a16:creationId xmlns:a16="http://schemas.microsoft.com/office/drawing/2014/main" id="{B3DC12C7-5B2E-4B9E-86F1-FE477F34B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3264"/>
              <a:ext cx="0" cy="384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0" name="Arc 41">
              <a:extLst>
                <a:ext uri="{FF2B5EF4-FFF2-40B4-BE49-F238E27FC236}">
                  <a16:creationId xmlns:a16="http://schemas.microsoft.com/office/drawing/2014/main" id="{20EA320F-F376-41CE-8D3E-B8D07E17B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3265"/>
              <a:ext cx="484" cy="384"/>
            </a:xfrm>
            <a:custGeom>
              <a:avLst/>
              <a:gdLst>
                <a:gd name="T0" fmla="*/ 0 w 21600"/>
                <a:gd name="T1" fmla="*/ 0 h 43198"/>
                <a:gd name="T2" fmla="*/ 0 w 21600"/>
                <a:gd name="T3" fmla="*/ 0 h 43198"/>
                <a:gd name="T4" fmla="*/ 0 w 21600"/>
                <a:gd name="T5" fmla="*/ 0 h 4319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98"/>
                <a:gd name="T11" fmla="*/ 21600 w 21600"/>
                <a:gd name="T12" fmla="*/ 43198 h 431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9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11"/>
                    <a:pt x="12111" y="43033"/>
                    <a:pt x="300" y="43197"/>
                  </a:cubicBezTo>
                </a:path>
                <a:path w="21600" h="4319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11"/>
                    <a:pt x="12111" y="43033"/>
                    <a:pt x="300" y="4319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1" name="Line 42">
              <a:extLst>
                <a:ext uri="{FF2B5EF4-FFF2-40B4-BE49-F238E27FC236}">
                  <a16:creationId xmlns:a16="http://schemas.microsoft.com/office/drawing/2014/main" id="{4A64188A-742D-4399-8106-172701524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" y="3456"/>
              <a:ext cx="22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2" name="Line 43">
              <a:extLst>
                <a:ext uri="{FF2B5EF4-FFF2-40B4-BE49-F238E27FC236}">
                  <a16:creationId xmlns:a16="http://schemas.microsoft.com/office/drawing/2014/main" id="{2C0C7DE7-8A16-4A4E-A7DD-27DDBDB1D1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5" y="3360"/>
              <a:ext cx="22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3" name="Line 44">
              <a:extLst>
                <a:ext uri="{FF2B5EF4-FFF2-40B4-BE49-F238E27FC236}">
                  <a16:creationId xmlns:a16="http://schemas.microsoft.com/office/drawing/2014/main" id="{FC0550E7-B994-40E7-9DC7-902CCB5938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5" y="3552"/>
              <a:ext cx="22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2" name="Text Box 45">
            <a:extLst>
              <a:ext uri="{FF2B5EF4-FFF2-40B4-BE49-F238E27FC236}">
                <a16:creationId xmlns:a16="http://schemas.microsoft.com/office/drawing/2014/main" id="{CE0B6507-5AFA-4715-B034-A86FF5B52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363" y="2682875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A’</a:t>
            </a:r>
          </a:p>
        </p:txBody>
      </p:sp>
      <p:sp>
        <p:nvSpPr>
          <p:cNvPr id="153" name="Text Box 46">
            <a:extLst>
              <a:ext uri="{FF2B5EF4-FFF2-40B4-BE49-F238E27FC236}">
                <a16:creationId xmlns:a16="http://schemas.microsoft.com/office/drawing/2014/main" id="{164A4439-6FB3-4634-957D-89D26EA71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363" y="3074988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B’</a:t>
            </a:r>
          </a:p>
        </p:txBody>
      </p:sp>
      <p:sp>
        <p:nvSpPr>
          <p:cNvPr id="154" name="Text Box 47">
            <a:extLst>
              <a:ext uri="{FF2B5EF4-FFF2-40B4-BE49-F238E27FC236}">
                <a16:creationId xmlns:a16="http://schemas.microsoft.com/office/drawing/2014/main" id="{E67FDB49-D07B-45EA-97BA-4487383EE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1713" y="2708275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Z’</a:t>
            </a:r>
          </a:p>
        </p:txBody>
      </p:sp>
      <p:grpSp>
        <p:nvGrpSpPr>
          <p:cNvPr id="23" name="Group 45">
            <a:extLst>
              <a:ext uri="{FF2B5EF4-FFF2-40B4-BE49-F238E27FC236}">
                <a16:creationId xmlns:a16="http://schemas.microsoft.com/office/drawing/2014/main" id="{846EA900-93BD-4936-915F-1A508CE01F37}"/>
              </a:ext>
            </a:extLst>
          </p:cNvPr>
          <p:cNvGrpSpPr>
            <a:grpSpLocks/>
          </p:cNvGrpSpPr>
          <p:nvPr/>
        </p:nvGrpSpPr>
        <p:grpSpPr bwMode="auto">
          <a:xfrm>
            <a:off x="7716838" y="5294313"/>
            <a:ext cx="1355725" cy="609600"/>
            <a:chOff x="4167" y="2208"/>
            <a:chExt cx="912" cy="384"/>
          </a:xfrm>
        </p:grpSpPr>
        <p:sp>
          <p:nvSpPr>
            <p:cNvPr id="21545" name="AutoShape 46">
              <a:extLst>
                <a:ext uri="{FF2B5EF4-FFF2-40B4-BE49-F238E27FC236}">
                  <a16:creationId xmlns:a16="http://schemas.microsoft.com/office/drawing/2014/main" id="{233E911A-FB52-4044-8400-9B713173D5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383" y="2232"/>
              <a:ext cx="384" cy="336"/>
            </a:xfrm>
            <a:prstGeom prst="triangle">
              <a:avLst>
                <a:gd name="adj" fmla="val 50000"/>
              </a:avLst>
            </a:prstGeom>
            <a:noFill/>
            <a:ln w="19050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46" name="Oval 47">
              <a:extLst>
                <a:ext uri="{FF2B5EF4-FFF2-40B4-BE49-F238E27FC236}">
                  <a16:creationId xmlns:a16="http://schemas.microsoft.com/office/drawing/2014/main" id="{92F0EF8C-8071-4294-9191-6407BF8A3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2352"/>
              <a:ext cx="96" cy="96"/>
            </a:xfrm>
            <a:prstGeom prst="ellips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47" name="Line 48">
              <a:extLst>
                <a:ext uri="{FF2B5EF4-FFF2-40B4-BE49-F238E27FC236}">
                  <a16:creationId xmlns:a16="http://schemas.microsoft.com/office/drawing/2014/main" id="{7B377FB1-2352-40E1-9D41-A9180F699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9" y="24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8" name="Line 49">
              <a:extLst>
                <a:ext uri="{FF2B5EF4-FFF2-40B4-BE49-F238E27FC236}">
                  <a16:creationId xmlns:a16="http://schemas.microsoft.com/office/drawing/2014/main" id="{C2FAA043-FC98-4218-8C02-A422D6C23D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7" y="2400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E59B1E87-1A43-46A4-8A02-E82D8F4FD5C9}"/>
              </a:ext>
            </a:extLst>
          </p:cNvPr>
          <p:cNvCxnSpPr/>
          <p:nvPr/>
        </p:nvCxnSpPr>
        <p:spPr>
          <a:xfrm>
            <a:off x="2366963" y="1943100"/>
            <a:ext cx="0" cy="418623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36555CE2-6D9A-40A0-99CA-30B30E2ACC09}"/>
              </a:ext>
            </a:extLst>
          </p:cNvPr>
          <p:cNvCxnSpPr/>
          <p:nvPr/>
        </p:nvCxnSpPr>
        <p:spPr>
          <a:xfrm>
            <a:off x="5337175" y="1943100"/>
            <a:ext cx="0" cy="418623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 Box 56">
            <a:extLst>
              <a:ext uri="{FF2B5EF4-FFF2-40B4-BE49-F238E27FC236}">
                <a16:creationId xmlns:a16="http://schemas.microsoft.com/office/drawing/2014/main" id="{D3FE9604-27EA-4558-B278-288032FFE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534035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A’</a:t>
            </a:r>
          </a:p>
        </p:txBody>
      </p:sp>
      <p:sp>
        <p:nvSpPr>
          <p:cNvPr id="158" name="Text Box 58">
            <a:extLst>
              <a:ext uri="{FF2B5EF4-FFF2-40B4-BE49-F238E27FC236}">
                <a16:creationId xmlns:a16="http://schemas.microsoft.com/office/drawing/2014/main" id="{17D03845-E453-4272-8176-87B9881D2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088" y="5216525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Z’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>
            <a:extLst>
              <a:ext uri="{FF2B5EF4-FFF2-40B4-BE49-F238E27FC236}">
                <a16:creationId xmlns:a16="http://schemas.microsoft.com/office/drawing/2014/main" id="{15335D2F-EB47-4E48-978E-A4A905213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3697288"/>
            <a:ext cx="6442075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6" name="Picture 2">
            <a:extLst>
              <a:ext uri="{FF2B5EF4-FFF2-40B4-BE49-F238E27FC236}">
                <a16:creationId xmlns:a16="http://schemas.microsoft.com/office/drawing/2014/main" id="{22F233B4-919A-4BEC-98A3-565F3EC27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042988"/>
            <a:ext cx="6267450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2">
            <a:extLst>
              <a:ext uri="{FF2B5EF4-FFF2-40B4-BE49-F238E27FC236}">
                <a16:creationId xmlns:a16="http://schemas.microsoft.com/office/drawing/2014/main" id="{F5AF206D-32A6-4B23-A414-C8A25EF9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50" y="203200"/>
            <a:ext cx="8802688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Gates and Logic:  </a:t>
            </a:r>
            <a:r>
              <a:rPr lang="en-US" altLang="ko-KR" sz="2400"/>
              <a:t>Positive Logic </a:t>
            </a:r>
            <a:r>
              <a:rPr lang="en-US" altLang="zh-CN" sz="2400"/>
              <a:t>vs.</a:t>
            </a:r>
            <a:r>
              <a:rPr lang="en-US" altLang="ko-KR" sz="2400"/>
              <a:t> Negative Logic</a:t>
            </a:r>
            <a:endParaRPr lang="en-US" altLang="zh-CN" sz="2400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6558FCB8-FF92-48C8-9913-C0A96AEDF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1042988"/>
            <a:ext cx="2166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Positive logic</a:t>
            </a:r>
            <a:endParaRPr lang="zh-CN" altLang="en-US" sz="18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02FB9DD6-5E49-402A-A630-6B8AD836F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3652838"/>
            <a:ext cx="2270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Negative logic</a:t>
            </a:r>
            <a:endParaRPr lang="zh-CN" altLang="en-US" sz="18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灯片编号占位符 3">
            <a:extLst>
              <a:ext uri="{FF2B5EF4-FFF2-40B4-BE49-F238E27FC236}">
                <a16:creationId xmlns:a16="http://schemas.microsoft.com/office/drawing/2014/main" id="{921B046C-F42F-4C59-ADF4-5F8F6A6C85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73CF053-2A4D-4A59-B8C3-51B37B28F1E3}" type="slidenum">
              <a:rPr lang="zh-CN" altLang="en-US" sz="1100"/>
              <a:pPr/>
              <a:t>17</a:t>
            </a:fld>
            <a:endParaRPr lang="zh-CN" altLang="en-US" sz="1100"/>
          </a:p>
        </p:txBody>
      </p:sp>
      <p:sp>
        <p:nvSpPr>
          <p:cNvPr id="22536" name="日期占位符 3">
            <a:extLst>
              <a:ext uri="{FF2B5EF4-FFF2-40B4-BE49-F238E27FC236}">
                <a16:creationId xmlns:a16="http://schemas.microsoft.com/office/drawing/2014/main" id="{7372BB64-F251-4AD5-8F1F-D7B300A552E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CA5E452-055B-457D-BDF5-5CDE4D84FA8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53D5BFBD-76C3-422F-8CD5-2623665249C0}"/>
              </a:ext>
            </a:extLst>
          </p:cNvPr>
          <p:cNvSpPr/>
          <p:nvPr/>
        </p:nvSpPr>
        <p:spPr>
          <a:xfrm>
            <a:off x="1358900" y="2212975"/>
            <a:ext cx="539750" cy="404813"/>
          </a:xfrm>
          <a:prstGeom prst="round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8362AA53-1B7D-4A11-B661-DA52211FFB8C}"/>
              </a:ext>
            </a:extLst>
          </p:cNvPr>
          <p:cNvSpPr/>
          <p:nvPr/>
        </p:nvSpPr>
        <p:spPr>
          <a:xfrm>
            <a:off x="1268413" y="1177925"/>
            <a:ext cx="630237" cy="404813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40A315B6-12BB-47F2-BA63-21A26FB9AA26}"/>
              </a:ext>
            </a:extLst>
          </p:cNvPr>
          <p:cNvSpPr/>
          <p:nvPr/>
        </p:nvSpPr>
        <p:spPr>
          <a:xfrm>
            <a:off x="1268413" y="3922713"/>
            <a:ext cx="630237" cy="404812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4" name="圆角矩形 133">
            <a:extLst>
              <a:ext uri="{FF2B5EF4-FFF2-40B4-BE49-F238E27FC236}">
                <a16:creationId xmlns:a16="http://schemas.microsoft.com/office/drawing/2014/main" id="{1D3A6AA4-9D3D-4E86-B479-092F9464C047}"/>
              </a:ext>
            </a:extLst>
          </p:cNvPr>
          <p:cNvSpPr/>
          <p:nvPr/>
        </p:nvSpPr>
        <p:spPr>
          <a:xfrm>
            <a:off x="1268413" y="2933700"/>
            <a:ext cx="630237" cy="404813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59D2CA56-347D-473A-8DAE-09C7D07DEB2E}"/>
              </a:ext>
            </a:extLst>
          </p:cNvPr>
          <p:cNvSpPr/>
          <p:nvPr/>
        </p:nvSpPr>
        <p:spPr>
          <a:xfrm>
            <a:off x="1223963" y="5678488"/>
            <a:ext cx="630237" cy="404812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6" name="圆角矩形 135">
            <a:extLst>
              <a:ext uri="{FF2B5EF4-FFF2-40B4-BE49-F238E27FC236}">
                <a16:creationId xmlns:a16="http://schemas.microsoft.com/office/drawing/2014/main" id="{0C9CAD1E-A8A7-4122-8EC4-5D626719E297}"/>
              </a:ext>
            </a:extLst>
          </p:cNvPr>
          <p:cNvSpPr/>
          <p:nvPr/>
        </p:nvSpPr>
        <p:spPr>
          <a:xfrm>
            <a:off x="2303463" y="1762125"/>
            <a:ext cx="630237" cy="406400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5273257B-3FEF-4F97-923D-848883457C7E}"/>
              </a:ext>
            </a:extLst>
          </p:cNvPr>
          <p:cNvSpPr/>
          <p:nvPr/>
        </p:nvSpPr>
        <p:spPr>
          <a:xfrm>
            <a:off x="2259013" y="4508500"/>
            <a:ext cx="630237" cy="404813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8" name="圆角矩形 137">
            <a:extLst>
              <a:ext uri="{FF2B5EF4-FFF2-40B4-BE49-F238E27FC236}">
                <a16:creationId xmlns:a16="http://schemas.microsoft.com/office/drawing/2014/main" id="{6CB4FFDC-B84E-41E6-990F-386156AD9BBC}"/>
              </a:ext>
            </a:extLst>
          </p:cNvPr>
          <p:cNvSpPr/>
          <p:nvPr/>
        </p:nvSpPr>
        <p:spPr>
          <a:xfrm>
            <a:off x="3294063" y="2438400"/>
            <a:ext cx="630237" cy="495300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ED1D65D7-35D3-4668-B6E0-8C938EA809D7}"/>
              </a:ext>
            </a:extLst>
          </p:cNvPr>
          <p:cNvSpPr/>
          <p:nvPr/>
        </p:nvSpPr>
        <p:spPr>
          <a:xfrm>
            <a:off x="4733925" y="2347913"/>
            <a:ext cx="630238" cy="449262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CB6BBE8B-B4C7-45C8-94F7-9796CD2FC0CF}"/>
              </a:ext>
            </a:extLst>
          </p:cNvPr>
          <p:cNvSpPr/>
          <p:nvPr/>
        </p:nvSpPr>
        <p:spPr>
          <a:xfrm>
            <a:off x="3338513" y="5183188"/>
            <a:ext cx="630237" cy="449262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2" name="圆角矩形 141">
            <a:extLst>
              <a:ext uri="{FF2B5EF4-FFF2-40B4-BE49-F238E27FC236}">
                <a16:creationId xmlns:a16="http://schemas.microsoft.com/office/drawing/2014/main" id="{B4A4FDEF-2EA8-4436-B268-546CB8F10B83}"/>
              </a:ext>
            </a:extLst>
          </p:cNvPr>
          <p:cNvSpPr/>
          <p:nvPr/>
        </p:nvSpPr>
        <p:spPr>
          <a:xfrm>
            <a:off x="4733925" y="5048250"/>
            <a:ext cx="630238" cy="495300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3" name="圆角矩形 142">
            <a:extLst>
              <a:ext uri="{FF2B5EF4-FFF2-40B4-BE49-F238E27FC236}">
                <a16:creationId xmlns:a16="http://schemas.microsoft.com/office/drawing/2014/main" id="{72F5D6CE-6E73-4A6F-937D-4CF68F5BF331}"/>
              </a:ext>
            </a:extLst>
          </p:cNvPr>
          <p:cNvSpPr/>
          <p:nvPr/>
        </p:nvSpPr>
        <p:spPr>
          <a:xfrm>
            <a:off x="1312863" y="4913313"/>
            <a:ext cx="541337" cy="404812"/>
          </a:xfrm>
          <a:prstGeom prst="round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6DC6369E-D425-435D-A150-23629452C708}"/>
              </a:ext>
            </a:extLst>
          </p:cNvPr>
          <p:cNvSpPr/>
          <p:nvPr/>
        </p:nvSpPr>
        <p:spPr>
          <a:xfrm>
            <a:off x="2303463" y="1087438"/>
            <a:ext cx="539750" cy="404812"/>
          </a:xfrm>
          <a:prstGeom prst="round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45" name="圆角矩形 144">
            <a:extLst>
              <a:ext uri="{FF2B5EF4-FFF2-40B4-BE49-F238E27FC236}">
                <a16:creationId xmlns:a16="http://schemas.microsoft.com/office/drawing/2014/main" id="{358E2AE7-B51D-4591-913F-14813C9AA8F1}"/>
              </a:ext>
            </a:extLst>
          </p:cNvPr>
          <p:cNvSpPr/>
          <p:nvPr/>
        </p:nvSpPr>
        <p:spPr>
          <a:xfrm>
            <a:off x="2303463" y="2843213"/>
            <a:ext cx="539750" cy="404812"/>
          </a:xfrm>
          <a:prstGeom prst="round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46" name="圆角矩形 145">
            <a:extLst>
              <a:ext uri="{FF2B5EF4-FFF2-40B4-BE49-F238E27FC236}">
                <a16:creationId xmlns:a16="http://schemas.microsoft.com/office/drawing/2014/main" id="{C7FB8BAE-F102-4828-A8D8-1AF5DCDEBC5C}"/>
              </a:ext>
            </a:extLst>
          </p:cNvPr>
          <p:cNvSpPr/>
          <p:nvPr/>
        </p:nvSpPr>
        <p:spPr>
          <a:xfrm>
            <a:off x="3924300" y="1538288"/>
            <a:ext cx="584200" cy="404812"/>
          </a:xfrm>
          <a:prstGeom prst="round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529FAAD7-BBDE-49F3-A065-26C522D19BC4}"/>
              </a:ext>
            </a:extLst>
          </p:cNvPr>
          <p:cNvSpPr/>
          <p:nvPr/>
        </p:nvSpPr>
        <p:spPr>
          <a:xfrm>
            <a:off x="2347913" y="3832225"/>
            <a:ext cx="585787" cy="406400"/>
          </a:xfrm>
          <a:prstGeom prst="round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48" name="圆角矩形 147">
            <a:extLst>
              <a:ext uri="{FF2B5EF4-FFF2-40B4-BE49-F238E27FC236}">
                <a16:creationId xmlns:a16="http://schemas.microsoft.com/office/drawing/2014/main" id="{27D34932-6D53-4C84-9D2D-4EC66E2536CE}"/>
              </a:ext>
            </a:extLst>
          </p:cNvPr>
          <p:cNvSpPr/>
          <p:nvPr/>
        </p:nvSpPr>
        <p:spPr>
          <a:xfrm>
            <a:off x="2303463" y="5588000"/>
            <a:ext cx="539750" cy="404813"/>
          </a:xfrm>
          <a:prstGeom prst="round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49" name="圆角矩形 148">
            <a:extLst>
              <a:ext uri="{FF2B5EF4-FFF2-40B4-BE49-F238E27FC236}">
                <a16:creationId xmlns:a16="http://schemas.microsoft.com/office/drawing/2014/main" id="{E98B73B6-1E7D-4189-96E2-F8BD9332B928}"/>
              </a:ext>
            </a:extLst>
          </p:cNvPr>
          <p:cNvSpPr/>
          <p:nvPr/>
        </p:nvSpPr>
        <p:spPr>
          <a:xfrm>
            <a:off x="4013200" y="4238625"/>
            <a:ext cx="541338" cy="493713"/>
          </a:xfrm>
          <a:prstGeom prst="round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50" name="圆角矩形 149">
            <a:extLst>
              <a:ext uri="{FF2B5EF4-FFF2-40B4-BE49-F238E27FC236}">
                <a16:creationId xmlns:a16="http://schemas.microsoft.com/office/drawing/2014/main" id="{2A8A85D2-5FE3-408E-96C4-F5DAFF0114E3}"/>
              </a:ext>
            </a:extLst>
          </p:cNvPr>
          <p:cNvSpPr/>
          <p:nvPr/>
        </p:nvSpPr>
        <p:spPr>
          <a:xfrm>
            <a:off x="1268413" y="1717675"/>
            <a:ext cx="495300" cy="315913"/>
          </a:xfrm>
          <a:prstGeom prst="roundRect">
            <a:avLst/>
          </a:prstGeom>
          <a:solidFill>
            <a:schemeClr val="tx1">
              <a:lumMod val="85000"/>
              <a:lumOff val="1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1" name="圆角矩形 150">
            <a:extLst>
              <a:ext uri="{FF2B5EF4-FFF2-40B4-BE49-F238E27FC236}">
                <a16:creationId xmlns:a16="http://schemas.microsoft.com/office/drawing/2014/main" id="{C043D1E5-C67D-493A-8239-74482E8AC815}"/>
              </a:ext>
            </a:extLst>
          </p:cNvPr>
          <p:cNvSpPr/>
          <p:nvPr/>
        </p:nvSpPr>
        <p:spPr>
          <a:xfrm>
            <a:off x="1268413" y="4418013"/>
            <a:ext cx="495300" cy="314325"/>
          </a:xfrm>
          <a:prstGeom prst="roundRect">
            <a:avLst/>
          </a:prstGeom>
          <a:solidFill>
            <a:schemeClr val="tx1">
              <a:lumMod val="85000"/>
              <a:lumOff val="1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2" name="圆角矩形 151">
            <a:extLst>
              <a:ext uri="{FF2B5EF4-FFF2-40B4-BE49-F238E27FC236}">
                <a16:creationId xmlns:a16="http://schemas.microsoft.com/office/drawing/2014/main" id="{B2BB1940-09AB-48E9-BBE5-D63CD146000C}"/>
              </a:ext>
            </a:extLst>
          </p:cNvPr>
          <p:cNvSpPr/>
          <p:nvPr/>
        </p:nvSpPr>
        <p:spPr>
          <a:xfrm>
            <a:off x="2347913" y="2438400"/>
            <a:ext cx="495300" cy="314325"/>
          </a:xfrm>
          <a:prstGeom prst="roundRect">
            <a:avLst/>
          </a:prstGeom>
          <a:solidFill>
            <a:schemeClr val="tx1">
              <a:lumMod val="85000"/>
              <a:lumOff val="1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3" name="圆角矩形 152">
            <a:extLst>
              <a:ext uri="{FF2B5EF4-FFF2-40B4-BE49-F238E27FC236}">
                <a16:creationId xmlns:a16="http://schemas.microsoft.com/office/drawing/2014/main" id="{BEB2A64B-D981-47BD-BA86-D283858DC34E}"/>
              </a:ext>
            </a:extLst>
          </p:cNvPr>
          <p:cNvSpPr/>
          <p:nvPr/>
        </p:nvSpPr>
        <p:spPr>
          <a:xfrm>
            <a:off x="3113088" y="1087438"/>
            <a:ext cx="495300" cy="404812"/>
          </a:xfrm>
          <a:prstGeom prst="roundRect">
            <a:avLst/>
          </a:prstGeom>
          <a:solidFill>
            <a:schemeClr val="tx1">
              <a:lumMod val="85000"/>
              <a:lumOff val="1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4" name="圆角矩形 153">
            <a:extLst>
              <a:ext uri="{FF2B5EF4-FFF2-40B4-BE49-F238E27FC236}">
                <a16:creationId xmlns:a16="http://schemas.microsoft.com/office/drawing/2014/main" id="{8EA957CA-832D-4CEB-A80A-57657A086ABE}"/>
              </a:ext>
            </a:extLst>
          </p:cNvPr>
          <p:cNvSpPr/>
          <p:nvPr/>
        </p:nvSpPr>
        <p:spPr>
          <a:xfrm>
            <a:off x="2393950" y="5138738"/>
            <a:ext cx="449263" cy="358775"/>
          </a:xfrm>
          <a:prstGeom prst="roundRect">
            <a:avLst/>
          </a:prstGeom>
          <a:solidFill>
            <a:schemeClr val="tx1">
              <a:lumMod val="85000"/>
              <a:lumOff val="1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5" name="圆角矩形 154">
            <a:extLst>
              <a:ext uri="{FF2B5EF4-FFF2-40B4-BE49-F238E27FC236}">
                <a16:creationId xmlns:a16="http://schemas.microsoft.com/office/drawing/2014/main" id="{995B4476-EE4F-4321-9DDA-5202D9FF841B}"/>
              </a:ext>
            </a:extLst>
          </p:cNvPr>
          <p:cNvSpPr/>
          <p:nvPr/>
        </p:nvSpPr>
        <p:spPr>
          <a:xfrm>
            <a:off x="3113088" y="3878263"/>
            <a:ext cx="495300" cy="314325"/>
          </a:xfrm>
          <a:prstGeom prst="roundRect">
            <a:avLst/>
          </a:prstGeom>
          <a:solidFill>
            <a:schemeClr val="tx1">
              <a:lumMod val="85000"/>
              <a:lumOff val="1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52230" name="Picture 6">
            <a:extLst>
              <a:ext uri="{FF2B5EF4-FFF2-40B4-BE49-F238E27FC236}">
                <a16:creationId xmlns:a16="http://schemas.microsoft.com/office/drawing/2014/main" id="{0B3554D6-3095-4816-9459-6342246F0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588" y="2438400"/>
            <a:ext cx="16319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91" name="矩形 157">
            <a:extLst>
              <a:ext uri="{FF2B5EF4-FFF2-40B4-BE49-F238E27FC236}">
                <a16:creationId xmlns:a16="http://schemas.microsoft.com/office/drawing/2014/main" id="{5B7C94A7-126A-4E02-9C6B-02E7ADD91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2979738"/>
            <a:ext cx="19351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onotype Sorts" pitchFamily="2" charset="2"/>
              </a:rPr>
              <a:t>AND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OR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8257661-2497-4861-93DA-6903FAAF2B6A}"/>
              </a:ext>
            </a:extLst>
          </p:cNvPr>
          <p:cNvSpPr/>
          <p:nvPr/>
        </p:nvSpPr>
        <p:spPr>
          <a:xfrm>
            <a:off x="322263" y="3698875"/>
            <a:ext cx="252412" cy="2384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2566" name="Picture 38">
            <a:extLst>
              <a:ext uri="{FF2B5EF4-FFF2-40B4-BE49-F238E27FC236}">
                <a16:creationId xmlns:a16="http://schemas.microsoft.com/office/drawing/2014/main" id="{ED6BFB22-4DBE-4151-B8B1-662404A7A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3789363"/>
            <a:ext cx="254000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A38E26ED-F35B-475B-A10D-11605AF5E123}"/>
              </a:ext>
            </a:extLst>
          </p:cNvPr>
          <p:cNvSpPr/>
          <p:nvPr/>
        </p:nvSpPr>
        <p:spPr>
          <a:xfrm>
            <a:off x="5634038" y="5094288"/>
            <a:ext cx="1260475" cy="360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E45AA69-C3F9-459E-9F5E-5ED2A48E9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5138738"/>
            <a:ext cx="2058988" cy="342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zh-CN" sz="1600" b="1">
                <a:solidFill>
                  <a:srgbClr val="00B0F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1600" b="1" baseline="30000">
                <a:solidFill>
                  <a:srgbClr val="00B0F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D</a:t>
            </a:r>
            <a:r>
              <a:rPr lang="en-US" altLang="zh-CN" sz="1600" b="1">
                <a:solidFill>
                  <a:srgbClr val="00B0F0"/>
                </a:solidFill>
                <a:ea typeface="宋体" panose="02010600030101010101" pitchFamily="2" charset="-122"/>
              </a:rPr>
              <a:t> (X</a:t>
            </a:r>
            <a:r>
              <a:rPr lang="en-US" altLang="zh-CN" sz="1600" b="1" baseline="-25000">
                <a:solidFill>
                  <a:srgbClr val="00B0F0"/>
                </a:solidFill>
                <a:ea typeface="宋体" panose="02010600030101010101" pitchFamily="2" charset="-122"/>
              </a:rPr>
              <a:t>1 </a:t>
            </a:r>
            <a:r>
              <a:rPr lang="en-US" altLang="zh-CN" sz="1600" b="1">
                <a:solidFill>
                  <a:srgbClr val="00B0F0"/>
                </a:solidFill>
                <a:ea typeface="宋体" panose="02010600030101010101" pitchFamily="2" charset="-122"/>
              </a:rPr>
              <a:t>, X</a:t>
            </a:r>
            <a:r>
              <a:rPr lang="en-US" altLang="zh-CN" sz="1600" b="1" baseline="-25000">
                <a:solidFill>
                  <a:srgbClr val="00B0F0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1600" b="1">
                <a:solidFill>
                  <a:srgbClr val="00B0F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16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1600" b="1">
                <a:solidFill>
                  <a:srgbClr val="00B0F0"/>
                </a:solidFill>
                <a:ea typeface="宋体" panose="02010600030101010101" pitchFamily="2" charset="-122"/>
              </a:rPr>
              <a:t> , X</a:t>
            </a:r>
            <a:r>
              <a:rPr lang="en-US" altLang="zh-CN" sz="1600" b="1" baseline="-25000">
                <a:solidFill>
                  <a:srgbClr val="00B0F0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1600" b="1">
                <a:solidFill>
                  <a:srgbClr val="00B0F0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ABECC16-5E1C-4B36-B4B3-999452466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5532438"/>
            <a:ext cx="2616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F0"/>
                </a:solidFill>
                <a:latin typeface="Times New Roman" panose="02020603050405020304" pitchFamily="18" charset="0"/>
              </a:rPr>
              <a:t>Duality expression</a:t>
            </a:r>
            <a:endParaRPr lang="zh-CN" altLang="en-US" sz="240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68" name="矩形 42">
            <a:extLst>
              <a:ext uri="{FF2B5EF4-FFF2-40B4-BE49-F238E27FC236}">
                <a16:creationId xmlns:a16="http://schemas.microsoft.com/office/drawing/2014/main" id="{3E05B82D-8134-422C-9814-946C77D5F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700" y="963613"/>
            <a:ext cx="1003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Chap4.1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54EC7F4-550F-4CA3-93B8-57B5BBC4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203200"/>
            <a:ext cx="7772400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Gates and Logic:  </a:t>
            </a:r>
            <a:r>
              <a:rPr lang="en-US" altLang="zh-CN" sz="2400"/>
              <a:t>Principle of Duality</a:t>
            </a:r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E4DA4C93-CC2F-4721-BCD4-48B97E679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239C926E-B87A-45C5-BBA0-8C84776C2A85}" type="slidenum">
              <a:rPr lang="zh-CN" altLang="en-US" sz="1100"/>
              <a:pPr/>
              <a:t>18</a:t>
            </a:fld>
            <a:endParaRPr lang="zh-CN" altLang="en-US" sz="1100" dirty="0"/>
          </a:p>
        </p:txBody>
      </p:sp>
      <p:sp>
        <p:nvSpPr>
          <p:cNvPr id="23556" name="日期占位符 3">
            <a:extLst>
              <a:ext uri="{FF2B5EF4-FFF2-40B4-BE49-F238E27FC236}">
                <a16:creationId xmlns:a16="http://schemas.microsoft.com/office/drawing/2014/main" id="{4325B013-FC33-4257-AFA2-BDA317A785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DDDC40C6-AB91-4DCD-B004-099D1FB3C926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A25CB2A4-5C70-4064-B04A-86FD577FC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73150"/>
            <a:ext cx="861060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Dual of a logic expression</a:t>
            </a:r>
          </a:p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400" b="1" baseline="50000">
                <a:solidFill>
                  <a:srgbClr val="6600FF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(X</a:t>
            </a:r>
            <a:r>
              <a:rPr lang="en-US" altLang="zh-CN" sz="2400" b="1" baseline="-25000">
                <a:solidFill>
                  <a:srgbClr val="6600FF"/>
                </a:solidFill>
                <a:ea typeface="宋体" panose="02010600030101010101" pitchFamily="2" charset="-122"/>
              </a:rPr>
              <a:t>1 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, X</a:t>
            </a:r>
            <a:r>
              <a:rPr lang="en-US" altLang="zh-CN" sz="2400" b="1" baseline="-25000">
                <a:solidFill>
                  <a:srgbClr val="6600FF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 , X</a:t>
            </a:r>
            <a:r>
              <a:rPr lang="en-US" altLang="zh-CN" sz="2400" b="1" baseline="-25000">
                <a:solidFill>
                  <a:srgbClr val="6600FF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,0,1, + , </a:t>
            </a:r>
            <a:r>
              <a:rPr lang="en-US" altLang="zh-CN" sz="2400" b="1">
                <a:solidFill>
                  <a:srgbClr val="66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</a:t>
            </a:r>
            <a:r>
              <a:rPr lang="en-US" altLang="zh-CN" sz="2400" b="1">
                <a:solidFill>
                  <a:srgbClr val="6600FF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 )= F(X</a:t>
            </a:r>
            <a:r>
              <a:rPr lang="en-US" altLang="zh-CN" sz="2400" b="1" baseline="-25000">
                <a:solidFill>
                  <a:srgbClr val="6600FF"/>
                </a:solidFill>
                <a:ea typeface="宋体" panose="02010600030101010101" pitchFamily="2" charset="-122"/>
              </a:rPr>
              <a:t>1 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, X</a:t>
            </a:r>
            <a:r>
              <a:rPr lang="en-US" altLang="zh-CN" sz="2400" b="1" baseline="-25000">
                <a:solidFill>
                  <a:srgbClr val="6600FF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 , X</a:t>
            </a:r>
            <a:r>
              <a:rPr lang="en-US" altLang="zh-CN" sz="2400" b="1" baseline="-25000">
                <a:solidFill>
                  <a:srgbClr val="6600FF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,1,0, </a:t>
            </a:r>
            <a:r>
              <a:rPr lang="en-US" altLang="zh-CN" sz="2400" b="1">
                <a:solidFill>
                  <a:srgbClr val="66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</a:t>
            </a:r>
            <a:r>
              <a:rPr lang="en-US" altLang="zh-CN" sz="2400" b="1">
                <a:solidFill>
                  <a:srgbClr val="6600FF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>
                <a:solidFill>
                  <a:srgbClr val="6600FF"/>
                </a:solidFill>
                <a:ea typeface="宋体" panose="02010600030101010101" pitchFamily="2" charset="-122"/>
              </a:rPr>
              <a:t>, + )</a:t>
            </a:r>
            <a:endParaRPr lang="en-US" altLang="zh-CN" sz="2400" b="1">
              <a:solidFill>
                <a:srgbClr val="6600FF"/>
              </a:solidFill>
              <a:latin typeface="Times New Roman" panose="02020603050405020304" pitchFamily="18" charset="0"/>
              <a:sym typeface="Monotype Sorts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ts val="24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Rule for Duality expression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b="1">
                <a:latin typeface="Times New Roman" panose="02020603050405020304" pitchFamily="18" charset="0"/>
                <a:sym typeface="Monotype Sorts" pitchFamily="2" charset="2"/>
              </a:rPr>
              <a:t>AND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 OR；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0  1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b="1">
                <a:solidFill>
                  <a:srgbClr val="7030A0"/>
                </a:solidFill>
                <a:latin typeface="Times New Roman" panose="02020603050405020304" pitchFamily="18" charset="0"/>
              </a:rPr>
              <a:t>Keep the operation order of the original function</a:t>
            </a:r>
            <a:r>
              <a:rPr lang="zh-CN" altLang="en-US" b="1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endParaRPr lang="en-US" altLang="zh-CN" b="1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Principle of Duality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>
                <a:latin typeface="Times New Roman" panose="02020603050405020304" pitchFamily="18" charset="0"/>
              </a:rPr>
              <a:t>If  </a:t>
            </a:r>
            <a:r>
              <a:rPr lang="en-US" altLang="zh-CN" b="1">
                <a:solidFill>
                  <a:srgbClr val="00B050"/>
                </a:solidFill>
                <a:latin typeface="Times New Roman" panose="02020603050405020304" pitchFamily="18" charset="0"/>
              </a:rPr>
              <a:t>F1=F2</a:t>
            </a:r>
            <a:r>
              <a:rPr lang="en-US" altLang="zh-CN" b="1">
                <a:latin typeface="Times New Roman" panose="02020603050405020304" pitchFamily="18" charset="0"/>
              </a:rPr>
              <a:t>, then  </a:t>
            </a:r>
            <a:r>
              <a:rPr lang="en-US" altLang="zh-CN" b="1">
                <a:solidFill>
                  <a:srgbClr val="00B050"/>
                </a:solidFill>
                <a:latin typeface="Times New Roman" panose="02020603050405020304" pitchFamily="18" charset="0"/>
              </a:rPr>
              <a:t>F1</a:t>
            </a:r>
            <a:r>
              <a:rPr lang="en-US" altLang="zh-CN" b="1" baseline="30000">
                <a:solidFill>
                  <a:srgbClr val="00B05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>
                <a:solidFill>
                  <a:srgbClr val="00B050"/>
                </a:solidFill>
                <a:latin typeface="Times New Roman" panose="02020603050405020304" pitchFamily="18" charset="0"/>
              </a:rPr>
              <a:t>=F2</a:t>
            </a:r>
            <a:r>
              <a:rPr lang="en-US" altLang="zh-CN" b="1" baseline="30000">
                <a:solidFill>
                  <a:srgbClr val="00B05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r>
              <a:rPr lang="en-US" altLang="zh-CN" b="1"/>
              <a:t> </a:t>
            </a:r>
            <a:endParaRPr lang="zh-CN" altLang="en-US" b="1">
              <a:latin typeface="黑体" panose="02010609060101010101" pitchFamily="49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endParaRPr lang="zh-CN" altLang="en-US" b="1">
              <a:solidFill>
                <a:srgbClr val="7030A0"/>
              </a:solidFill>
              <a:latin typeface="黑体" panose="02010609060101010101" pitchFamily="49" charset="-12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511AD6-E7DB-4AF7-B167-E476ABB07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925" y="3240088"/>
            <a:ext cx="38465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 is not changed !!</a:t>
            </a:r>
            <a:endParaRPr lang="zh-CN" altLang="en-US" sz="3200" b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9" name="矩形 7">
            <a:extLst>
              <a:ext uri="{FF2B5EF4-FFF2-40B4-BE49-F238E27FC236}">
                <a16:creationId xmlns:a16="http://schemas.microsoft.com/office/drawing/2014/main" id="{22CF5C3A-932F-477F-8B69-D4B28F9F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475" y="963613"/>
            <a:ext cx="15335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Chap2.7.2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3332961-E2FC-4A67-8C40-C5D74EF0B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184150"/>
            <a:ext cx="7772400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Gates and Logic:  </a:t>
            </a:r>
            <a:r>
              <a:rPr lang="en-US" altLang="zh-CN" sz="2400"/>
              <a:t>Perform the dualities</a:t>
            </a:r>
          </a:p>
        </p:txBody>
      </p:sp>
      <p:sp>
        <p:nvSpPr>
          <p:cNvPr id="24579" name="灯片编号占位符 3">
            <a:extLst>
              <a:ext uri="{FF2B5EF4-FFF2-40B4-BE49-F238E27FC236}">
                <a16:creationId xmlns:a16="http://schemas.microsoft.com/office/drawing/2014/main" id="{1D794511-BC71-4A6C-B19E-1E6DD40CB0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6722C9C1-27F9-4955-A096-97827EB85EDB}" type="slidenum">
              <a:rPr lang="zh-CN" altLang="en-US" sz="1100"/>
              <a:pPr/>
              <a:t>19</a:t>
            </a:fld>
            <a:endParaRPr lang="zh-CN" altLang="en-US" sz="1100"/>
          </a:p>
        </p:txBody>
      </p:sp>
      <p:sp>
        <p:nvSpPr>
          <p:cNvPr id="24580" name="日期占位符 3">
            <a:extLst>
              <a:ext uri="{FF2B5EF4-FFF2-40B4-BE49-F238E27FC236}">
                <a16:creationId xmlns:a16="http://schemas.microsoft.com/office/drawing/2014/main" id="{BEE8CD0C-4AF7-4066-B1D1-334C812A5D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A7D1FE4-60BA-4D59-8000-D5343C64484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9D009F8F-B301-4FCB-8AA4-E87029A83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2708275"/>
            <a:ext cx="4094162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latin typeface="Tahoma" panose="020B0604030504040204" pitchFamily="34" charset="0"/>
                <a:ea typeface="黑体" panose="02010609060101010101" pitchFamily="49" charset="-122"/>
              </a:rPr>
              <a:t>F2 = X + Y </a:t>
            </a:r>
            <a:r>
              <a:rPr lang="en-US" altLang="zh-CN" b="1">
                <a:latin typeface="Tahoma" panose="020B0604030504040204" pitchFamily="34" charset="0"/>
                <a:ea typeface="楷体_GB2312"/>
                <a:cs typeface="楷体_GB2312"/>
              </a:rPr>
              <a:t>· </a:t>
            </a:r>
            <a:r>
              <a:rPr lang="en-US" altLang="zh-CN" b="1">
                <a:latin typeface="Tahoma" panose="020B0604030504040204" pitchFamily="34" charset="0"/>
                <a:ea typeface="黑体" panose="02010609060101010101" pitchFamily="49" charset="-122"/>
              </a:rPr>
              <a:t>(Z + W)  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82CB554E-DB1F-4F65-9057-54723B781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3338513"/>
            <a:ext cx="3733800" cy="6953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F2</a:t>
            </a:r>
            <a:r>
              <a:rPr lang="en-US" altLang="zh-CN" b="1" baseline="50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= X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·(Y+Z ·W)</a:t>
            </a: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0BEE6453-2DD7-47D6-B7C6-E18A28C01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0" y="4806950"/>
            <a:ext cx="5378450" cy="5238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F3</a:t>
            </a:r>
            <a:r>
              <a:rPr lang="en-US" altLang="zh-CN" b="1" baseline="50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= ((X’+Y 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·Z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’ ) 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 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( Z 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W)’)’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A1F2FE-B5D7-4FF4-9144-E3D7ED056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4219575"/>
            <a:ext cx="5311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F3 = ( X’</a:t>
            </a:r>
            <a:r>
              <a:rPr lang="en-US" altLang="zh-CN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</a:t>
            </a:r>
            <a:r>
              <a:rPr lang="en-US" altLang="zh-CN" b="1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(Y+Z’) + (Z+W)’ )’</a:t>
            </a:r>
            <a:endParaRPr lang="zh-CN" altLang="en-US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449698A6-AE64-4EDB-8EA8-CD9FBF80B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95338"/>
            <a:ext cx="30607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F1 = X + X </a:t>
            </a:r>
            <a:r>
              <a:rPr lang="en-US" altLang="zh-CN" b="1">
                <a:latin typeface="Tahoma" panose="020B0604030504040204" pitchFamily="34" charset="0"/>
                <a:ea typeface="楷体_GB2312"/>
                <a:cs typeface="楷体_GB2312"/>
              </a:rPr>
              <a:t>·</a:t>
            </a: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2F498292-B77B-4279-8042-97E73C6E2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338" y="1514475"/>
            <a:ext cx="2970212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F1</a:t>
            </a:r>
            <a:r>
              <a:rPr lang="en-US" altLang="zh-CN" b="1" baseline="50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= X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X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Y</a:t>
            </a:r>
            <a:endParaRPr lang="en-US" altLang="zh-CN" b="1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1F1F12C8-B105-4A4E-8775-13C090CA3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3950" y="2068513"/>
            <a:ext cx="1600200" cy="5238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7030A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= X </a:t>
            </a:r>
            <a:r>
              <a:rPr lang="en-US" altLang="zh-CN" b="1">
                <a:solidFill>
                  <a:srgbClr val="7030A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+ Y</a:t>
            </a:r>
            <a:endParaRPr lang="en-US" altLang="zh-CN" b="1">
              <a:solidFill>
                <a:srgbClr val="7030A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810B7B-3E5C-45B5-AB76-D63C7344E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0" y="774700"/>
            <a:ext cx="20256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X (1+Y)</a:t>
            </a: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98169F8-91A1-4BF9-84DF-BBCC32ABD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1268413"/>
            <a:ext cx="2355850" cy="1555750"/>
          </a:xfrm>
          <a:prstGeom prst="irregularSeal1">
            <a:avLst/>
          </a:prstGeom>
          <a:solidFill>
            <a:srgbClr val="99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Wrong!</a:t>
            </a:r>
            <a:endParaRPr lang="zh-CN" altLang="en-US" sz="3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11615FB0-7CFC-45DF-8480-8389FB114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1514475"/>
            <a:ext cx="2970212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F1</a:t>
            </a:r>
            <a:r>
              <a:rPr lang="en-US" altLang="zh-CN" b="1" baseline="50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= X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·(X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+ Y)</a:t>
            </a:r>
            <a:endParaRPr lang="en-US" altLang="zh-CN" b="1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DFC95FB9-D2C2-43DC-83CA-73A427069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2068513"/>
            <a:ext cx="889000" cy="5238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7030A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= X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B7B33C-1AD6-45C9-A8BE-2676BEF14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263" y="1531938"/>
            <a:ext cx="420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AF2D37E-EAEF-462B-9198-BA102A05F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70025"/>
            <a:ext cx="477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+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3D4C18-4DB8-41FE-97E4-B78B17D31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774700"/>
            <a:ext cx="8286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X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BAF826-EA4F-4C4E-A034-D36AE5F39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3" y="773113"/>
            <a:ext cx="12033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F1</a:t>
            </a:r>
            <a:r>
              <a:rPr lang="en-US" altLang="zh-CN" b="1" baseline="30000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229839-C792-4AEC-958F-97FA70524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5380038"/>
            <a:ext cx="169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Defination: </a:t>
            </a:r>
            <a:endParaRPr lang="zh-CN" altLang="en-US" sz="140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17">
            <a:extLst>
              <a:ext uri="{FF2B5EF4-FFF2-40B4-BE49-F238E27FC236}">
                <a16:creationId xmlns:a16="http://schemas.microsoft.com/office/drawing/2014/main" id="{A3F497D7-C41A-42A3-9564-5ABC982A8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025" y="5349875"/>
            <a:ext cx="533400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黑体" pitchFamily="49" charset="-122"/>
              </a:rPr>
              <a:t> F3’ =   X’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楷体_GB2312"/>
                <a:cs typeface="楷体_GB2312"/>
              </a:rPr>
              <a:t>·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黑体" pitchFamily="49" charset="-122"/>
              </a:rPr>
              <a:t>(Y+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楷体_GB2312"/>
                <a:cs typeface="楷体_GB2312"/>
              </a:rPr>
              <a:t>Z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黑体" pitchFamily="49" charset="-122"/>
              </a:rPr>
              <a:t>’) +(Z + W)’  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86D6BEE-C1A0-451B-BA72-548C4F0023F3}"/>
              </a:ext>
            </a:extLst>
          </p:cNvPr>
          <p:cNvSpPr/>
          <p:nvPr/>
        </p:nvSpPr>
        <p:spPr>
          <a:xfrm>
            <a:off x="1638300" y="4219575"/>
            <a:ext cx="3511550" cy="488950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2" name="Picture 21" descr="u=510799256,4278680063&amp;gp=28">
            <a:hlinkClick r:id="rId3"/>
            <a:extLst>
              <a:ext uri="{FF2B5EF4-FFF2-40B4-BE49-F238E27FC236}">
                <a16:creationId xmlns:a16="http://schemas.microsoft.com/office/drawing/2014/main" id="{6028C6B2-9AAE-43C7-8404-B90E6C3EA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938" y="5543550"/>
            <a:ext cx="6302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 Box 17">
            <a:extLst>
              <a:ext uri="{FF2B5EF4-FFF2-40B4-BE49-F238E27FC236}">
                <a16:creationId xmlns:a16="http://schemas.microsoft.com/office/drawing/2014/main" id="{553E6D44-BD7D-48E6-AF35-D6E055093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025" y="5800725"/>
            <a:ext cx="533400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黑体" pitchFamily="49" charset="-122"/>
              </a:rPr>
              <a:t>       = ((X+ Y’·Z ) · (Z’ · W’)’ )’ 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FD92B61-4F10-4BD3-B6DD-E6F630F68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5815013"/>
            <a:ext cx="2301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DeMogan’s law: </a:t>
            </a:r>
            <a:endParaRPr lang="zh-CN" altLang="en-US" sz="140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直角双向箭头 2">
            <a:extLst>
              <a:ext uri="{FF2B5EF4-FFF2-40B4-BE49-F238E27FC236}">
                <a16:creationId xmlns:a16="http://schemas.microsoft.com/office/drawing/2014/main" id="{22782315-832F-4D2F-9AC3-E2A073DD41CD}"/>
              </a:ext>
            </a:extLst>
          </p:cNvPr>
          <p:cNvSpPr/>
          <p:nvPr/>
        </p:nvSpPr>
        <p:spPr>
          <a:xfrm>
            <a:off x="7316788" y="5380038"/>
            <a:ext cx="450850" cy="749300"/>
          </a:xfrm>
          <a:prstGeom prst="leftUpArrow">
            <a:avLst>
              <a:gd name="adj1" fmla="val 32667"/>
              <a:gd name="adj2" fmla="val 31709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E311296-CCEE-43E6-BA3E-1BE1A55F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247650"/>
            <a:ext cx="8486775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Gates and Logic:  </a:t>
            </a:r>
            <a:r>
              <a:rPr lang="en-US" altLang="zh-CN" sz="2400"/>
              <a:t>Duality</a:t>
            </a:r>
            <a:r>
              <a:rPr lang="zh-CN" altLang="en-US" sz="2400"/>
              <a:t> </a:t>
            </a:r>
            <a:r>
              <a:rPr lang="en-US" altLang="zh-CN" sz="2400"/>
              <a:t>vs. DeMorgan</a:t>
            </a:r>
            <a:r>
              <a:rPr lang="en-US" altLang="zh-CN" sz="240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  <a:r>
              <a:rPr lang="en-US" altLang="zh-CN" sz="2400"/>
              <a:t>s Law</a:t>
            </a:r>
          </a:p>
        </p:txBody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0F845F32-6A3F-4D04-9C25-C7684AFDFD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DF3C193-2BFE-49ED-A908-BF93D139441D}" type="slidenum">
              <a:rPr lang="zh-CN" altLang="en-US" sz="1100"/>
              <a:pPr/>
              <a:t>20</a:t>
            </a:fld>
            <a:endParaRPr lang="zh-CN" altLang="en-US" sz="1100" dirty="0"/>
          </a:p>
        </p:txBody>
      </p:sp>
      <p:sp>
        <p:nvSpPr>
          <p:cNvPr id="25604" name="日期占位符 3">
            <a:extLst>
              <a:ext uri="{FF2B5EF4-FFF2-40B4-BE49-F238E27FC236}">
                <a16:creationId xmlns:a16="http://schemas.microsoft.com/office/drawing/2014/main" id="{D5035B9C-C2B7-4209-873F-3EBC535194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D64A80CF-5830-4D8F-85DC-3DD9823A7A57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3A5400A1-71BF-4AF1-B7D4-E6121452F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39800"/>
            <a:ext cx="8610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ct val="25000"/>
              </a:spcBef>
              <a:buFont typeface="Arial" charset="0"/>
              <a:buChar char="•"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Dual of a logic expression</a:t>
            </a:r>
          </a:p>
          <a:p>
            <a:pPr marL="342900" indent="473075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F</a:t>
            </a:r>
            <a:r>
              <a:rPr lang="en-US" altLang="zh-CN" sz="2800" b="1" baseline="50000" dirty="0">
                <a:solidFill>
                  <a:srgbClr val="6600FF"/>
                </a:solidFill>
                <a:latin typeface="微软雅黑" pitchFamily="34" charset="-122"/>
              </a:rPr>
              <a:t>D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(X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1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2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</a:rPr>
              <a:t>…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, </a:t>
            </a:r>
            <a:r>
              <a:rPr lang="en-US" altLang="zh-CN" sz="2800" b="1" dirty="0" err="1">
                <a:solidFill>
                  <a:srgbClr val="6600FF"/>
                </a:solidFill>
                <a:latin typeface="微软雅黑" pitchFamily="34" charset="-122"/>
              </a:rPr>
              <a:t>X</a:t>
            </a:r>
            <a:r>
              <a:rPr lang="en-US" altLang="zh-CN" sz="2800" b="1" baseline="-25000" dirty="0" err="1">
                <a:solidFill>
                  <a:srgbClr val="6600FF"/>
                </a:solidFill>
                <a:latin typeface="微软雅黑" pitchFamily="34" charset="-122"/>
              </a:rPr>
              <a:t>n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,0,1, + 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)</a:t>
            </a:r>
          </a:p>
          <a:p>
            <a:pPr marL="342900" indent="-342900" algn="ctr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= F(X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1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2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</a:rPr>
              <a:t>…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, </a:t>
            </a:r>
            <a:r>
              <a:rPr lang="en-US" altLang="zh-CN" sz="2800" b="1" dirty="0" err="1">
                <a:solidFill>
                  <a:srgbClr val="6600FF"/>
                </a:solidFill>
                <a:latin typeface="微软雅黑" pitchFamily="34" charset="-122"/>
              </a:rPr>
              <a:t>X</a:t>
            </a:r>
            <a:r>
              <a:rPr lang="en-US" altLang="zh-CN" sz="2800" b="1" baseline="-25000" dirty="0" err="1">
                <a:solidFill>
                  <a:srgbClr val="6600FF"/>
                </a:solidFill>
                <a:latin typeface="微软雅黑" pitchFamily="34" charset="-122"/>
              </a:rPr>
              <a:t>n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,1,0,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+ )</a:t>
            </a:r>
          </a:p>
          <a:p>
            <a:pPr marL="342900" indent="-342900" eaLnBrk="1" hangingPunct="1">
              <a:lnSpc>
                <a:spcPct val="110000"/>
              </a:lnSpc>
              <a:spcBef>
                <a:spcPct val="25000"/>
              </a:spcBef>
              <a:buFont typeface="Arial" charset="0"/>
              <a:buChar char="•"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Complement of a logic expression</a:t>
            </a:r>
          </a:p>
          <a:p>
            <a:pPr marL="342900" indent="473075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’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(X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1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2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</a:rPr>
              <a:t>…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, </a:t>
            </a:r>
            <a:r>
              <a:rPr lang="en-US" altLang="zh-CN" sz="2800" b="1" dirty="0" err="1">
                <a:solidFill>
                  <a:srgbClr val="6600FF"/>
                </a:solidFill>
                <a:latin typeface="微软雅黑" pitchFamily="34" charset="-122"/>
              </a:rPr>
              <a:t>X</a:t>
            </a:r>
            <a:r>
              <a:rPr lang="en-US" altLang="zh-CN" sz="2800" b="1" baseline="-25000" dirty="0" err="1">
                <a:solidFill>
                  <a:srgbClr val="6600FF"/>
                </a:solidFill>
                <a:latin typeface="微软雅黑" pitchFamily="34" charset="-122"/>
              </a:rPr>
              <a:t>n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,0,1, + 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)</a:t>
            </a:r>
          </a:p>
          <a:p>
            <a:pPr marL="342900" indent="1090613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=  F(X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’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’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</a:rPr>
              <a:t>…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, </a:t>
            </a:r>
            <a:r>
              <a:rPr lang="en-US" altLang="zh-CN" sz="2800" b="1" dirty="0" err="1">
                <a:solidFill>
                  <a:srgbClr val="6600FF"/>
                </a:solidFill>
                <a:latin typeface="微软雅黑" pitchFamily="34" charset="-122"/>
              </a:rPr>
              <a:t>X</a:t>
            </a:r>
            <a:r>
              <a:rPr lang="en-US" altLang="zh-CN" sz="2800" b="1" baseline="-25000" dirty="0" err="1">
                <a:solidFill>
                  <a:srgbClr val="6600FF"/>
                </a:solidFill>
                <a:latin typeface="微软雅黑" pitchFamily="34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’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,1,0,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+  ) </a:t>
            </a:r>
            <a:endParaRPr lang="en-US" altLang="zh-CN" sz="2400" b="1" dirty="0">
              <a:solidFill>
                <a:srgbClr val="6600FF"/>
              </a:solidFill>
              <a:latin typeface="Times New Roman" pitchFamily="18" charset="0"/>
              <a:ea typeface="微软雅黑" pitchFamily="34" charset="-122"/>
              <a:sym typeface="Monotype Sorts" pitchFamily="2" charset="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B7E004-DFF4-4350-AF51-F160EF8B3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6575" y="1239838"/>
            <a:ext cx="3400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 is not changed !!</a:t>
            </a:r>
            <a:endParaRPr lang="zh-CN" altLang="en-US" b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96463-A88A-4E8B-80ED-550612D1B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3490913"/>
            <a:ext cx="2660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 is inverted !!</a:t>
            </a:r>
            <a:endParaRPr lang="zh-CN" altLang="en-US" b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95F8DB-7675-4364-8B78-2A80BA3FE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4940300"/>
            <a:ext cx="8172450" cy="406400"/>
          </a:xfrm>
          <a:prstGeom prst="rect">
            <a:avLst/>
          </a:prstGeom>
          <a:solidFill>
            <a:srgbClr val="FFFF00">
              <a:alpha val="2313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1" baseline="50000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(X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’</a:t>
            </a:r>
            <a:r>
              <a:rPr lang="en-US" altLang="zh-CN" sz="2000" b="1" baseline="-250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>
                <a:solidFill>
                  <a:srgbClr val="0033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="1">
                <a:solidFill>
                  <a:srgbClr val="003399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,0,1, + , </a:t>
            </a:r>
            <a:r>
              <a:rPr lang="en-US" altLang="zh-CN" sz="2000" b="1">
                <a:solidFill>
                  <a:srgbClr val="003399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</a:t>
            </a:r>
            <a:r>
              <a:rPr lang="en-US" altLang="zh-CN" sz="2000" b="1">
                <a:solidFill>
                  <a:srgbClr val="003399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)=F</a:t>
            </a:r>
            <a:r>
              <a:rPr lang="en-US" altLang="zh-CN" sz="2000" b="1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(X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1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>
                <a:solidFill>
                  <a:srgbClr val="0033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,0,1, + , </a:t>
            </a:r>
            <a:r>
              <a:rPr lang="en-US" altLang="zh-CN" sz="2000" b="1">
                <a:solidFill>
                  <a:srgbClr val="003399"/>
                </a:solidFill>
                <a:latin typeface="Tahoma" panose="020B0604030504040204" pitchFamily="34" charset="0"/>
                <a:ea typeface="楷体_GB2312"/>
                <a:cs typeface="楷体_GB2312"/>
              </a:rPr>
              <a:t>·</a:t>
            </a:r>
            <a:r>
              <a:rPr lang="en-US" altLang="zh-CN" sz="2000" b="1">
                <a:solidFill>
                  <a:srgbClr val="003399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085DAA-B263-4205-8F16-D7C07A39B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07050"/>
            <a:ext cx="9144000" cy="430213"/>
          </a:xfrm>
          <a:prstGeom prst="rect">
            <a:avLst/>
          </a:prstGeom>
          <a:solidFill>
            <a:srgbClr val="FFFF00">
              <a:alpha val="2313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F(X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1" baseline="-250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>
                <a:solidFill>
                  <a:srgbClr val="0033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)=(F</a:t>
            </a:r>
            <a:r>
              <a:rPr lang="en-US" altLang="zh-CN" sz="2000" b="1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’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(X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1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>
                <a:solidFill>
                  <a:srgbClr val="0033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))’=(F</a:t>
            </a:r>
            <a:r>
              <a:rPr lang="en-US" altLang="zh-CN" sz="2000" b="1" baseline="30000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(X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 ’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 ’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>
                <a:solidFill>
                  <a:srgbClr val="0033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, X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b="1">
                <a:solidFill>
                  <a:srgbClr val="FF0000"/>
                </a:solidFill>
                <a:latin typeface="Segoe UI" panose="020B0502040204020203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 ))’</a:t>
            </a:r>
          </a:p>
        </p:txBody>
      </p:sp>
      <p:sp>
        <p:nvSpPr>
          <p:cNvPr id="25610" name="矩形 9">
            <a:extLst>
              <a:ext uri="{FF2B5EF4-FFF2-40B4-BE49-F238E27FC236}">
                <a16:creationId xmlns:a16="http://schemas.microsoft.com/office/drawing/2014/main" id="{31DCE072-601D-4B53-A0E6-5D0BBD9D3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00" y="963613"/>
            <a:ext cx="2006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Chap2.7.2</a:t>
            </a:r>
            <a:r>
              <a:rPr lang="zh-CN" altLang="en-US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2.7.3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灯片编号占位符 3">
            <a:extLst>
              <a:ext uri="{FF2B5EF4-FFF2-40B4-BE49-F238E27FC236}">
                <a16:creationId xmlns:a16="http://schemas.microsoft.com/office/drawing/2014/main" id="{D09931FF-3F9E-4229-A4D9-0FF54B4003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44B9911D-12E5-45C3-ADD9-C979FC91634A}" type="slidenum">
              <a:rPr lang="zh-CN" altLang="en-US" sz="1100"/>
              <a:pPr/>
              <a:t>21</a:t>
            </a:fld>
            <a:endParaRPr lang="zh-CN" altLang="en-US" sz="1100" dirty="0"/>
          </a:p>
        </p:txBody>
      </p:sp>
      <p:sp>
        <p:nvSpPr>
          <p:cNvPr id="26628" name="日期占位符 3">
            <a:extLst>
              <a:ext uri="{FF2B5EF4-FFF2-40B4-BE49-F238E27FC236}">
                <a16:creationId xmlns:a16="http://schemas.microsoft.com/office/drawing/2014/main" id="{E333E103-9D69-4955-A757-90899F11DB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38150" y="64928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2C292484-52A2-4E01-A6C6-BB50F361AA14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D8100AE8-0E77-4784-B88E-C9CC98FD8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" y="984250"/>
            <a:ext cx="87439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42925" indent="-531813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Please give the Dual function and the Inverse function for  </a:t>
            </a:r>
            <a:r>
              <a:rPr lang="en-US" altLang="zh-CN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F(a,b,c)=</a:t>
            </a:r>
            <a:r>
              <a:rPr lang="en-US" altLang="zh-CN" b="1" i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 + bc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, and then draw the logic circuit.</a:t>
            </a:r>
            <a:endParaRPr lang="en-US" altLang="zh-CN" b="1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5B1CD89-B34E-4E45-B58E-D8A96171C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2490788"/>
            <a:ext cx="16097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42925" indent="-531813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F’(a,b,c)</a:t>
            </a:r>
            <a:endParaRPr lang="en-US" altLang="zh-CN" b="1">
              <a:solidFill>
                <a:srgbClr val="C00000"/>
              </a:solidFill>
              <a:latin typeface="Times New Roman" panose="02020603050405020304" pitchFamily="18" charset="0"/>
              <a:sym typeface="Monotype Sorts" pitchFamily="2" charset="2"/>
            </a:endParaRPr>
          </a:p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endParaRPr lang="en-US" altLang="zh-CN" sz="2400" b="1">
              <a:solidFill>
                <a:srgbClr val="C00000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F41747B-7FB6-4E73-828D-ADA111D7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050" y="2490788"/>
            <a:ext cx="1333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42925" lvl="1" indent="-531813" eaLnBrk="1" hangingPunct="1">
              <a:defRPr/>
            </a:pPr>
            <a:r>
              <a:rPr lang="en-US" altLang="zh-CN" sz="2400" b="1" dirty="0">
                <a:solidFill>
                  <a:srgbClr val="7030A0"/>
                </a:solidFill>
                <a:latin typeface="Arial" charset="0"/>
              </a:rPr>
              <a:t>=</a:t>
            </a:r>
            <a:r>
              <a:rPr lang="en-US" altLang="zh-CN" sz="2400" b="1" i="1" dirty="0">
                <a:solidFill>
                  <a:srgbClr val="7030A0"/>
                </a:solidFill>
                <a:latin typeface="Arial" charset="0"/>
              </a:rPr>
              <a:t>a’ (</a:t>
            </a:r>
            <a:r>
              <a:rPr lang="en-US" altLang="zh-CN" sz="2400" b="1" i="1" dirty="0" err="1">
                <a:solidFill>
                  <a:srgbClr val="7030A0"/>
                </a:solidFill>
                <a:latin typeface="Arial" charset="0"/>
              </a:rPr>
              <a:t>bc</a:t>
            </a:r>
            <a:r>
              <a:rPr lang="en-US" altLang="zh-CN" sz="2400" b="1" i="1" dirty="0">
                <a:solidFill>
                  <a:srgbClr val="7030A0"/>
                </a:solidFill>
                <a:latin typeface="Arial" charset="0"/>
              </a:rPr>
              <a:t>)’</a:t>
            </a:r>
            <a:r>
              <a:rPr lang="en-US" sz="2400" b="1" dirty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n-US" altLang="zh-CN" sz="2400" b="1" dirty="0">
                <a:solidFill>
                  <a:srgbClr val="7030A0"/>
                </a:solidFill>
                <a:latin typeface="Arial" charset="0"/>
              </a:rPr>
              <a:t>	</a:t>
            </a:r>
            <a:endParaRPr lang="zh-CN" altLang="en-US" sz="2400" b="1" dirty="0">
              <a:solidFill>
                <a:srgbClr val="7030A0"/>
              </a:solidFill>
              <a:latin typeface="Arial" charset="0"/>
            </a:endParaRPr>
          </a:p>
          <a:p>
            <a:pPr marL="342900" indent="-342900" algn="ctr" eaLnBrk="1" hangingPunct="1">
              <a:lnSpc>
                <a:spcPct val="110000"/>
              </a:lnSpc>
              <a:spcBef>
                <a:spcPct val="25000"/>
              </a:spcBef>
              <a:defRPr/>
            </a:pPr>
            <a:endParaRPr lang="en-US" altLang="zh-CN" sz="2400" b="1" dirty="0">
              <a:solidFill>
                <a:srgbClr val="7030A0"/>
              </a:solidFill>
              <a:latin typeface="微软雅黑" pitchFamily="34" charset="-122"/>
            </a:endParaRPr>
          </a:p>
          <a:p>
            <a:pPr marL="342900" indent="1090613" eaLnBrk="1" hangingPunct="1">
              <a:lnSpc>
                <a:spcPct val="110000"/>
              </a:lnSpc>
              <a:spcBef>
                <a:spcPct val="25000"/>
              </a:spcBef>
              <a:defRPr/>
            </a:pPr>
            <a:endParaRPr lang="en-US" altLang="zh-CN" sz="2400" b="1" dirty="0">
              <a:solidFill>
                <a:srgbClr val="7030A0"/>
              </a:solidFill>
              <a:latin typeface="微软雅黑" pitchFamily="34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5000"/>
              </a:spcBef>
              <a:buFont typeface="Arial" charset="0"/>
              <a:buChar char="•"/>
              <a:defRPr/>
            </a:pPr>
            <a:endParaRPr lang="en-US" altLang="zh-CN" sz="2400" b="1" dirty="0">
              <a:solidFill>
                <a:srgbClr val="7030A0"/>
              </a:solidFill>
              <a:latin typeface="Times New Roman" pitchFamily="18" charset="0"/>
              <a:ea typeface="微软雅黑" pitchFamily="34" charset="-122"/>
            </a:endParaRPr>
          </a:p>
          <a:p>
            <a:pPr marL="342900" indent="-342900" algn="ctr" eaLnBrk="1" hangingPunct="1">
              <a:lnSpc>
                <a:spcPct val="110000"/>
              </a:lnSpc>
              <a:spcBef>
                <a:spcPct val="25000"/>
              </a:spcBef>
              <a:defRPr/>
            </a:pPr>
            <a:endParaRPr lang="en-US" altLang="zh-CN" sz="2400" b="1" dirty="0">
              <a:solidFill>
                <a:srgbClr val="7030A0"/>
              </a:solidFill>
              <a:latin typeface="Times New Roman" pitchFamily="18" charset="0"/>
              <a:ea typeface="微软雅黑" pitchFamily="34" charset="-122"/>
              <a:sym typeface="Monotype Sorts" pitchFamily="2" charset="2"/>
            </a:endParaRPr>
          </a:p>
          <a:p>
            <a:pPr marL="342900" indent="-342900" algn="ctr" eaLnBrk="1" hangingPunct="1">
              <a:lnSpc>
                <a:spcPct val="110000"/>
              </a:lnSpc>
              <a:spcBef>
                <a:spcPct val="25000"/>
              </a:spcBef>
              <a:buFont typeface="Wingdings" pitchFamily="2" charset="2"/>
              <a:buNone/>
              <a:defRPr/>
            </a:pPr>
            <a:endParaRPr lang="en-US" altLang="zh-CN" sz="2400" b="1" dirty="0">
              <a:solidFill>
                <a:srgbClr val="7030A0"/>
              </a:solidFill>
              <a:latin typeface="Times New Roman" pitchFamily="18" charset="0"/>
              <a:ea typeface="微软雅黑" pitchFamily="34" charset="-122"/>
              <a:sym typeface="Monotype Sorts" pitchFamily="2" charset="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32D49CC-A11D-46BC-8300-05F382BC0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2490788"/>
            <a:ext cx="15113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42925" indent="-531813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EC6D0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 b="1" i="1">
                <a:solidFill>
                  <a:srgbClr val="EC6D0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a’ (b’+c’)</a:t>
            </a:r>
            <a:endParaRPr lang="en-US" altLang="zh-CN" b="1">
              <a:solidFill>
                <a:srgbClr val="EC6D04"/>
              </a:solidFill>
              <a:ea typeface="宋体" panose="02010600030101010101" pitchFamily="2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E11200B-CC16-4590-BEE4-A20DF9704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1898650"/>
            <a:ext cx="3594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42925" indent="-531813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F</a:t>
            </a:r>
            <a:r>
              <a:rPr lang="en-US" altLang="zh-CN" b="1" baseline="30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(a,b,c)</a:t>
            </a:r>
            <a:endParaRPr lang="en-US" altLang="zh-CN" b="1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endParaRPr lang="en-US" altLang="zh-CN" sz="2400" b="1">
              <a:solidFill>
                <a:srgbClr val="00B050"/>
              </a:solidFill>
              <a:latin typeface="Times New Roman" panose="02020603050405020304" pitchFamily="18" charset="0"/>
              <a:sym typeface="Monotype Sorts" pitchFamily="2" charset="2"/>
            </a:endParaRPr>
          </a:p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endParaRPr lang="en-US" altLang="zh-CN" sz="2400" b="1">
              <a:solidFill>
                <a:srgbClr val="00B050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35029E5-A99D-4571-BF1F-9EFE104C5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1903413"/>
            <a:ext cx="1333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42925" indent="-531813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 b="1" i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 (b+c)</a:t>
            </a:r>
            <a:endParaRPr lang="zh-CN" altLang="en-US" b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endParaRPr lang="en-US" altLang="zh-CN" sz="2400" b="1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endParaRPr lang="en-US" altLang="zh-CN" sz="2400" b="1">
              <a:solidFill>
                <a:srgbClr val="00B050"/>
              </a:solidFill>
              <a:latin typeface="Times New Roman" panose="02020603050405020304" pitchFamily="18" charset="0"/>
              <a:sym typeface="Monotype Sorts" pitchFamily="2" charset="2"/>
            </a:endParaRPr>
          </a:p>
          <a:p>
            <a:pPr algn="ctr" eaLnBrk="1" hangingPunct="1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endParaRPr lang="en-US" altLang="zh-CN" sz="2400" b="1">
              <a:solidFill>
                <a:srgbClr val="00B050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8A3F76B-8A21-4DBD-8E12-27BF97829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063" y="2128838"/>
            <a:ext cx="21415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=F</a:t>
            </a:r>
            <a:r>
              <a:rPr lang="en-US" altLang="zh-CN" sz="2400" b="1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D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(</a:t>
            </a:r>
            <a:r>
              <a:rPr lang="en-US" altLang="zh-CN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a’,b’,c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’ )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353C43-1CCD-4EAF-B7F4-EEFAB7DD6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19431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Duality</a:t>
            </a:r>
            <a:endParaRPr lang="zh-CN" altLang="en-US" sz="20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15B1B7-4CEB-4F21-8DB5-5D1F3A864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2540000"/>
            <a:ext cx="2138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DeMorgan</a:t>
            </a:r>
            <a:r>
              <a:rPr lang="en-US" altLang="zh-CN" sz="2000" b="1">
                <a:solidFill>
                  <a:srgbClr val="7030A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’</a:t>
            </a:r>
            <a:r>
              <a:rPr lang="en-US" altLang="zh-CN" sz="20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 law</a:t>
            </a:r>
            <a:endParaRPr lang="zh-CN" altLang="en-US" sz="20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7510DA1B-C0E1-4CD2-815F-223A41AA1BE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190625" y="3548063"/>
            <a:ext cx="482600" cy="709612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95A71282-BD68-4856-ABD3-404CEE9F6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949325" y="4157663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7B52A726-F21E-49B2-B9A4-BCB4497E7C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3225" y="3887788"/>
            <a:ext cx="2651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" name="Line 11">
            <a:extLst>
              <a:ext uri="{FF2B5EF4-FFF2-40B4-BE49-F238E27FC236}">
                <a16:creationId xmlns:a16="http://schemas.microsoft.com/office/drawing/2014/main" id="{8576A4B0-10C7-4844-8940-51FAAB315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113" y="3694113"/>
            <a:ext cx="998537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AutoShape 37">
            <a:extLst>
              <a:ext uri="{FF2B5EF4-FFF2-40B4-BE49-F238E27FC236}">
                <a16:creationId xmlns:a16="http://schemas.microsoft.com/office/drawing/2014/main" id="{3E208F3D-4A3F-4653-8295-2E1D24E01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3841750"/>
            <a:ext cx="433388" cy="630238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Line 43">
            <a:extLst>
              <a:ext uri="{FF2B5EF4-FFF2-40B4-BE49-F238E27FC236}">
                <a16:creationId xmlns:a16="http://schemas.microsoft.com/office/drawing/2014/main" id="{F9664E32-121D-4EED-AAC6-2687E3042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950" y="403701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" name="Line 44">
            <a:extLst>
              <a:ext uri="{FF2B5EF4-FFF2-40B4-BE49-F238E27FC236}">
                <a16:creationId xmlns:a16="http://schemas.microsoft.com/office/drawing/2014/main" id="{83AB87B1-4D85-42CF-9E84-244BE58F8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950" y="434816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E9223D-4D91-446E-AA1A-20239F48D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3308350"/>
            <a:ext cx="35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7EE6BB-2DF4-48DA-B5F0-8AB8D0786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3636963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926B65-B991-4290-B4B3-77051E77D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39751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3B969E-FC66-486B-86A2-734A4A50D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0" y="3538538"/>
            <a:ext cx="1165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F(a,b,c)</a:t>
            </a:r>
            <a:endParaRPr lang="zh-CN" altLang="en-US" sz="20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" name="AutoShape 6">
            <a:extLst>
              <a:ext uri="{FF2B5EF4-FFF2-40B4-BE49-F238E27FC236}">
                <a16:creationId xmlns:a16="http://schemas.microsoft.com/office/drawing/2014/main" id="{0D15575C-C046-4662-B725-A5164BBAA0E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36950" y="3862388"/>
            <a:ext cx="482600" cy="709612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" name="AutoShape 37">
            <a:extLst>
              <a:ext uri="{FF2B5EF4-FFF2-40B4-BE49-F238E27FC236}">
                <a16:creationId xmlns:a16="http://schemas.microsoft.com/office/drawing/2014/main" id="{519C3345-59E1-4B4E-8EF3-81203F02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3595688"/>
            <a:ext cx="433388" cy="630237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" name="Line 11">
            <a:extLst>
              <a:ext uri="{FF2B5EF4-FFF2-40B4-BE49-F238E27FC236}">
                <a16:creationId xmlns:a16="http://schemas.microsoft.com/office/drawing/2014/main" id="{32FEE5BC-C025-4C30-A5B5-AD614DBF1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8" y="4160838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7" name="Line 12">
            <a:extLst>
              <a:ext uri="{FF2B5EF4-FFF2-40B4-BE49-F238E27FC236}">
                <a16:creationId xmlns:a16="http://schemas.microsoft.com/office/drawing/2014/main" id="{FEFE3E56-9D21-40AC-8D01-C4BDF1817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2175" y="3890963"/>
            <a:ext cx="2635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8" name="Line 11">
            <a:extLst>
              <a:ext uri="{FF2B5EF4-FFF2-40B4-BE49-F238E27FC236}">
                <a16:creationId xmlns:a16="http://schemas.microsoft.com/office/drawing/2014/main" id="{8B5DFBE7-E5FA-4CB4-B7F8-53D86227C6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5" y="3697288"/>
            <a:ext cx="998538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0" name="Line 43">
            <a:extLst>
              <a:ext uri="{FF2B5EF4-FFF2-40B4-BE49-F238E27FC236}">
                <a16:creationId xmlns:a16="http://schemas.microsoft.com/office/drawing/2014/main" id="{4320316C-0373-4E4F-9EC2-C86A0DF89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404018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1" name="Line 44">
            <a:extLst>
              <a:ext uri="{FF2B5EF4-FFF2-40B4-BE49-F238E27FC236}">
                <a16:creationId xmlns:a16="http://schemas.microsoft.com/office/drawing/2014/main" id="{FF6BDC8D-0C9A-41BE-890A-B93880B7A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435133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8AD7443-020E-4320-A9C6-2F04E1972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3311525"/>
            <a:ext cx="35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162948A-DA25-4A0A-B7D1-197C13C63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3640138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46E06DE-9476-40CE-BAD0-E1A08F6FE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3533775"/>
            <a:ext cx="1289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sz="2000" b="1" baseline="30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(a,b,c)</a:t>
            </a:r>
            <a:endParaRPr lang="zh-CN" altLang="en-US" sz="2000" b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56A65B4-B7CB-46DC-BE3F-E833D75F9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397827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57D3C08-EA0D-4EE1-9390-39070B927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5088" y="3868738"/>
            <a:ext cx="1500187" cy="400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F</a:t>
            </a:r>
            <a:r>
              <a:rPr lang="en-US" altLang="zh-CN" sz="2000" b="1" baseline="300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D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(</a:t>
            </a:r>
            <a:r>
              <a:rPr lang="en-US" altLang="zh-CN" sz="2000" b="1" dirty="0" err="1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a’,b’,c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’)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8" name="AutoShape 6">
            <a:extLst>
              <a:ext uri="{FF2B5EF4-FFF2-40B4-BE49-F238E27FC236}">
                <a16:creationId xmlns:a16="http://schemas.microsoft.com/office/drawing/2014/main" id="{B8562A6E-691B-4C94-92F1-BAA94EA5F62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526213" y="3800475"/>
            <a:ext cx="482600" cy="709613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" name="AutoShape 37">
            <a:extLst>
              <a:ext uri="{FF2B5EF4-FFF2-40B4-BE49-F238E27FC236}">
                <a16:creationId xmlns:a16="http://schemas.microsoft.com/office/drawing/2014/main" id="{416083EA-4466-4786-BBEA-6784C8EFA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863" y="3533775"/>
            <a:ext cx="433387" cy="630238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" name="Line 11">
            <a:extLst>
              <a:ext uri="{FF2B5EF4-FFF2-40B4-BE49-F238E27FC236}">
                <a16:creationId xmlns:a16="http://schemas.microsoft.com/office/drawing/2014/main" id="{D0C98834-012D-4AAE-B745-A3C462ACD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0713" y="4098925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1" name="Line 12">
            <a:extLst>
              <a:ext uri="{FF2B5EF4-FFF2-40B4-BE49-F238E27FC236}">
                <a16:creationId xmlns:a16="http://schemas.microsoft.com/office/drawing/2014/main" id="{05EFA47A-40F3-4326-BE72-48092974B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5888" y="3829050"/>
            <a:ext cx="2635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2" name="Line 11">
            <a:extLst>
              <a:ext uri="{FF2B5EF4-FFF2-40B4-BE49-F238E27FC236}">
                <a16:creationId xmlns:a16="http://schemas.microsoft.com/office/drawing/2014/main" id="{1DB0F417-91CA-42DF-8238-26DCBFA382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3963" y="3635375"/>
            <a:ext cx="998537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3" name="Line 43">
            <a:extLst>
              <a:ext uri="{FF2B5EF4-FFF2-40B4-BE49-F238E27FC236}">
                <a16:creationId xmlns:a16="http://schemas.microsoft.com/office/drawing/2014/main" id="{F83D7E97-78FC-41F8-8DD1-BC8903881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6025" y="3978275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4" name="Line 44">
            <a:extLst>
              <a:ext uri="{FF2B5EF4-FFF2-40B4-BE49-F238E27FC236}">
                <a16:creationId xmlns:a16="http://schemas.microsoft.com/office/drawing/2014/main" id="{F9D89BB9-3227-4C3D-8C0D-81D9C8E65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6025" y="4289425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275A718-5743-4E39-9D1A-6E7923AEE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3232150"/>
            <a:ext cx="415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a'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65A1009-0ABA-4201-B6B3-0CBE65B51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578225"/>
            <a:ext cx="415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b'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9C315CE-45CE-4B22-8455-E1A972D7C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960813"/>
            <a:ext cx="398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c'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524DA6F-824B-4111-B9BB-AFC25584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150" y="2490788"/>
            <a:ext cx="13636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=(</a:t>
            </a:r>
            <a:r>
              <a:rPr lang="en-US" altLang="zh-CN" sz="2400" b="1" i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a+bc)’</a:t>
            </a:r>
            <a:endParaRPr lang="zh-CN" altLang="en-US" sz="180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AutoShape 6">
            <a:extLst>
              <a:ext uri="{FF2B5EF4-FFF2-40B4-BE49-F238E27FC236}">
                <a16:creationId xmlns:a16="http://schemas.microsoft.com/office/drawing/2014/main" id="{B80F16FC-AE6F-4F2D-8E3C-F728BFBAC61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106488" y="4973638"/>
            <a:ext cx="482600" cy="776287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Line 11">
            <a:extLst>
              <a:ext uri="{FF2B5EF4-FFF2-40B4-BE49-F238E27FC236}">
                <a16:creationId xmlns:a16="http://schemas.microsoft.com/office/drawing/2014/main" id="{AD553EE1-2D36-43AD-8916-40D6663B1C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9325" y="5648325"/>
            <a:ext cx="201613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12">
            <a:extLst>
              <a:ext uri="{FF2B5EF4-FFF2-40B4-BE49-F238E27FC236}">
                <a16:creationId xmlns:a16="http://schemas.microsoft.com/office/drawing/2014/main" id="{363F158F-27E4-4D2B-BC68-F7EDC63353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3225" y="5380038"/>
            <a:ext cx="2651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11">
            <a:extLst>
              <a:ext uri="{FF2B5EF4-FFF2-40B4-BE49-F238E27FC236}">
                <a16:creationId xmlns:a16="http://schemas.microsoft.com/office/drawing/2014/main" id="{52422C39-B053-4481-B868-F16393651D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113" y="5064125"/>
            <a:ext cx="841375" cy="476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AutoShape 37">
            <a:extLst>
              <a:ext uri="{FF2B5EF4-FFF2-40B4-BE49-F238E27FC236}">
                <a16:creationId xmlns:a16="http://schemas.microsoft.com/office/drawing/2014/main" id="{29464532-5C38-43E9-8AC2-3638FA24E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5334000"/>
            <a:ext cx="433388" cy="630238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Line 43">
            <a:extLst>
              <a:ext uri="{FF2B5EF4-FFF2-40B4-BE49-F238E27FC236}">
                <a16:creationId xmlns:a16="http://schemas.microsoft.com/office/drawing/2014/main" id="{BAC9FCF3-FEBE-4999-B0AA-DEBC8A23D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950" y="552926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44">
            <a:extLst>
              <a:ext uri="{FF2B5EF4-FFF2-40B4-BE49-F238E27FC236}">
                <a16:creationId xmlns:a16="http://schemas.microsoft.com/office/drawing/2014/main" id="{BE7CFC5F-FD29-46B4-AD51-2518D26C5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950" y="584041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C65D17-B04C-4745-BDB1-00D10B3C0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4800600"/>
            <a:ext cx="35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F6B4CC-F3BF-4513-B595-54B7DBD3A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5129213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C3A3C0-5E93-4233-9737-D9C450C4C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54673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FF8659-CFA3-4139-A57B-AA442D424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5024438"/>
            <a:ext cx="1236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F’(a,b,c)</a:t>
            </a:r>
            <a:endParaRPr lang="zh-CN" altLang="en-US" sz="2000" b="1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0CB8E3F2-79E4-421C-B86A-94209F24C48A}"/>
              </a:ext>
            </a:extLst>
          </p:cNvPr>
          <p:cNvSpPr/>
          <p:nvPr/>
        </p:nvSpPr>
        <p:spPr>
          <a:xfrm>
            <a:off x="1601788" y="5334000"/>
            <a:ext cx="90487" cy="1349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Line 11">
            <a:extLst>
              <a:ext uri="{FF2B5EF4-FFF2-40B4-BE49-F238E27FC236}">
                <a16:creationId xmlns:a16="http://schemas.microsoft.com/office/drawing/2014/main" id="{C9891664-5CB7-403E-B5B9-3A0835D471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0025" y="5738813"/>
            <a:ext cx="201613" cy="1587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9" name="Line 12">
            <a:extLst>
              <a:ext uri="{FF2B5EF4-FFF2-40B4-BE49-F238E27FC236}">
                <a16:creationId xmlns:a16="http://schemas.microsoft.com/office/drawing/2014/main" id="{6F8CAECF-299F-4AA7-916D-A5901F66D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3925" y="5470525"/>
            <a:ext cx="2651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0" name="Line 11">
            <a:extLst>
              <a:ext uri="{FF2B5EF4-FFF2-40B4-BE49-F238E27FC236}">
                <a16:creationId xmlns:a16="http://schemas.microsoft.com/office/drawing/2014/main" id="{9317A0AF-8505-4B83-A339-39036A42A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5813" y="5159375"/>
            <a:ext cx="931862" cy="127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" name="AutoShape 37">
            <a:extLst>
              <a:ext uri="{FF2B5EF4-FFF2-40B4-BE49-F238E27FC236}">
                <a16:creationId xmlns:a16="http://schemas.microsoft.com/office/drawing/2014/main" id="{F5CD1E45-0243-40C2-B05A-2AFEA8226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5424488"/>
            <a:ext cx="433388" cy="630237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Line 43">
            <a:extLst>
              <a:ext uri="{FF2B5EF4-FFF2-40B4-BE49-F238E27FC236}">
                <a16:creationId xmlns:a16="http://schemas.microsoft.com/office/drawing/2014/main" id="{512446CC-9339-4DD8-9233-B01CFE5763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5619750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" name="Line 44">
            <a:extLst>
              <a:ext uri="{FF2B5EF4-FFF2-40B4-BE49-F238E27FC236}">
                <a16:creationId xmlns:a16="http://schemas.microsoft.com/office/drawing/2014/main" id="{194EDE06-CD49-4EA2-A6F6-A078FC895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5930900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86E8B2-354F-46ED-A6AF-DACDEFCCC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4891088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7BA080-08B2-462B-BDA1-106584BCC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5219700"/>
            <a:ext cx="35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593E49-6499-4114-9ECD-D229559E5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555783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E869CD-C5F2-4D4D-B9E7-2E329412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263" y="5108575"/>
            <a:ext cx="1236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F’(a,b,c)</a:t>
            </a:r>
            <a:endParaRPr lang="zh-CN" altLang="en-US" sz="20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212CF941-E05A-4403-8E4B-4ECB7585E28B}"/>
              </a:ext>
            </a:extLst>
          </p:cNvPr>
          <p:cNvSpPr/>
          <p:nvPr/>
        </p:nvSpPr>
        <p:spPr>
          <a:xfrm>
            <a:off x="4168775" y="5694363"/>
            <a:ext cx="90488" cy="1349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9" name="AutoShape 37">
            <a:extLst>
              <a:ext uri="{FF2B5EF4-FFF2-40B4-BE49-F238E27FC236}">
                <a16:creationId xmlns:a16="http://schemas.microsoft.com/office/drawing/2014/main" id="{82684142-4661-4869-8309-4B796D00F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5" y="5108575"/>
            <a:ext cx="433388" cy="720725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56A023E0-5B04-49ED-BA8B-67B7F9654CF0}"/>
              </a:ext>
            </a:extLst>
          </p:cNvPr>
          <p:cNvSpPr/>
          <p:nvPr/>
        </p:nvSpPr>
        <p:spPr>
          <a:xfrm>
            <a:off x="4168775" y="5108575"/>
            <a:ext cx="90488" cy="1349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7D409F-CF9C-4E5B-A206-E4C309D31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4956175"/>
            <a:ext cx="1250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EC6D0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F’(a,b,c)</a:t>
            </a:r>
            <a:endParaRPr lang="zh-CN" altLang="en-US" sz="2000" b="1">
              <a:solidFill>
                <a:srgbClr val="EC6D0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AutoShape 6">
            <a:extLst>
              <a:ext uri="{FF2B5EF4-FFF2-40B4-BE49-F238E27FC236}">
                <a16:creationId xmlns:a16="http://schemas.microsoft.com/office/drawing/2014/main" id="{CD16F70E-6893-4BA3-8510-67DE13583B7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651625" y="5329238"/>
            <a:ext cx="482600" cy="709612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AutoShape 37">
            <a:extLst>
              <a:ext uri="{FF2B5EF4-FFF2-40B4-BE49-F238E27FC236}">
                <a16:creationId xmlns:a16="http://schemas.microsoft.com/office/drawing/2014/main" id="{146B502F-A175-4566-B9CC-84C36DC3B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275" y="5062538"/>
            <a:ext cx="433388" cy="630237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" name="Line 11">
            <a:extLst>
              <a:ext uri="{FF2B5EF4-FFF2-40B4-BE49-F238E27FC236}">
                <a16:creationId xmlns:a16="http://schemas.microsoft.com/office/drawing/2014/main" id="{9ED83831-E15B-4646-A731-25A279FDD8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6125" y="5627688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" name="Line 12">
            <a:extLst>
              <a:ext uri="{FF2B5EF4-FFF2-40B4-BE49-F238E27FC236}">
                <a16:creationId xmlns:a16="http://schemas.microsoft.com/office/drawing/2014/main" id="{2F632464-4DA8-4DD3-888C-D5BC03697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1300" y="5357813"/>
            <a:ext cx="2635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6" name="Line 11">
            <a:extLst>
              <a:ext uri="{FF2B5EF4-FFF2-40B4-BE49-F238E27FC236}">
                <a16:creationId xmlns:a16="http://schemas.microsoft.com/office/drawing/2014/main" id="{6C61EF6D-DEE8-4F34-BCA0-8E3A3AB1E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9375" y="5164138"/>
            <a:ext cx="998538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" name="Line 43">
            <a:extLst>
              <a:ext uri="{FF2B5EF4-FFF2-40B4-BE49-F238E27FC236}">
                <a16:creationId xmlns:a16="http://schemas.microsoft.com/office/drawing/2014/main" id="{D0C00727-A9AD-4B99-9F2D-083507C7C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1438" y="550703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" name="Line 44">
            <a:extLst>
              <a:ext uri="{FF2B5EF4-FFF2-40B4-BE49-F238E27FC236}">
                <a16:creationId xmlns:a16="http://schemas.microsoft.com/office/drawing/2014/main" id="{D8D83401-30FB-46CB-87A5-3866CB233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1438" y="581818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CEC8E8-D2DA-4E78-A9B4-C62E705BF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25" y="4778375"/>
            <a:ext cx="357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4D6CBE2-A4ED-43B1-BD95-51CE5A17E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25" y="5106988"/>
            <a:ext cx="357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EC141AF-B4B2-4855-A1C1-8497B7585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25" y="548957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01B7279A-9F8F-4226-AC03-95E6C08AC2CE}"/>
              </a:ext>
            </a:extLst>
          </p:cNvPr>
          <p:cNvSpPr/>
          <p:nvPr/>
        </p:nvSpPr>
        <p:spPr>
          <a:xfrm>
            <a:off x="6642100" y="5783263"/>
            <a:ext cx="90488" cy="1365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BE43E401-72AB-44D5-8AF1-B3D524C0E23A}"/>
              </a:ext>
            </a:extLst>
          </p:cNvPr>
          <p:cNvSpPr/>
          <p:nvPr/>
        </p:nvSpPr>
        <p:spPr>
          <a:xfrm>
            <a:off x="6642100" y="5468938"/>
            <a:ext cx="90488" cy="1349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21CAE509-FF8E-4C1A-9C24-1F32B497E1DC}"/>
              </a:ext>
            </a:extLst>
          </p:cNvPr>
          <p:cNvSpPr/>
          <p:nvPr/>
        </p:nvSpPr>
        <p:spPr>
          <a:xfrm>
            <a:off x="7316788" y="5108575"/>
            <a:ext cx="90487" cy="1349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BA523AE-A90E-430A-9EDD-861FD9D12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3416300"/>
            <a:ext cx="1250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EC6D0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F’(a,b,c)</a:t>
            </a:r>
            <a:endParaRPr lang="zh-CN" altLang="en-US" sz="2000" b="1">
              <a:solidFill>
                <a:srgbClr val="EC6D0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1933B7-DB05-193D-ED9A-EB61189D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233363"/>
            <a:ext cx="7772400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 dirty="0"/>
              <a:t>Exercise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E94D300A-D7AD-4E67-88CB-2F93283B39FE}"/>
              </a:ext>
            </a:extLst>
          </p:cNvPr>
          <p:cNvGraphicFramePr/>
          <p:nvPr/>
        </p:nvGraphicFramePr>
        <p:xfrm>
          <a:off x="1835696" y="1052736"/>
          <a:ext cx="6408712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675" name="日期占位符 3">
            <a:extLst>
              <a:ext uri="{FF2B5EF4-FFF2-40B4-BE49-F238E27FC236}">
                <a16:creationId xmlns:a16="http://schemas.microsoft.com/office/drawing/2014/main" id="{F423D3CA-E214-437E-A3CE-C274E73C82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827745E-D671-488E-A2E5-A3DA315FE37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28676" name="灯片编号占位符 5">
            <a:extLst>
              <a:ext uri="{FF2B5EF4-FFF2-40B4-BE49-F238E27FC236}">
                <a16:creationId xmlns:a16="http://schemas.microsoft.com/office/drawing/2014/main" id="{7AF5D82D-4382-4BAD-83DC-B08AE0BB33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0A54169D-E1DD-4036-98A6-E2C1E109DE8C}" type="slidenum">
              <a:rPr lang="zh-CN" altLang="en-US" sz="1100"/>
              <a:pPr/>
              <a:t>22</a:t>
            </a:fld>
            <a:endParaRPr lang="zh-CN" altLang="en-US" sz="1100"/>
          </a:p>
        </p:txBody>
      </p:sp>
      <p:sp>
        <p:nvSpPr>
          <p:cNvPr id="28677" name="标题 5">
            <a:extLst>
              <a:ext uri="{FF2B5EF4-FFF2-40B4-BE49-F238E27FC236}">
                <a16:creationId xmlns:a16="http://schemas.microsoft.com/office/drawing/2014/main" id="{A32C51A3-1F77-401F-96AA-C897637F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3838"/>
            <a:ext cx="8435975" cy="615950"/>
          </a:xfrm>
        </p:spPr>
        <p:txBody>
          <a:bodyPr/>
          <a:lstStyle/>
          <a:p>
            <a:r>
              <a:rPr lang="en-US" altLang="zh-CN"/>
              <a:t>Topic2</a:t>
            </a:r>
            <a:r>
              <a:rPr lang="zh-CN" altLang="en-US"/>
              <a:t>：</a:t>
            </a:r>
            <a:r>
              <a:rPr lang="en-US" altLang="zh-CN"/>
              <a:t> Principles for digital design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>
            <a:extLst>
              <a:ext uri="{FF2B5EF4-FFF2-40B4-BE49-F238E27FC236}">
                <a16:creationId xmlns:a16="http://schemas.microsoft.com/office/drawing/2014/main" id="{6615A6C7-D84B-4E6A-96C1-903218B6B8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C8871475-78D6-4895-89C9-AEE5B0A6D406}" type="slidenum">
              <a:rPr lang="zh-CN" altLang="en-US" sz="1100"/>
              <a:pPr/>
              <a:t>23</a:t>
            </a:fld>
            <a:endParaRPr lang="zh-CN" altLang="en-US" sz="1100" dirty="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D5B1605-8048-469D-9A04-F04382709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76200"/>
            <a:ext cx="8893175" cy="7620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/>
              <a:t>Description for Combinational Circuit</a:t>
            </a:r>
            <a:endParaRPr lang="en-US" altLang="zh-CN"/>
          </a:p>
        </p:txBody>
      </p:sp>
      <p:sp>
        <p:nvSpPr>
          <p:cNvPr id="29700" name="日期占位符 3">
            <a:extLst>
              <a:ext uri="{FF2B5EF4-FFF2-40B4-BE49-F238E27FC236}">
                <a16:creationId xmlns:a16="http://schemas.microsoft.com/office/drawing/2014/main" id="{C5B10BE8-05DA-429F-B738-DBF60633090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9AFF40DE-AB6B-41BD-B761-2255DABFB15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9224" name="矩形 8">
            <a:extLst>
              <a:ext uri="{FF2B5EF4-FFF2-40B4-BE49-F238E27FC236}">
                <a16:creationId xmlns:a16="http://schemas.microsoft.com/office/drawing/2014/main" id="{F97CBA8E-3155-4DD7-8A8F-5610642B5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08050"/>
            <a:ext cx="87487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                  which adds 2 binary digits (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X,Y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) and a carry(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Cin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) to give a sum(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) and a carry out(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Cout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) .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5FD570-AEF6-48C4-B983-048EFFEA7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08050"/>
            <a:ext cx="1738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Full adder 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F5E6DFF-3986-488D-9C0B-C32AA8E8E90A}"/>
              </a:ext>
            </a:extLst>
          </p:cNvPr>
          <p:cNvSpPr txBox="1">
            <a:spLocks noChangeArrowheads="1"/>
          </p:cNvSpPr>
          <p:nvPr/>
        </p:nvSpPr>
        <p:spPr>
          <a:xfrm>
            <a:off x="827088" y="3382963"/>
            <a:ext cx="1728787" cy="7191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  <a:defRPr/>
            </a:pPr>
            <a:r>
              <a:rPr lang="en-US" altLang="zh-CN" sz="2000" b="1" u="sng" dirty="0">
                <a:solidFill>
                  <a:srgbClr val="003399"/>
                </a:solidFill>
              </a:rPr>
              <a:t>Truth table</a:t>
            </a:r>
          </a:p>
          <a:p>
            <a:pPr>
              <a:lnSpc>
                <a:spcPct val="20000"/>
              </a:lnSpc>
              <a:buFontTx/>
              <a:buNone/>
              <a:defRPr/>
            </a:pPr>
            <a:endParaRPr lang="en-US" altLang="zh-CN" sz="2000" u="sng" dirty="0"/>
          </a:p>
          <a:p>
            <a:pPr marL="0" indent="0">
              <a:buFont typeface="Arial" pitchFamily="34" charset="0"/>
              <a:buNone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/>
              <a:t>X	Y	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	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	Sum</a:t>
            </a:r>
          </a:p>
        </p:txBody>
      </p:sp>
      <p:pic>
        <p:nvPicPr>
          <p:cNvPr id="54274" name="Picture 2">
            <a:extLst>
              <a:ext uri="{FF2B5EF4-FFF2-40B4-BE49-F238E27FC236}">
                <a16:creationId xmlns:a16="http://schemas.microsoft.com/office/drawing/2014/main" id="{79BF57F0-90C7-4C27-8553-87675BCCA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079625"/>
            <a:ext cx="22669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9144141-9E33-46CE-B1A0-B9F3D0184137}"/>
              </a:ext>
            </a:extLst>
          </p:cNvPr>
          <p:cNvCxnSpPr/>
          <p:nvPr/>
        </p:nvCxnSpPr>
        <p:spPr>
          <a:xfrm>
            <a:off x="1547813" y="3743325"/>
            <a:ext cx="0" cy="23764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C7FF42B-703A-4BB3-8081-E3D6D2201FDA}"/>
              </a:ext>
            </a:extLst>
          </p:cNvPr>
          <p:cNvCxnSpPr/>
          <p:nvPr/>
        </p:nvCxnSpPr>
        <p:spPr>
          <a:xfrm>
            <a:off x="827088" y="4030663"/>
            <a:ext cx="172878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6">
            <a:extLst>
              <a:ext uri="{FF2B5EF4-FFF2-40B4-BE49-F238E27FC236}">
                <a16:creationId xmlns:a16="http://schemas.microsoft.com/office/drawing/2014/main" id="{7977560A-6458-4CB3-83FF-12425C4B1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3068638"/>
            <a:ext cx="585787" cy="280987"/>
          </a:xfrm>
          <a:prstGeom prst="wedgeRoundRectCallout">
            <a:avLst>
              <a:gd name="adj1" fmla="val 42000"/>
              <a:gd name="adj2" fmla="val 19852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Input</a:t>
            </a:r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0C842CB9-A2ED-4732-9856-E595ABB7B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475" y="3068638"/>
            <a:ext cx="630238" cy="271462"/>
          </a:xfrm>
          <a:prstGeom prst="wedgeRoundRectCallout">
            <a:avLst>
              <a:gd name="adj1" fmla="val -29003"/>
              <a:gd name="adj2" fmla="val 224646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11282" name="Rectangle 6">
            <a:extLst>
              <a:ext uri="{FF2B5EF4-FFF2-40B4-BE49-F238E27FC236}">
                <a16:creationId xmlns:a16="http://schemas.microsoft.com/office/drawing/2014/main" id="{E2D164AA-4C64-4049-8881-41D01AAAA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3113" y="1773238"/>
            <a:ext cx="45894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2000" b="1" u="sng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Logical expression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 err="1">
                <a:latin typeface="微软雅黑" pitchFamily="34" charset="-122"/>
                <a:ea typeface="微软雅黑" pitchFamily="34" charset="-122"/>
              </a:rPr>
              <a:t>Cout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b="1" kern="0" dirty="0" err="1">
                <a:solidFill>
                  <a:srgbClr val="402000"/>
                </a:solidFill>
                <a:latin typeface="Arial Narrow"/>
              </a:rPr>
              <a:t>X’YCin + XY’Cin + XYCin</a:t>
            </a:r>
            <a:r>
              <a:rPr lang="en-US" altLang="zh-CN" b="1" kern="0" dirty="0">
                <a:solidFill>
                  <a:srgbClr val="402000"/>
                </a:solidFill>
                <a:latin typeface="Arial Narrow"/>
              </a:rPr>
              <a:t>’ + </a:t>
            </a:r>
            <a:r>
              <a:rPr lang="en-US" altLang="zh-CN" b="1" kern="0" dirty="0" err="1">
                <a:solidFill>
                  <a:srgbClr val="402000"/>
                </a:solidFill>
                <a:latin typeface="Arial Narrow"/>
              </a:rPr>
              <a:t>XYCin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Sum</a:t>
            </a:r>
            <a:r>
              <a:rPr lang="en-US" altLang="zh-CN" sz="1600" b="1" kern="0" dirty="0">
                <a:solidFill>
                  <a:srgbClr val="402000"/>
                </a:solidFill>
                <a:latin typeface="Arial Narrow"/>
              </a:rPr>
              <a:t>=(</a:t>
            </a:r>
            <a:r>
              <a:rPr lang="en-US" altLang="zh-CN" sz="1600" b="1" kern="0" dirty="0" err="1">
                <a:solidFill>
                  <a:srgbClr val="402000"/>
                </a:solidFill>
                <a:latin typeface="Arial Narrow"/>
              </a:rPr>
              <a:t>X+Y+Cin</a:t>
            </a:r>
            <a:r>
              <a:rPr lang="en-US" altLang="zh-CN" sz="1600" b="1" kern="0" dirty="0">
                <a:solidFill>
                  <a:srgbClr val="402000"/>
                </a:solidFill>
                <a:latin typeface="Arial Narrow"/>
              </a:rPr>
              <a:t>) (X+Y’+</a:t>
            </a:r>
            <a:r>
              <a:rPr lang="en-US" altLang="zh-CN" sz="1600" b="1" kern="0" dirty="0" err="1">
                <a:solidFill>
                  <a:srgbClr val="402000"/>
                </a:solidFill>
                <a:latin typeface="Arial Narrow"/>
              </a:rPr>
              <a:t>Cin</a:t>
            </a:r>
            <a:r>
              <a:rPr lang="en-US" altLang="zh-CN" sz="1600" b="1" kern="0" dirty="0">
                <a:solidFill>
                  <a:srgbClr val="402000"/>
                </a:solidFill>
                <a:latin typeface="Arial Narrow"/>
              </a:rPr>
              <a:t>’) (X’+</a:t>
            </a:r>
            <a:r>
              <a:rPr lang="en-US" altLang="zh-CN" sz="1600" b="1" kern="0" dirty="0" err="1">
                <a:solidFill>
                  <a:srgbClr val="402000"/>
                </a:solidFill>
                <a:latin typeface="Arial Narrow"/>
              </a:rPr>
              <a:t>Y+Cin</a:t>
            </a:r>
            <a:r>
              <a:rPr lang="en-US" altLang="zh-CN" sz="1600" b="1" kern="0" dirty="0">
                <a:solidFill>
                  <a:srgbClr val="402000"/>
                </a:solidFill>
                <a:latin typeface="Arial Narrow"/>
              </a:rPr>
              <a:t>’) (X’+Y’+</a:t>
            </a:r>
            <a:r>
              <a:rPr lang="en-US" altLang="zh-CN" sz="1600" b="1" kern="0" dirty="0" err="1">
                <a:solidFill>
                  <a:srgbClr val="402000"/>
                </a:solidFill>
                <a:latin typeface="Arial Narrow"/>
              </a:rPr>
              <a:t>Cin</a:t>
            </a:r>
            <a:r>
              <a:rPr lang="zh-CN" altLang="en-US" sz="1600" b="1" kern="0" dirty="0">
                <a:solidFill>
                  <a:srgbClr val="402000"/>
                </a:solidFill>
                <a:latin typeface="Arial Narrow"/>
              </a:rPr>
              <a:t>）</a:t>
            </a:r>
            <a:endParaRPr lang="en-US" altLang="zh-CN" b="1" kern="0" dirty="0" err="1">
              <a:solidFill>
                <a:srgbClr val="402000"/>
              </a:solidFill>
              <a:latin typeface="Arial Narrow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1EFFA8-A6CC-49A1-9D44-0D6F0FDC7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4030663"/>
            <a:ext cx="749300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	0	0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	0	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	1	0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	1	1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	0	0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	0	1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	1	0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	1	1	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FA06BA-2A1B-42E6-B974-048CA717781D}"/>
              </a:ext>
            </a:extLst>
          </p:cNvPr>
          <p:cNvSpPr/>
          <p:nvPr/>
        </p:nvSpPr>
        <p:spPr>
          <a:xfrm>
            <a:off x="1633538" y="5092700"/>
            <a:ext cx="1093787" cy="11271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charset="0"/>
              </a:rPr>
              <a:t>0	        1</a:t>
            </a:r>
          </a:p>
          <a:p>
            <a:pPr marL="342900" indent="-342900" eaLnBrk="1" hangingPunct="1">
              <a:lnSpc>
                <a:spcPct val="120000"/>
              </a:lnSpc>
              <a:buFontTx/>
              <a:buAutoNum type="arabicPlain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charset="0"/>
              </a:rPr>
              <a:t>    0</a:t>
            </a:r>
          </a:p>
          <a:p>
            <a:pPr marL="342900" indent="-342900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charset="0"/>
              </a:rPr>
              <a:t>1       	0</a:t>
            </a:r>
          </a:p>
          <a:p>
            <a:pPr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charset="0"/>
              </a:rPr>
              <a:t>1       	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BDE57D8-868F-4C5E-B72F-1BF320112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4067175"/>
            <a:ext cx="9906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0         0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3DE34E-39A9-4CCB-A50F-BE02DEB6B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318000"/>
            <a:ext cx="9890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0         1 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1A1CF3E-14F9-40F9-9757-2011732B1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4876800"/>
            <a:ext cx="8715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1         0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4824992-E935-48BC-8472-50AA1C39A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4606925"/>
            <a:ext cx="9906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0         1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C262E69-6985-47AB-8980-5A09DAD5E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63713"/>
            <a:ext cx="2206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u="sng">
                <a:solidFill>
                  <a:srgbClr val="003399"/>
                </a:solidFill>
              </a:rPr>
              <a:t>Logic Symbol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CDB7830-AC2B-4D8B-BE75-D02C91582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3754438"/>
            <a:ext cx="668337" cy="2419350"/>
          </a:xfrm>
          <a:prstGeom prst="rect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Row#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0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1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2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3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4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5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6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7</a:t>
            </a:r>
            <a:endParaRPr lang="zh-CN" altLang="en-US" dirty="0">
              <a:latin typeface="Arial" charset="0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D4B36242-87AF-4FA1-8A21-366A770EB920}"/>
              </a:ext>
            </a:extLst>
          </p:cNvPr>
          <p:cNvSpPr/>
          <p:nvPr/>
        </p:nvSpPr>
        <p:spPr>
          <a:xfrm>
            <a:off x="746125" y="4868863"/>
            <a:ext cx="1125538" cy="180975"/>
          </a:xfrm>
          <a:prstGeom prst="roundRect">
            <a:avLst/>
          </a:prstGeom>
          <a:solidFill>
            <a:srgbClr val="00B0F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15B13DFF-9479-4316-9C5E-E01587E8F3A7}"/>
              </a:ext>
            </a:extLst>
          </p:cNvPr>
          <p:cNvSpPr/>
          <p:nvPr/>
        </p:nvSpPr>
        <p:spPr>
          <a:xfrm>
            <a:off x="746125" y="5408613"/>
            <a:ext cx="1125538" cy="180975"/>
          </a:xfrm>
          <a:prstGeom prst="roundRect">
            <a:avLst/>
          </a:prstGeom>
          <a:solidFill>
            <a:srgbClr val="00B0F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F2F78BDE-C90E-4B18-B42E-8B0C1D9EAAC8}"/>
              </a:ext>
            </a:extLst>
          </p:cNvPr>
          <p:cNvSpPr/>
          <p:nvPr/>
        </p:nvSpPr>
        <p:spPr>
          <a:xfrm>
            <a:off x="746125" y="5634038"/>
            <a:ext cx="1125538" cy="180975"/>
          </a:xfrm>
          <a:prstGeom prst="roundRect">
            <a:avLst/>
          </a:prstGeom>
          <a:solidFill>
            <a:srgbClr val="00B0F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08828389-1700-4E90-B08D-75C2EECF8C3A}"/>
              </a:ext>
            </a:extLst>
          </p:cNvPr>
          <p:cNvSpPr/>
          <p:nvPr/>
        </p:nvSpPr>
        <p:spPr>
          <a:xfrm>
            <a:off x="746125" y="5903913"/>
            <a:ext cx="1125538" cy="180975"/>
          </a:xfrm>
          <a:prstGeom prst="roundRect">
            <a:avLst/>
          </a:prstGeom>
          <a:solidFill>
            <a:srgbClr val="00B0F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584003B-2B4F-400D-B694-422590C415C4}"/>
              </a:ext>
            </a:extLst>
          </p:cNvPr>
          <p:cNvSpPr/>
          <p:nvPr/>
        </p:nvSpPr>
        <p:spPr>
          <a:xfrm>
            <a:off x="792163" y="4103688"/>
            <a:ext cx="1620837" cy="18097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462AF6F7-381F-4279-94C3-33E35C11C37C}"/>
              </a:ext>
            </a:extLst>
          </p:cNvPr>
          <p:cNvSpPr/>
          <p:nvPr/>
        </p:nvSpPr>
        <p:spPr>
          <a:xfrm>
            <a:off x="792163" y="4868863"/>
            <a:ext cx="1619250" cy="18097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2F0A9F68-D0FA-47B2-9AFC-F17DF83E4DE9}"/>
              </a:ext>
            </a:extLst>
          </p:cNvPr>
          <p:cNvSpPr/>
          <p:nvPr/>
        </p:nvSpPr>
        <p:spPr>
          <a:xfrm>
            <a:off x="792163" y="5408613"/>
            <a:ext cx="1619250" cy="18097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5E2C91CF-1EFD-4A41-9C82-080B8B4D8406}"/>
              </a:ext>
            </a:extLst>
          </p:cNvPr>
          <p:cNvSpPr/>
          <p:nvPr/>
        </p:nvSpPr>
        <p:spPr>
          <a:xfrm>
            <a:off x="792163" y="5589588"/>
            <a:ext cx="1619250" cy="22542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BD8C83-06D2-404D-9544-2D104907D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2079625"/>
            <a:ext cx="1343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=∑(3,5,6,7)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FC6D9F-E3A1-4951-9A15-A9BEAC87A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2393950"/>
            <a:ext cx="1370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=∏(0,3,5,6)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AutoShape 6">
            <a:extLst>
              <a:ext uri="{FF2B5EF4-FFF2-40B4-BE49-F238E27FC236}">
                <a16:creationId xmlns:a16="http://schemas.microsoft.com/office/drawing/2014/main" id="{FFE9893B-6CDF-4423-828D-D06463674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675" y="1449388"/>
            <a:ext cx="1216025" cy="493712"/>
          </a:xfrm>
          <a:prstGeom prst="wedgeRoundRectCallout">
            <a:avLst>
              <a:gd name="adj1" fmla="val 42658"/>
              <a:gd name="adj2" fmla="val 87479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SOP (Sum of Products)</a:t>
            </a:r>
          </a:p>
        </p:txBody>
      </p:sp>
      <p:sp>
        <p:nvSpPr>
          <p:cNvPr id="47" name="AutoShape 6">
            <a:extLst>
              <a:ext uri="{FF2B5EF4-FFF2-40B4-BE49-F238E27FC236}">
                <a16:creationId xmlns:a16="http://schemas.microsoft.com/office/drawing/2014/main" id="{2DCF961A-6476-4671-86DE-A7813513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1449388"/>
            <a:ext cx="1287462" cy="493712"/>
          </a:xfrm>
          <a:prstGeom prst="wedgeRoundRectCallout">
            <a:avLst>
              <a:gd name="adj1" fmla="val 18824"/>
              <a:gd name="adj2" fmla="val 146925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POS(Products of Sum)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4A807-10F1-4276-BFFA-B2024E3A7B6A}"/>
              </a:ext>
            </a:extLst>
          </p:cNvPr>
          <p:cNvSpPr/>
          <p:nvPr/>
        </p:nvSpPr>
        <p:spPr>
          <a:xfrm>
            <a:off x="3313113" y="3016250"/>
            <a:ext cx="5614987" cy="3597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15000"/>
              </a:spcAft>
              <a:defRPr/>
            </a:pP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Summary for getting SOP from truth table:</a:t>
            </a:r>
          </a:p>
          <a:p>
            <a:pPr marL="285750" indent="-285750">
              <a:spcAft>
                <a:spcPct val="150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/>
              <a:t>Get an AND-OR expression by adding some products;</a:t>
            </a:r>
            <a:endParaRPr lang="zh-CN" altLang="zh-CN" sz="1600" dirty="0"/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1600" dirty="0"/>
              <a:t>Each </a:t>
            </a:r>
            <a:r>
              <a:rPr lang="en-US" altLang="zh-CN" sz="1600" b="1" dirty="0">
                <a:solidFill>
                  <a:srgbClr val="00B0F0"/>
                </a:solidFill>
              </a:rPr>
              <a:t>product</a:t>
            </a:r>
            <a:r>
              <a:rPr lang="en-US" altLang="zh-CN" sz="1600" dirty="0"/>
              <a:t> come from one input combination which </a:t>
            </a:r>
            <a:r>
              <a:rPr lang="en-US" altLang="zh-CN" sz="1600" b="1" dirty="0">
                <a:solidFill>
                  <a:srgbClr val="00B0F0"/>
                </a:solidFill>
              </a:rPr>
              <a:t>make the output is “1”;</a:t>
            </a:r>
            <a:endParaRPr lang="zh-CN" altLang="zh-CN" sz="1600" b="1" dirty="0">
              <a:solidFill>
                <a:srgbClr val="00B0F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1600" dirty="0"/>
              <a:t>For the</a:t>
            </a:r>
            <a:r>
              <a:rPr lang="en-US" altLang="zh-CN" sz="1600" b="1" dirty="0">
                <a:solidFill>
                  <a:srgbClr val="00B0F0"/>
                </a:solidFill>
              </a:rPr>
              <a:t> input </a:t>
            </a:r>
            <a:r>
              <a:rPr lang="en-US" altLang="zh-CN" sz="1600" dirty="0"/>
              <a:t>combination, using </a:t>
            </a:r>
            <a:r>
              <a:rPr lang="en-US" altLang="zh-CN" sz="1600" b="1" dirty="0">
                <a:solidFill>
                  <a:srgbClr val="00B0F0"/>
                </a:solidFill>
              </a:rPr>
              <a:t>original signal for ‘1’ </a:t>
            </a:r>
            <a:r>
              <a:rPr lang="en-US" altLang="zh-CN" sz="1600" dirty="0"/>
              <a:t>and complemented signal for “0”;</a:t>
            </a:r>
            <a:endParaRPr lang="zh-CN" altLang="zh-CN" sz="1600" dirty="0"/>
          </a:p>
          <a:p>
            <a:pPr>
              <a:spcAft>
                <a:spcPct val="15000"/>
              </a:spcAft>
              <a:defRPr/>
            </a:pP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Summary for getting POS from truth table: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1600" dirty="0"/>
              <a:t>Get an OR-AND expression by multiplying some sums;</a:t>
            </a:r>
            <a:endParaRPr lang="zh-CN" altLang="zh-CN" sz="1600" dirty="0"/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1600" dirty="0"/>
              <a:t>Each </a:t>
            </a:r>
            <a:r>
              <a:rPr lang="en-US" altLang="zh-CN" sz="1600" b="1" dirty="0">
                <a:solidFill>
                  <a:srgbClr val="FF0000"/>
                </a:solidFill>
              </a:rPr>
              <a:t>sum</a:t>
            </a:r>
            <a:r>
              <a:rPr lang="en-US" altLang="zh-CN" sz="1600" dirty="0"/>
              <a:t> come from one input combination which make the </a:t>
            </a:r>
            <a:r>
              <a:rPr lang="en-US" altLang="zh-CN" sz="1600" b="1" dirty="0">
                <a:solidFill>
                  <a:srgbClr val="FF0000"/>
                </a:solidFill>
              </a:rPr>
              <a:t>output is “0”;</a:t>
            </a:r>
            <a:endParaRPr lang="zh-CN" altLang="zh-CN" sz="16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1600" dirty="0"/>
              <a:t>For the </a:t>
            </a:r>
            <a:r>
              <a:rPr lang="en-US" altLang="zh-CN" sz="1600" b="1" dirty="0">
                <a:solidFill>
                  <a:srgbClr val="FF0000"/>
                </a:solidFill>
              </a:rPr>
              <a:t>input</a:t>
            </a:r>
            <a:r>
              <a:rPr lang="en-US" altLang="zh-CN" sz="1600" dirty="0"/>
              <a:t> combination, using </a:t>
            </a:r>
            <a:r>
              <a:rPr lang="en-US" altLang="zh-CN" sz="1600" b="1" dirty="0">
                <a:solidFill>
                  <a:srgbClr val="FF0000"/>
                </a:solidFill>
              </a:rPr>
              <a:t>original signal for ‘0’ </a:t>
            </a:r>
            <a:r>
              <a:rPr lang="en-US" altLang="zh-CN" sz="1600" dirty="0"/>
              <a:t>and complemented signal for “1”;</a:t>
            </a:r>
            <a:endParaRPr lang="zh-CN" altLang="zh-CN" sz="1600" dirty="0"/>
          </a:p>
          <a:p>
            <a:pPr>
              <a:spcAft>
                <a:spcPct val="15000"/>
              </a:spcAft>
              <a:defRPr/>
            </a:pPr>
            <a:endParaRPr lang="en-US" altLang="zh-CN" sz="2400" b="1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>
            <a:extLst>
              <a:ext uri="{FF2B5EF4-FFF2-40B4-BE49-F238E27FC236}">
                <a16:creationId xmlns:a16="http://schemas.microsoft.com/office/drawing/2014/main" id="{65D9FB88-E996-466D-A0C1-F8BC11B3E5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252977DC-4284-4E5C-870A-7C56E8260147}" type="slidenum">
              <a:rPr lang="zh-CN" altLang="en-US" sz="1100"/>
              <a:pPr/>
              <a:t>24</a:t>
            </a:fld>
            <a:endParaRPr lang="zh-CN" altLang="en-US" sz="11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5D20917-D35F-4F8F-AE10-AB93F1B6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76200"/>
            <a:ext cx="8893175" cy="7620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/>
              <a:t>Description for Combinational Circuit</a:t>
            </a:r>
            <a:endParaRPr lang="en-US" altLang="zh-CN"/>
          </a:p>
        </p:txBody>
      </p:sp>
      <p:sp>
        <p:nvSpPr>
          <p:cNvPr id="30724" name="日期占位符 3">
            <a:extLst>
              <a:ext uri="{FF2B5EF4-FFF2-40B4-BE49-F238E27FC236}">
                <a16:creationId xmlns:a16="http://schemas.microsoft.com/office/drawing/2014/main" id="{CBE558CD-8F71-43A7-9508-619B1FE46EB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A60C75A7-0199-47A1-8D39-119E2E57B217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0725" name="矩形 8">
            <a:extLst>
              <a:ext uri="{FF2B5EF4-FFF2-40B4-BE49-F238E27FC236}">
                <a16:creationId xmlns:a16="http://schemas.microsoft.com/office/drawing/2014/main" id="{8BBD12A4-C651-4D31-98AF-33CEFC37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08050"/>
            <a:ext cx="87487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                  which adds 2 binary digits (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X,Y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) and a carry(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Cin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) to give a sum(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) and a carry out(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Cout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) .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矩形 12">
            <a:extLst>
              <a:ext uri="{FF2B5EF4-FFF2-40B4-BE49-F238E27FC236}">
                <a16:creationId xmlns:a16="http://schemas.microsoft.com/office/drawing/2014/main" id="{FF8B480C-901C-43FB-B708-12B89A3B4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08050"/>
            <a:ext cx="1738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Full adder 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4AA8F8B-708A-4945-9316-ED79F246D239}"/>
              </a:ext>
            </a:extLst>
          </p:cNvPr>
          <p:cNvSpPr txBox="1">
            <a:spLocks noChangeArrowheads="1"/>
          </p:cNvSpPr>
          <p:nvPr/>
        </p:nvSpPr>
        <p:spPr>
          <a:xfrm>
            <a:off x="827088" y="3382963"/>
            <a:ext cx="1728787" cy="7191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  <a:defRPr/>
            </a:pPr>
            <a:r>
              <a:rPr lang="en-US" altLang="zh-CN" sz="2000" b="1" u="sng" dirty="0">
                <a:solidFill>
                  <a:srgbClr val="003399"/>
                </a:solidFill>
              </a:rPr>
              <a:t>Truth table</a:t>
            </a:r>
          </a:p>
          <a:p>
            <a:pPr>
              <a:lnSpc>
                <a:spcPct val="20000"/>
              </a:lnSpc>
              <a:buFontTx/>
              <a:buNone/>
              <a:defRPr/>
            </a:pPr>
            <a:endParaRPr lang="en-US" altLang="zh-CN" sz="2000" u="sng" dirty="0"/>
          </a:p>
          <a:p>
            <a:pPr marL="0" indent="0">
              <a:buFont typeface="Arial" pitchFamily="34" charset="0"/>
              <a:buNone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/>
              <a:t>X	Y	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	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	Sum</a:t>
            </a:r>
          </a:p>
        </p:txBody>
      </p:sp>
      <p:pic>
        <p:nvPicPr>
          <p:cNvPr id="30728" name="Picture 2">
            <a:extLst>
              <a:ext uri="{FF2B5EF4-FFF2-40B4-BE49-F238E27FC236}">
                <a16:creationId xmlns:a16="http://schemas.microsoft.com/office/drawing/2014/main" id="{78493A26-7D7F-44CF-97B2-13A4B7C71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079625"/>
            <a:ext cx="22669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181D04D-ED9D-411E-8EAA-626C0DE49756}"/>
              </a:ext>
            </a:extLst>
          </p:cNvPr>
          <p:cNvCxnSpPr/>
          <p:nvPr/>
        </p:nvCxnSpPr>
        <p:spPr>
          <a:xfrm>
            <a:off x="1547813" y="3743325"/>
            <a:ext cx="0" cy="23764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C53A2CF-BA79-4EB9-BA0D-A3E25554ED3F}"/>
              </a:ext>
            </a:extLst>
          </p:cNvPr>
          <p:cNvCxnSpPr/>
          <p:nvPr/>
        </p:nvCxnSpPr>
        <p:spPr>
          <a:xfrm>
            <a:off x="827088" y="4030663"/>
            <a:ext cx="172878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6">
            <a:extLst>
              <a:ext uri="{FF2B5EF4-FFF2-40B4-BE49-F238E27FC236}">
                <a16:creationId xmlns:a16="http://schemas.microsoft.com/office/drawing/2014/main" id="{E0551D8F-5E87-4ADC-B7A1-B5BB4502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3068638"/>
            <a:ext cx="585787" cy="280987"/>
          </a:xfrm>
          <a:prstGeom prst="wedgeRoundRectCallout">
            <a:avLst>
              <a:gd name="adj1" fmla="val 42000"/>
              <a:gd name="adj2" fmla="val 19852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Input</a:t>
            </a:r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335103B1-F308-4281-8671-8D8F8686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475" y="3068638"/>
            <a:ext cx="630238" cy="271462"/>
          </a:xfrm>
          <a:prstGeom prst="wedgeRoundRectCallout">
            <a:avLst>
              <a:gd name="adj1" fmla="val -29003"/>
              <a:gd name="adj2" fmla="val 224646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11282" name="Rectangle 6">
            <a:extLst>
              <a:ext uri="{FF2B5EF4-FFF2-40B4-BE49-F238E27FC236}">
                <a16:creationId xmlns:a16="http://schemas.microsoft.com/office/drawing/2014/main" id="{13A77F08-A09C-4732-94FF-EDFD5966A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3113" y="1773238"/>
            <a:ext cx="45894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2000" b="1" u="sng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Logical expression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 err="1">
                <a:latin typeface="微软雅黑" pitchFamily="34" charset="-122"/>
                <a:ea typeface="微软雅黑" pitchFamily="34" charset="-122"/>
              </a:rPr>
              <a:t>Cout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b="1" kern="0" dirty="0" err="1">
                <a:solidFill>
                  <a:srgbClr val="402000"/>
                </a:solidFill>
                <a:latin typeface="Arial Narrow"/>
              </a:rPr>
              <a:t>X’YCin + XY’Cin + XYCin</a:t>
            </a:r>
            <a:r>
              <a:rPr lang="en-US" altLang="zh-CN" b="1" kern="0" dirty="0">
                <a:solidFill>
                  <a:srgbClr val="402000"/>
                </a:solidFill>
                <a:latin typeface="Arial Narrow"/>
              </a:rPr>
              <a:t>’ + </a:t>
            </a:r>
            <a:r>
              <a:rPr lang="en-US" altLang="zh-CN" b="1" kern="0" dirty="0" err="1">
                <a:solidFill>
                  <a:srgbClr val="402000"/>
                </a:solidFill>
                <a:latin typeface="Arial Narrow"/>
              </a:rPr>
              <a:t>XYCin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Sum</a:t>
            </a:r>
            <a:r>
              <a:rPr lang="en-US" altLang="zh-CN" sz="1600" b="1" kern="0" dirty="0">
                <a:solidFill>
                  <a:srgbClr val="402000"/>
                </a:solidFill>
                <a:latin typeface="Arial Narrow"/>
              </a:rPr>
              <a:t>=(</a:t>
            </a:r>
            <a:r>
              <a:rPr lang="en-US" altLang="zh-CN" sz="1600" b="1" kern="0" dirty="0" err="1">
                <a:solidFill>
                  <a:srgbClr val="402000"/>
                </a:solidFill>
                <a:latin typeface="Arial Narrow"/>
              </a:rPr>
              <a:t>X+Y+Cin</a:t>
            </a:r>
            <a:r>
              <a:rPr lang="en-US" altLang="zh-CN" sz="1600" b="1" kern="0" dirty="0">
                <a:solidFill>
                  <a:srgbClr val="402000"/>
                </a:solidFill>
                <a:latin typeface="Arial Narrow"/>
              </a:rPr>
              <a:t>) (</a:t>
            </a:r>
            <a:r>
              <a:rPr lang="en-US" altLang="zh-CN" sz="1600" b="1" kern="0" dirty="0" err="1">
                <a:solidFill>
                  <a:srgbClr val="402000"/>
                </a:solidFill>
                <a:latin typeface="Arial Narrow"/>
              </a:rPr>
              <a:t>X+Y’+Cin</a:t>
            </a:r>
            <a:r>
              <a:rPr lang="en-US" altLang="zh-CN" sz="1600" b="1" kern="0" dirty="0">
                <a:solidFill>
                  <a:srgbClr val="402000"/>
                </a:solidFill>
                <a:latin typeface="Arial Narrow"/>
              </a:rPr>
              <a:t>’) (</a:t>
            </a:r>
            <a:r>
              <a:rPr lang="en-US" altLang="zh-CN" sz="1600" b="1" kern="0" dirty="0" err="1">
                <a:solidFill>
                  <a:srgbClr val="402000"/>
                </a:solidFill>
                <a:latin typeface="Arial Narrow"/>
              </a:rPr>
              <a:t>X’+Y+Cin</a:t>
            </a:r>
            <a:r>
              <a:rPr lang="en-US" altLang="zh-CN" sz="1600" b="1" kern="0" dirty="0">
                <a:solidFill>
                  <a:srgbClr val="402000"/>
                </a:solidFill>
                <a:latin typeface="Arial Narrow"/>
              </a:rPr>
              <a:t>’) (</a:t>
            </a:r>
            <a:r>
              <a:rPr lang="en-US" altLang="zh-CN" sz="1600" b="1" kern="0" dirty="0" err="1">
                <a:solidFill>
                  <a:srgbClr val="402000"/>
                </a:solidFill>
                <a:latin typeface="Arial Narrow"/>
              </a:rPr>
              <a:t>X’+Y’+Cin</a:t>
            </a:r>
            <a:r>
              <a:rPr lang="zh-CN" altLang="en-US" sz="1600" b="1" kern="0" dirty="0">
                <a:solidFill>
                  <a:srgbClr val="402000"/>
                </a:solidFill>
                <a:latin typeface="Arial Narrow"/>
              </a:rPr>
              <a:t>）</a:t>
            </a:r>
            <a:endParaRPr lang="en-US" altLang="zh-CN" b="1" kern="0" dirty="0" err="1">
              <a:solidFill>
                <a:srgbClr val="402000"/>
              </a:solidFill>
              <a:latin typeface="Arial Narrow"/>
            </a:endParaRP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34" name="矩形 18">
            <a:extLst>
              <a:ext uri="{FF2B5EF4-FFF2-40B4-BE49-F238E27FC236}">
                <a16:creationId xmlns:a16="http://schemas.microsoft.com/office/drawing/2014/main" id="{3D61B499-329E-4026-BA10-638C3E21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030663"/>
            <a:ext cx="882008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	0	0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	0	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	1	0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	1	1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	0	0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	0	1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	1	0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	1	1	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ACBAC6-B5B8-4490-95D3-1DEAEBF7B4B5}"/>
              </a:ext>
            </a:extLst>
          </p:cNvPr>
          <p:cNvSpPr/>
          <p:nvPr/>
        </p:nvSpPr>
        <p:spPr>
          <a:xfrm>
            <a:off x="1633538" y="5092700"/>
            <a:ext cx="958850" cy="11271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charset="0"/>
              </a:rPr>
              <a:t>0	        1</a:t>
            </a:r>
          </a:p>
          <a:p>
            <a:pPr marL="342900" indent="-342900" eaLnBrk="1" hangingPunct="1">
              <a:lnSpc>
                <a:spcPct val="120000"/>
              </a:lnSpc>
              <a:buFontTx/>
              <a:buAutoNum type="arabicPlain"/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charset="0"/>
              </a:rPr>
              <a:t>    0</a:t>
            </a:r>
          </a:p>
          <a:p>
            <a:pPr marL="342900" indent="-342900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charset="0"/>
              </a:rPr>
              <a:t>1       	0</a:t>
            </a:r>
          </a:p>
          <a:p>
            <a:pPr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charset="0"/>
              </a:rPr>
              <a:t>1       	1</a:t>
            </a:r>
          </a:p>
        </p:txBody>
      </p:sp>
      <p:sp>
        <p:nvSpPr>
          <p:cNvPr id="30736" name="矩形 28">
            <a:extLst>
              <a:ext uri="{FF2B5EF4-FFF2-40B4-BE49-F238E27FC236}">
                <a16:creationId xmlns:a16="http://schemas.microsoft.com/office/drawing/2014/main" id="{BEC5D30D-F7DB-4DF7-9B48-F57CAC39F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4067175"/>
            <a:ext cx="6461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0         0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7" name="矩形 29">
            <a:extLst>
              <a:ext uri="{FF2B5EF4-FFF2-40B4-BE49-F238E27FC236}">
                <a16:creationId xmlns:a16="http://schemas.microsoft.com/office/drawing/2014/main" id="{8E3A026F-0AB8-4027-9187-21EB6AA81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318000"/>
            <a:ext cx="8080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0         1 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8" name="矩形 30">
            <a:extLst>
              <a:ext uri="{FF2B5EF4-FFF2-40B4-BE49-F238E27FC236}">
                <a16:creationId xmlns:a16="http://schemas.microsoft.com/office/drawing/2014/main" id="{064668B3-647A-4C1E-BEF7-95B026A3F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4876800"/>
            <a:ext cx="6461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1         0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9" name="矩形 31">
            <a:extLst>
              <a:ext uri="{FF2B5EF4-FFF2-40B4-BE49-F238E27FC236}">
                <a16:creationId xmlns:a16="http://schemas.microsoft.com/office/drawing/2014/main" id="{A6083524-9C48-4959-8FA6-4B58CD254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4606925"/>
            <a:ext cx="7921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0         1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0" name="矩形 32">
            <a:extLst>
              <a:ext uri="{FF2B5EF4-FFF2-40B4-BE49-F238E27FC236}">
                <a16:creationId xmlns:a16="http://schemas.microsoft.com/office/drawing/2014/main" id="{54FAB935-BD7A-45A2-9A17-029ABB058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63713"/>
            <a:ext cx="2206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u="sng">
                <a:solidFill>
                  <a:srgbClr val="003399"/>
                </a:solidFill>
              </a:rPr>
              <a:t>Logic Symbol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5E413DB-93DA-49C2-B297-DA7C34ED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3754438"/>
            <a:ext cx="668337" cy="2419350"/>
          </a:xfrm>
          <a:prstGeom prst="rect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Row#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0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1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2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3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4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5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6</a:t>
            </a:r>
          </a:p>
          <a:p>
            <a:pPr algn="r" eaLnBrk="1" hangingPunct="1">
              <a:lnSpc>
                <a:spcPct val="120000"/>
              </a:lnSpc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charset="0"/>
              </a:rPr>
              <a:t>7</a:t>
            </a:r>
            <a:endParaRPr lang="zh-CN" altLang="en-US" dirty="0">
              <a:latin typeface="Arial" charset="0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03FE2BD6-42BC-4A54-AC01-A31C44D6E743}"/>
              </a:ext>
            </a:extLst>
          </p:cNvPr>
          <p:cNvSpPr/>
          <p:nvPr/>
        </p:nvSpPr>
        <p:spPr>
          <a:xfrm>
            <a:off x="746125" y="4868863"/>
            <a:ext cx="1125538" cy="180975"/>
          </a:xfrm>
          <a:prstGeom prst="roundRect">
            <a:avLst/>
          </a:prstGeom>
          <a:solidFill>
            <a:srgbClr val="00B0F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E8F63DF-F629-406F-B546-BBD6BB5654D6}"/>
              </a:ext>
            </a:extLst>
          </p:cNvPr>
          <p:cNvSpPr/>
          <p:nvPr/>
        </p:nvSpPr>
        <p:spPr>
          <a:xfrm>
            <a:off x="746125" y="5408613"/>
            <a:ext cx="1125538" cy="180975"/>
          </a:xfrm>
          <a:prstGeom prst="roundRect">
            <a:avLst/>
          </a:prstGeom>
          <a:solidFill>
            <a:srgbClr val="00B0F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D0D59F1-0821-497C-A697-5435B1A47D5F}"/>
              </a:ext>
            </a:extLst>
          </p:cNvPr>
          <p:cNvSpPr/>
          <p:nvPr/>
        </p:nvSpPr>
        <p:spPr>
          <a:xfrm>
            <a:off x="746125" y="5634038"/>
            <a:ext cx="1125538" cy="180975"/>
          </a:xfrm>
          <a:prstGeom prst="roundRect">
            <a:avLst/>
          </a:prstGeom>
          <a:solidFill>
            <a:srgbClr val="00B0F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DB1DE734-4B27-42B5-B536-A715E0F3A5AD}"/>
              </a:ext>
            </a:extLst>
          </p:cNvPr>
          <p:cNvSpPr/>
          <p:nvPr/>
        </p:nvSpPr>
        <p:spPr>
          <a:xfrm>
            <a:off x="746125" y="5903913"/>
            <a:ext cx="1125538" cy="180975"/>
          </a:xfrm>
          <a:prstGeom prst="roundRect">
            <a:avLst/>
          </a:prstGeom>
          <a:solidFill>
            <a:srgbClr val="00B0F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56379E57-61DC-4277-BE32-F1774F11BB39}"/>
              </a:ext>
            </a:extLst>
          </p:cNvPr>
          <p:cNvSpPr/>
          <p:nvPr/>
        </p:nvSpPr>
        <p:spPr>
          <a:xfrm>
            <a:off x="792163" y="4103688"/>
            <a:ext cx="1620837" cy="18097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15599734-09AB-4C32-978B-08C9B88A6C1F}"/>
              </a:ext>
            </a:extLst>
          </p:cNvPr>
          <p:cNvSpPr/>
          <p:nvPr/>
        </p:nvSpPr>
        <p:spPr>
          <a:xfrm>
            <a:off x="792163" y="4868863"/>
            <a:ext cx="1619250" cy="18097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69AC1EC3-C290-4AD5-9B42-FD0460598A6F}"/>
              </a:ext>
            </a:extLst>
          </p:cNvPr>
          <p:cNvSpPr/>
          <p:nvPr/>
        </p:nvSpPr>
        <p:spPr>
          <a:xfrm>
            <a:off x="792163" y="5408613"/>
            <a:ext cx="1619250" cy="18097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7EC86DC8-4389-49C8-B239-E3A2A093554E}"/>
              </a:ext>
            </a:extLst>
          </p:cNvPr>
          <p:cNvSpPr/>
          <p:nvPr/>
        </p:nvSpPr>
        <p:spPr>
          <a:xfrm>
            <a:off x="792163" y="5589588"/>
            <a:ext cx="1619250" cy="22542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0750" name="TextBox 33">
            <a:extLst>
              <a:ext uri="{FF2B5EF4-FFF2-40B4-BE49-F238E27FC236}">
                <a16:creationId xmlns:a16="http://schemas.microsoft.com/office/drawing/2014/main" id="{68825A54-171D-4D53-84BA-7457549E1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2079625"/>
            <a:ext cx="1343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=∑(3,5,6,7)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1" name="TextBox 43">
            <a:extLst>
              <a:ext uri="{FF2B5EF4-FFF2-40B4-BE49-F238E27FC236}">
                <a16:creationId xmlns:a16="http://schemas.microsoft.com/office/drawing/2014/main" id="{1119A476-5036-421F-AA0B-D31C6BC2D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2393950"/>
            <a:ext cx="1370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=∏(0,3,5,6)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2" name="矩形 44">
            <a:extLst>
              <a:ext uri="{FF2B5EF4-FFF2-40B4-BE49-F238E27FC236}">
                <a16:creationId xmlns:a16="http://schemas.microsoft.com/office/drawing/2014/main" id="{219B35DE-CC1B-4624-9AF1-E69510D79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AutoShape 6">
            <a:extLst>
              <a:ext uri="{FF2B5EF4-FFF2-40B4-BE49-F238E27FC236}">
                <a16:creationId xmlns:a16="http://schemas.microsoft.com/office/drawing/2014/main" id="{826FC2A7-8D29-4F01-8DB7-EC4529404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675" y="1449388"/>
            <a:ext cx="1216025" cy="493712"/>
          </a:xfrm>
          <a:prstGeom prst="wedgeRoundRectCallout">
            <a:avLst>
              <a:gd name="adj1" fmla="val 42658"/>
              <a:gd name="adj2" fmla="val 87479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SOP (Sum of Products)</a:t>
            </a:r>
          </a:p>
        </p:txBody>
      </p:sp>
      <p:sp>
        <p:nvSpPr>
          <p:cNvPr id="47" name="AutoShape 6">
            <a:extLst>
              <a:ext uri="{FF2B5EF4-FFF2-40B4-BE49-F238E27FC236}">
                <a16:creationId xmlns:a16="http://schemas.microsoft.com/office/drawing/2014/main" id="{EE43600A-36D0-47F7-8DD0-BFB9DCAEF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1449388"/>
            <a:ext cx="1287462" cy="493712"/>
          </a:xfrm>
          <a:prstGeom prst="wedgeRoundRectCallout">
            <a:avLst>
              <a:gd name="adj1" fmla="val 18824"/>
              <a:gd name="adj2" fmla="val 146925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POS(Products of Sum)</a:t>
            </a: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46F35CC3-6406-45EA-AB1E-B8AFDA352871}"/>
              </a:ext>
            </a:extLst>
          </p:cNvPr>
          <p:cNvGrpSpPr>
            <a:grpSpLocks/>
          </p:cNvGrpSpPr>
          <p:nvPr/>
        </p:nvGrpSpPr>
        <p:grpSpPr bwMode="auto">
          <a:xfrm>
            <a:off x="3041650" y="3498850"/>
            <a:ext cx="2376488" cy="1101725"/>
            <a:chOff x="1805" y="1567"/>
            <a:chExt cx="1525" cy="694"/>
          </a:xfrm>
        </p:grpSpPr>
        <p:grpSp>
          <p:nvGrpSpPr>
            <p:cNvPr id="30801" name="Group 24">
              <a:extLst>
                <a:ext uri="{FF2B5EF4-FFF2-40B4-BE49-F238E27FC236}">
                  <a16:creationId xmlns:a16="http://schemas.microsoft.com/office/drawing/2014/main" id="{844F5FC9-0B3A-4FCC-BF68-8EC6BCBB3F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2" y="1618"/>
              <a:ext cx="1346" cy="636"/>
              <a:chOff x="477" y="3106"/>
              <a:chExt cx="1346" cy="636"/>
            </a:xfrm>
          </p:grpSpPr>
          <p:sp>
            <p:nvSpPr>
              <p:cNvPr id="30807" name="Line 25">
                <a:extLst>
                  <a:ext uri="{FF2B5EF4-FFF2-40B4-BE49-F238E27FC236}">
                    <a16:creationId xmlns:a16="http://schemas.microsoft.com/office/drawing/2014/main" id="{B9862A6F-4068-4BB8-966B-558E2EDD9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7" y="3566"/>
                <a:ext cx="109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808" name="Line 26">
                <a:extLst>
                  <a:ext uri="{FF2B5EF4-FFF2-40B4-BE49-F238E27FC236}">
                    <a16:creationId xmlns:a16="http://schemas.microsoft.com/office/drawing/2014/main" id="{E65F7200-16FE-4E49-9CC7-00ED29A6A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2" y="3367"/>
                <a:ext cx="0" cy="34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809" name="Rectangle 29">
                <a:extLst>
                  <a:ext uri="{FF2B5EF4-FFF2-40B4-BE49-F238E27FC236}">
                    <a16:creationId xmlns:a16="http://schemas.microsoft.com/office/drawing/2014/main" id="{B2B74B14-B5AF-42F5-B9AC-17E1D48A86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17" y="3367"/>
                <a:ext cx="1106" cy="369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18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0810" name="Line 30">
                <a:extLst>
                  <a:ext uri="{FF2B5EF4-FFF2-40B4-BE49-F238E27FC236}">
                    <a16:creationId xmlns:a16="http://schemas.microsoft.com/office/drawing/2014/main" id="{101DAA82-AD37-47FA-9E8C-8B04B1103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7" y="3106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811" name="Line 26">
                <a:extLst>
                  <a:ext uri="{FF2B5EF4-FFF2-40B4-BE49-F238E27FC236}">
                    <a16:creationId xmlns:a16="http://schemas.microsoft.com/office/drawing/2014/main" id="{87D1846C-D35D-49CB-B747-74F94EB5C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" y="3373"/>
                <a:ext cx="0" cy="36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812" name="Line 26">
                <a:extLst>
                  <a:ext uri="{FF2B5EF4-FFF2-40B4-BE49-F238E27FC236}">
                    <a16:creationId xmlns:a16="http://schemas.microsoft.com/office/drawing/2014/main" id="{519143C9-B39D-475D-90C4-49B00F31AB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3373"/>
                <a:ext cx="0" cy="36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802" name="Text Box 31">
              <a:extLst>
                <a:ext uri="{FF2B5EF4-FFF2-40B4-BE49-F238E27FC236}">
                  <a16:creationId xmlns:a16="http://schemas.microsoft.com/office/drawing/2014/main" id="{3368E724-406A-492F-8A48-8E82F1A20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59"/>
              <a:ext cx="3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Cin</a:t>
              </a:r>
            </a:p>
          </p:txBody>
        </p:sp>
        <p:sp>
          <p:nvSpPr>
            <p:cNvPr id="30803" name="Text Box 32">
              <a:extLst>
                <a:ext uri="{FF2B5EF4-FFF2-40B4-BE49-F238E27FC236}">
                  <a16:creationId xmlns:a16="http://schemas.microsoft.com/office/drawing/2014/main" id="{4D2523A3-ECB1-4E5B-B1F0-A2EA1FD1F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2" y="1567"/>
              <a:ext cx="2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  <p:sp>
          <p:nvSpPr>
            <p:cNvPr id="30804" name="Text Box 33">
              <a:extLst>
                <a:ext uri="{FF2B5EF4-FFF2-40B4-BE49-F238E27FC236}">
                  <a16:creationId xmlns:a16="http://schemas.microsoft.com/office/drawing/2014/main" id="{A97AE6A1-CE1D-4153-846A-6E2FAB3D8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681"/>
              <a:ext cx="1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00   01   11   10</a:t>
              </a:r>
            </a:p>
          </p:txBody>
        </p:sp>
        <p:sp>
          <p:nvSpPr>
            <p:cNvPr id="30805" name="Text Box 34">
              <a:extLst>
                <a:ext uri="{FF2B5EF4-FFF2-40B4-BE49-F238E27FC236}">
                  <a16:creationId xmlns:a16="http://schemas.microsoft.com/office/drawing/2014/main" id="{48EA2F51-572D-4DDB-8430-1FA90EC89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" y="183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0806" name="Text Box 35">
              <a:extLst>
                <a:ext uri="{FF2B5EF4-FFF2-40B4-BE49-F238E27FC236}">
                  <a16:creationId xmlns:a16="http://schemas.microsoft.com/office/drawing/2014/main" id="{E18AA86C-1D99-4D62-B634-08B77400A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" y="202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62" name="Text Box 15">
            <a:extLst>
              <a:ext uri="{FF2B5EF4-FFF2-40B4-BE49-F238E27FC236}">
                <a16:creationId xmlns:a16="http://schemas.microsoft.com/office/drawing/2014/main" id="{CB40625F-F61F-4407-9445-AFD70CEF2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4264025"/>
            <a:ext cx="331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Text Box 31">
            <a:extLst>
              <a:ext uri="{FF2B5EF4-FFF2-40B4-BE49-F238E27FC236}">
                <a16:creationId xmlns:a16="http://schemas.microsoft.com/office/drawing/2014/main" id="{71A65D7A-A48A-4D2E-ACF9-D2C0C80ED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3395663"/>
            <a:ext cx="663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6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Cout</a:t>
            </a:r>
          </a:p>
        </p:txBody>
      </p:sp>
      <p:sp>
        <p:nvSpPr>
          <p:cNvPr id="68" name="Text Box 15">
            <a:extLst>
              <a:ext uri="{FF2B5EF4-FFF2-40B4-BE49-F238E27FC236}">
                <a16:creationId xmlns:a16="http://schemas.microsoft.com/office/drawing/2014/main" id="{0F1E91C5-0B90-4814-B099-D26DF2445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4264025"/>
            <a:ext cx="331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Text Box 15">
            <a:extLst>
              <a:ext uri="{FF2B5EF4-FFF2-40B4-BE49-F238E27FC236}">
                <a16:creationId xmlns:a16="http://schemas.microsoft.com/office/drawing/2014/main" id="{1D8D670C-DA0B-4930-85E9-CE541D00B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949700"/>
            <a:ext cx="331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Text Box 15">
            <a:extLst>
              <a:ext uri="{FF2B5EF4-FFF2-40B4-BE49-F238E27FC236}">
                <a16:creationId xmlns:a16="http://schemas.microsoft.com/office/drawing/2014/main" id="{78938BAA-B0AF-43A8-9D81-72DDD6E8B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64025"/>
            <a:ext cx="331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Text Box 15">
            <a:extLst>
              <a:ext uri="{FF2B5EF4-FFF2-40B4-BE49-F238E27FC236}">
                <a16:creationId xmlns:a16="http://schemas.microsoft.com/office/drawing/2014/main" id="{C97D2CD6-4F2A-4E57-8487-C506944CE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3949700"/>
            <a:ext cx="331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Text Box 15">
            <a:extLst>
              <a:ext uri="{FF2B5EF4-FFF2-40B4-BE49-F238E27FC236}">
                <a16:creationId xmlns:a16="http://schemas.microsoft.com/office/drawing/2014/main" id="{4C52AAE8-67BC-4B30-A47C-FE1ED72D9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3949700"/>
            <a:ext cx="333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Text Box 15">
            <a:extLst>
              <a:ext uri="{FF2B5EF4-FFF2-40B4-BE49-F238E27FC236}">
                <a16:creationId xmlns:a16="http://schemas.microsoft.com/office/drawing/2014/main" id="{7FD4C522-B349-42DA-A65A-5B0A0017E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3949700"/>
            <a:ext cx="331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4" name="Text Box 15">
            <a:extLst>
              <a:ext uri="{FF2B5EF4-FFF2-40B4-BE49-F238E27FC236}">
                <a16:creationId xmlns:a16="http://schemas.microsoft.com/office/drawing/2014/main" id="{10EC2581-E8CA-4832-8821-BF555044E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4264025"/>
            <a:ext cx="333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AD30B0A4-D177-4FD9-9832-ACFBCB5E0350}"/>
              </a:ext>
            </a:extLst>
          </p:cNvPr>
          <p:cNvGrpSpPr>
            <a:grpSpLocks/>
          </p:cNvGrpSpPr>
          <p:nvPr/>
        </p:nvGrpSpPr>
        <p:grpSpPr bwMode="auto">
          <a:xfrm>
            <a:off x="3041650" y="4894263"/>
            <a:ext cx="2376488" cy="1101725"/>
            <a:chOff x="1805" y="1567"/>
            <a:chExt cx="1525" cy="694"/>
          </a:xfrm>
        </p:grpSpPr>
        <p:grpSp>
          <p:nvGrpSpPr>
            <p:cNvPr id="30789" name="Group 24">
              <a:extLst>
                <a:ext uri="{FF2B5EF4-FFF2-40B4-BE49-F238E27FC236}">
                  <a16:creationId xmlns:a16="http://schemas.microsoft.com/office/drawing/2014/main" id="{B3B96122-3A0B-4098-B15B-60B5EF8309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2" y="1618"/>
              <a:ext cx="1346" cy="636"/>
              <a:chOff x="477" y="3106"/>
              <a:chExt cx="1346" cy="636"/>
            </a:xfrm>
          </p:grpSpPr>
          <p:sp>
            <p:nvSpPr>
              <p:cNvPr id="30795" name="Line 25">
                <a:extLst>
                  <a:ext uri="{FF2B5EF4-FFF2-40B4-BE49-F238E27FC236}">
                    <a16:creationId xmlns:a16="http://schemas.microsoft.com/office/drawing/2014/main" id="{2FC98195-0097-428F-842B-C56E1EB70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7" y="3566"/>
                <a:ext cx="109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96" name="Line 26">
                <a:extLst>
                  <a:ext uri="{FF2B5EF4-FFF2-40B4-BE49-F238E27FC236}">
                    <a16:creationId xmlns:a16="http://schemas.microsoft.com/office/drawing/2014/main" id="{9D68C00A-0F10-4F5E-80C5-B5485DE7C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2" y="3367"/>
                <a:ext cx="0" cy="34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97" name="Rectangle 29">
                <a:extLst>
                  <a:ext uri="{FF2B5EF4-FFF2-40B4-BE49-F238E27FC236}">
                    <a16:creationId xmlns:a16="http://schemas.microsoft.com/office/drawing/2014/main" id="{3C99A6BA-6BAA-4B96-9F72-535DBA0B7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17" y="3367"/>
                <a:ext cx="1106" cy="369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18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0798" name="Line 30">
                <a:extLst>
                  <a:ext uri="{FF2B5EF4-FFF2-40B4-BE49-F238E27FC236}">
                    <a16:creationId xmlns:a16="http://schemas.microsoft.com/office/drawing/2014/main" id="{29DD521C-064D-4D38-97C5-6CBCAD7B1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7" y="3106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99" name="Line 26">
                <a:extLst>
                  <a:ext uri="{FF2B5EF4-FFF2-40B4-BE49-F238E27FC236}">
                    <a16:creationId xmlns:a16="http://schemas.microsoft.com/office/drawing/2014/main" id="{81B4E6D1-440D-403F-A77D-B2C00FFB7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" y="3373"/>
                <a:ext cx="0" cy="36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800" name="Line 26">
                <a:extLst>
                  <a:ext uri="{FF2B5EF4-FFF2-40B4-BE49-F238E27FC236}">
                    <a16:creationId xmlns:a16="http://schemas.microsoft.com/office/drawing/2014/main" id="{766D488B-E7C4-4F07-A0AB-E1A636821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3373"/>
                <a:ext cx="0" cy="36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90" name="Text Box 31">
              <a:extLst>
                <a:ext uri="{FF2B5EF4-FFF2-40B4-BE49-F238E27FC236}">
                  <a16:creationId xmlns:a16="http://schemas.microsoft.com/office/drawing/2014/main" id="{7F0BD0CC-5CCD-4873-93E9-CB867E0FB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59"/>
              <a:ext cx="3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Cin</a:t>
              </a:r>
            </a:p>
          </p:txBody>
        </p:sp>
        <p:sp>
          <p:nvSpPr>
            <p:cNvPr id="30791" name="Text Box 32">
              <a:extLst>
                <a:ext uri="{FF2B5EF4-FFF2-40B4-BE49-F238E27FC236}">
                  <a16:creationId xmlns:a16="http://schemas.microsoft.com/office/drawing/2014/main" id="{FC428817-07F6-466C-BB04-BE7D354EF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2" y="1567"/>
              <a:ext cx="2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  <p:sp>
          <p:nvSpPr>
            <p:cNvPr id="30792" name="Text Box 33">
              <a:extLst>
                <a:ext uri="{FF2B5EF4-FFF2-40B4-BE49-F238E27FC236}">
                  <a16:creationId xmlns:a16="http://schemas.microsoft.com/office/drawing/2014/main" id="{E47ABE2F-D6F9-4AA6-9558-5DE3B828F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681"/>
              <a:ext cx="1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00   01   11   10</a:t>
              </a:r>
            </a:p>
          </p:txBody>
        </p:sp>
        <p:sp>
          <p:nvSpPr>
            <p:cNvPr id="30793" name="Text Box 34">
              <a:extLst>
                <a:ext uri="{FF2B5EF4-FFF2-40B4-BE49-F238E27FC236}">
                  <a16:creationId xmlns:a16="http://schemas.microsoft.com/office/drawing/2014/main" id="{BE1F056A-AA47-45A8-B1B3-A0864852E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" y="183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0794" name="Text Box 35">
              <a:extLst>
                <a:ext uri="{FF2B5EF4-FFF2-40B4-BE49-F238E27FC236}">
                  <a16:creationId xmlns:a16="http://schemas.microsoft.com/office/drawing/2014/main" id="{F33DFB42-F9BB-4B96-8199-27869E986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" y="202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89" name="Text Box 15">
            <a:extLst>
              <a:ext uri="{FF2B5EF4-FFF2-40B4-BE49-F238E27FC236}">
                <a16:creationId xmlns:a16="http://schemas.microsoft.com/office/drawing/2014/main" id="{A2219C20-3E3D-497B-8621-8E169E61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5668963"/>
            <a:ext cx="331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Text Box 31">
            <a:extLst>
              <a:ext uri="{FF2B5EF4-FFF2-40B4-BE49-F238E27FC236}">
                <a16:creationId xmlns:a16="http://schemas.microsoft.com/office/drawing/2014/main" id="{F0B3E027-E684-4553-BF84-7FA1C0883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835525"/>
            <a:ext cx="6413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6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Sum</a:t>
            </a:r>
          </a:p>
        </p:txBody>
      </p:sp>
      <p:sp>
        <p:nvSpPr>
          <p:cNvPr id="91" name="Text Box 15">
            <a:extLst>
              <a:ext uri="{FF2B5EF4-FFF2-40B4-BE49-F238E27FC236}">
                <a16:creationId xmlns:a16="http://schemas.microsoft.com/office/drawing/2014/main" id="{7E45EA2A-1195-4AA7-9EA5-6BA0F94F6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5354638"/>
            <a:ext cx="331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" name="Text Box 15">
            <a:extLst>
              <a:ext uri="{FF2B5EF4-FFF2-40B4-BE49-F238E27FC236}">
                <a16:creationId xmlns:a16="http://schemas.microsoft.com/office/drawing/2014/main" id="{A6E5D394-E08A-4075-A5F0-364031B3C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850" y="5354638"/>
            <a:ext cx="331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" name="Text Box 15">
            <a:extLst>
              <a:ext uri="{FF2B5EF4-FFF2-40B4-BE49-F238E27FC236}">
                <a16:creationId xmlns:a16="http://schemas.microsoft.com/office/drawing/2014/main" id="{B248486C-FC9B-4399-AFEB-5E3EFBB1B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659438"/>
            <a:ext cx="331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4" name="Text Box 15">
            <a:extLst>
              <a:ext uri="{FF2B5EF4-FFF2-40B4-BE49-F238E27FC236}">
                <a16:creationId xmlns:a16="http://schemas.microsoft.com/office/drawing/2014/main" id="{68B7FA8F-C141-4069-908B-0DF99F533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850" y="5668963"/>
            <a:ext cx="331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5" name="Text Box 15">
            <a:extLst>
              <a:ext uri="{FF2B5EF4-FFF2-40B4-BE49-F238E27FC236}">
                <a16:creationId xmlns:a16="http://schemas.microsoft.com/office/drawing/2014/main" id="{8C7580D5-1B02-44FA-9840-3D4AE7F69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5345113"/>
            <a:ext cx="333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" name="Text Box 15">
            <a:extLst>
              <a:ext uri="{FF2B5EF4-FFF2-40B4-BE49-F238E27FC236}">
                <a16:creationId xmlns:a16="http://schemas.microsoft.com/office/drawing/2014/main" id="{A7FD66CB-0CA5-4941-81E5-C6E90C09E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354638"/>
            <a:ext cx="331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Text Box 15">
            <a:extLst>
              <a:ext uri="{FF2B5EF4-FFF2-40B4-BE49-F238E27FC236}">
                <a16:creationId xmlns:a16="http://schemas.microsoft.com/office/drawing/2014/main" id="{465E6678-9D8F-4903-B2C9-0E9443696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5668963"/>
            <a:ext cx="333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322721A-ED6E-4A52-A6FC-2E53B2BA6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970213"/>
            <a:ext cx="2206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u="sng">
                <a:solidFill>
                  <a:srgbClr val="003399"/>
                </a:solidFill>
              </a:rPr>
              <a:t>Karnaugh map</a:t>
            </a:r>
          </a:p>
        </p:txBody>
      </p:sp>
      <p:sp>
        <p:nvSpPr>
          <p:cNvPr id="99" name="AutoShape 6">
            <a:extLst>
              <a:ext uri="{FF2B5EF4-FFF2-40B4-BE49-F238E27FC236}">
                <a16:creationId xmlns:a16="http://schemas.microsoft.com/office/drawing/2014/main" id="{0BBADD7A-39DA-4520-8EC2-C02D7B888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325" y="4184650"/>
            <a:ext cx="585788" cy="280988"/>
          </a:xfrm>
          <a:prstGeom prst="wedgeRoundRectCallout">
            <a:avLst>
              <a:gd name="adj1" fmla="val 46983"/>
              <a:gd name="adj2" fmla="val -13086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Input</a:t>
            </a:r>
          </a:p>
        </p:txBody>
      </p:sp>
      <p:sp>
        <p:nvSpPr>
          <p:cNvPr id="100" name="AutoShape 6">
            <a:extLst>
              <a:ext uri="{FF2B5EF4-FFF2-40B4-BE49-F238E27FC236}">
                <a16:creationId xmlns:a16="http://schemas.microsoft.com/office/drawing/2014/main" id="{F1FDF7D8-5D33-47A6-BF14-CBC77631E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4633913"/>
            <a:ext cx="630237" cy="269875"/>
          </a:xfrm>
          <a:prstGeom prst="wedgeRoundRectCallout">
            <a:avLst>
              <a:gd name="adj1" fmla="val 93030"/>
              <a:gd name="adj2" fmla="val -186951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9645D2C-6BDB-49DE-ABFB-57161A145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970213"/>
            <a:ext cx="2206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u="sng">
                <a:solidFill>
                  <a:srgbClr val="003399"/>
                </a:solidFill>
              </a:rPr>
              <a:t>Verilog code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CE8EA34-0746-4EF7-88DB-7140F6811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5" y="3338513"/>
            <a:ext cx="316865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                       (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output   reg                    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400" b="1" i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always @ </a:t>
            </a:r>
            <a:r>
              <a:rPr lang="zh-CN" altLang="en-US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             ）</a:t>
            </a:r>
            <a:endParaRPr lang="en-US" altLang="zh-CN" sz="1400" b="1" i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begin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400" b="1" i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400" b="1" i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endmodule        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5E7008A-942F-4F25-BADA-448CB062D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3338513"/>
            <a:ext cx="9890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Fulladder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7CA1DE4-FD65-453B-8FDD-AC92C8335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800" y="3825875"/>
            <a:ext cx="7080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X,Y,Cin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07667645-0E76-448A-9D14-1343CBC62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150" y="3563938"/>
            <a:ext cx="912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Cout,Sum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AAFD87E-4409-44BE-BFB0-B239CB5F9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4906963"/>
            <a:ext cx="1666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Sum=X ^ Y ^ Cin;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7FBBBCA-95A5-404C-A067-FDC249640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1738" y="5138738"/>
            <a:ext cx="2746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i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Cout=(X&amp;Y) | (Cin&amp; (X^Y));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9" name="Picture 21" descr="u=510799256,4278680063&amp;gp=28">
            <a:hlinkClick r:id="rId4"/>
            <a:extLst>
              <a:ext uri="{FF2B5EF4-FFF2-40B4-BE49-F238E27FC236}">
                <a16:creationId xmlns:a16="http://schemas.microsoft.com/office/drawing/2014/main" id="{CB660CD5-B1E4-4F0B-B69E-3655F91B6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938" y="5634038"/>
            <a:ext cx="53975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圆角矩形 109">
            <a:extLst>
              <a:ext uri="{FF2B5EF4-FFF2-40B4-BE49-F238E27FC236}">
                <a16:creationId xmlns:a16="http://schemas.microsoft.com/office/drawing/2014/main" id="{27014FFC-1511-47FF-ACCE-1931BC1EF07A}"/>
              </a:ext>
            </a:extLst>
          </p:cNvPr>
          <p:cNvSpPr/>
          <p:nvPr/>
        </p:nvSpPr>
        <p:spPr>
          <a:xfrm>
            <a:off x="3327400" y="2139950"/>
            <a:ext cx="4356100" cy="630238"/>
          </a:xfrm>
          <a:prstGeom prst="roundRect">
            <a:avLst/>
          </a:prstGeom>
          <a:solidFill>
            <a:srgbClr val="003399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1" name="圆角矩形 110">
            <a:extLst>
              <a:ext uri="{FF2B5EF4-FFF2-40B4-BE49-F238E27FC236}">
                <a16:creationId xmlns:a16="http://schemas.microsoft.com/office/drawing/2014/main" id="{FD3B81C2-A606-422F-94A3-7782CF3CDAD7}"/>
              </a:ext>
            </a:extLst>
          </p:cNvPr>
          <p:cNvSpPr/>
          <p:nvPr/>
        </p:nvSpPr>
        <p:spPr>
          <a:xfrm>
            <a:off x="6219825" y="4903788"/>
            <a:ext cx="2735263" cy="539750"/>
          </a:xfrm>
          <a:prstGeom prst="roundRect">
            <a:avLst/>
          </a:prstGeom>
          <a:solidFill>
            <a:srgbClr val="003399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C64394B8-B0DB-4B83-96D0-A40923E52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550" y="4411663"/>
            <a:ext cx="7080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X,Y,Cin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A62D9EA-A4BD-455D-B0CE-714715F49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2875"/>
            <a:ext cx="872331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None/>
            </a:pPr>
            <a:r>
              <a:rPr lang="en-US" altLang="zh-CN" b="1">
                <a:solidFill>
                  <a:srgbClr val="0A419B"/>
                </a:solidFill>
              </a:rPr>
              <a:t>Conversions between different representations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37E872-3BA1-4103-A523-703BB5D3D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089025"/>
            <a:ext cx="36893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9BF36EA3-5C99-4007-A014-7ECD7AAC22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327B68D2-0904-46D9-AC35-AE662F8ABB9E}" type="slidenum">
              <a:rPr lang="zh-CN" altLang="en-US" sz="1100"/>
              <a:pPr/>
              <a:t>25</a:t>
            </a:fld>
            <a:endParaRPr lang="zh-CN" altLang="en-US" sz="1100"/>
          </a:p>
        </p:txBody>
      </p:sp>
      <p:sp>
        <p:nvSpPr>
          <p:cNvPr id="31749" name="日期占位符 3">
            <a:extLst>
              <a:ext uri="{FF2B5EF4-FFF2-40B4-BE49-F238E27FC236}">
                <a16:creationId xmlns:a16="http://schemas.microsoft.com/office/drawing/2014/main" id="{F4BDD7F2-78BD-41CA-9F64-812B84DCBC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6E81BE8A-5A11-4367-BEDD-E9E102BB2B8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A38CE90-9DFB-42DA-8F5D-40980F85D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1179513"/>
            <a:ext cx="6746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DBCC4-E789-46FE-9E87-10B70BFF0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1223963"/>
            <a:ext cx="3984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Truth table / K map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7D28D6-24CB-489B-B289-BD352C182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2303463"/>
            <a:ext cx="3984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Truth table / K map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3D7400D-EBD0-46D3-A08A-8E0D8318B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2214563"/>
            <a:ext cx="674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56E483E-AB9E-440E-A493-9440BC9EA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813" y="2168525"/>
            <a:ext cx="36909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CBAF1A-0E0C-48DF-9BA7-CD11CBE49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288" y="998538"/>
            <a:ext cx="9953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Chap2.6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7338ECE-10A3-482A-9A29-550C0245E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6788" y="974725"/>
            <a:ext cx="12604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Chap3.3.2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D35FABDB-C9F3-4697-9192-F4955AB701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BE51141-9D56-47BA-BCD1-22137BD96466}" type="slidenum">
              <a:rPr lang="zh-CN" altLang="en-US" sz="1100"/>
              <a:pPr/>
              <a:t>26</a:t>
            </a:fld>
            <a:endParaRPr lang="zh-CN" altLang="en-US" sz="11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688E8ED-5A22-410B-BF8F-487530B22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8" y="115888"/>
            <a:ext cx="7772400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A419B"/>
                </a:solidFill>
              </a:rPr>
              <a:t>Logic expression </a:t>
            </a: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 Truth table</a:t>
            </a:r>
            <a:r>
              <a:rPr lang="en-US" altLang="zh-CN" b="1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/ K map</a:t>
            </a:r>
            <a:endParaRPr lang="zh-CN" altLang="en-US" b="1">
              <a:solidFill>
                <a:srgbClr val="0A419B"/>
              </a:solidFill>
              <a:sym typeface="Wingdings" panose="05000000000000000000" pitchFamily="2" charset="2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B6D9FBA7-C74D-434B-8347-61AC8EE9C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1042988"/>
            <a:ext cx="55578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F(X,Y,Z) = X + Y’Z + X’YZ’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ACFE3E4-3195-464D-A6D3-8B0C0EF06C18}"/>
              </a:ext>
            </a:extLst>
          </p:cNvPr>
          <p:cNvGrpSpPr>
            <a:grpSpLocks/>
          </p:cNvGrpSpPr>
          <p:nvPr/>
        </p:nvGrpSpPr>
        <p:grpSpPr bwMode="auto">
          <a:xfrm>
            <a:off x="369888" y="1763713"/>
            <a:ext cx="4343400" cy="4321175"/>
            <a:chOff x="816" y="1248"/>
            <a:chExt cx="2736" cy="2688"/>
          </a:xfrm>
        </p:grpSpPr>
        <p:sp>
          <p:nvSpPr>
            <p:cNvPr id="32818" name="Text Box 6">
              <a:extLst>
                <a:ext uri="{FF2B5EF4-FFF2-40B4-BE49-F238E27FC236}">
                  <a16:creationId xmlns:a16="http://schemas.microsoft.com/office/drawing/2014/main" id="{4388511A-B1E3-436E-8147-9BFF54C76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296"/>
              <a:ext cx="2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2819" name="Text Box 7">
              <a:extLst>
                <a:ext uri="{FF2B5EF4-FFF2-40B4-BE49-F238E27FC236}">
                  <a16:creationId xmlns:a16="http://schemas.microsoft.com/office/drawing/2014/main" id="{2741DB56-EB3F-4603-A057-729AB0964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96"/>
              <a:ext cx="2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32820" name="Text Box 8">
              <a:extLst>
                <a:ext uri="{FF2B5EF4-FFF2-40B4-BE49-F238E27FC236}">
                  <a16:creationId xmlns:a16="http://schemas.microsoft.com/office/drawing/2014/main" id="{D268FE10-223B-4402-B3E3-8F28952DA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296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2821" name="Line 9">
              <a:extLst>
                <a:ext uri="{FF2B5EF4-FFF2-40B4-BE49-F238E27FC236}">
                  <a16:creationId xmlns:a16="http://schemas.microsoft.com/office/drawing/2014/main" id="{D84B3B7D-2643-44D2-B4F9-AAE9B68B4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2736" cy="0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22" name="Line 10">
              <a:extLst>
                <a:ext uri="{FF2B5EF4-FFF2-40B4-BE49-F238E27FC236}">
                  <a16:creationId xmlns:a16="http://schemas.microsoft.com/office/drawing/2014/main" id="{B23814B8-4F79-4C13-B0B7-9DF9FBCB9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248"/>
              <a:ext cx="0" cy="2688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23" name="Line 12">
              <a:extLst>
                <a:ext uri="{FF2B5EF4-FFF2-40B4-BE49-F238E27FC236}">
                  <a16:creationId xmlns:a16="http://schemas.microsoft.com/office/drawing/2014/main" id="{77C0D4AD-F5DE-49DA-983D-81F326951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248"/>
              <a:ext cx="0" cy="2688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24" name="Line 14">
              <a:extLst>
                <a:ext uri="{FF2B5EF4-FFF2-40B4-BE49-F238E27FC236}">
                  <a16:creationId xmlns:a16="http://schemas.microsoft.com/office/drawing/2014/main" id="{548DFE55-FE23-4481-ADE1-1547D7826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248"/>
              <a:ext cx="0" cy="2688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25" name="Text Box 15">
              <a:extLst>
                <a:ext uri="{FF2B5EF4-FFF2-40B4-BE49-F238E27FC236}">
                  <a16:creationId xmlns:a16="http://schemas.microsoft.com/office/drawing/2014/main" id="{0B152F57-C69A-440C-B9DA-5D67DB1B1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9" y="1296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2826" name="Line 16">
              <a:extLst>
                <a:ext uri="{FF2B5EF4-FFF2-40B4-BE49-F238E27FC236}">
                  <a16:creationId xmlns:a16="http://schemas.microsoft.com/office/drawing/2014/main" id="{D54F5246-34A4-40ED-B844-391630F72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248"/>
              <a:ext cx="2736" cy="0"/>
            </a:xfrm>
            <a:prstGeom prst="line">
              <a:avLst/>
            </a:prstGeom>
            <a:noFill/>
            <a:ln w="57150" cap="sq" cmpd="thickThin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27" name="Line 17">
              <a:extLst>
                <a:ext uri="{FF2B5EF4-FFF2-40B4-BE49-F238E27FC236}">
                  <a16:creationId xmlns:a16="http://schemas.microsoft.com/office/drawing/2014/main" id="{6C91AD50-877C-4948-9EDF-BC39A6D2E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936"/>
              <a:ext cx="2736" cy="0"/>
            </a:xfrm>
            <a:prstGeom prst="line">
              <a:avLst/>
            </a:prstGeom>
            <a:noFill/>
            <a:ln w="57150" cap="sq" cmpd="thinThick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93640CF3-BAD6-4BC8-ABCC-B4318FCC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1052513"/>
            <a:ext cx="27130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SOP(Sum-of-Products)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AND-OR”</a:t>
            </a:r>
            <a:endParaRPr kumimoji="1" lang="zh-CN" altLang="en-US" sz="2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775" name="日期占位符 3">
            <a:extLst>
              <a:ext uri="{FF2B5EF4-FFF2-40B4-BE49-F238E27FC236}">
                <a16:creationId xmlns:a16="http://schemas.microsoft.com/office/drawing/2014/main" id="{B9628868-9A1A-4D78-98D9-98FAEE4C83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967C9220-0972-413F-9E09-AB69AC9AF495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CB08071F-043B-4BC5-8AFA-09D7260D5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1846263"/>
            <a:ext cx="77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Y’·Z</a:t>
            </a:r>
          </a:p>
        </p:txBody>
      </p:sp>
      <p:sp>
        <p:nvSpPr>
          <p:cNvPr id="31" name="Text Box 13">
            <a:extLst>
              <a:ext uri="{FF2B5EF4-FFF2-40B4-BE49-F238E27FC236}">
                <a16:creationId xmlns:a16="http://schemas.microsoft.com/office/drawing/2014/main" id="{069729E1-474A-4AD6-A129-BAC1FD663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13" y="1846263"/>
            <a:ext cx="117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X’·Y·Z’</a:t>
            </a:r>
          </a:p>
        </p:txBody>
      </p:sp>
      <p:sp>
        <p:nvSpPr>
          <p:cNvPr id="33" name="Text Box 18">
            <a:extLst>
              <a:ext uri="{FF2B5EF4-FFF2-40B4-BE49-F238E27FC236}">
                <a16:creationId xmlns:a16="http://schemas.microsoft.com/office/drawing/2014/main" id="{BF209138-B8C5-4ED2-AD6F-F07103C04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988" y="2430463"/>
            <a:ext cx="37782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Text Box 19">
            <a:extLst>
              <a:ext uri="{FF2B5EF4-FFF2-40B4-BE49-F238E27FC236}">
                <a16:creationId xmlns:a16="http://schemas.microsoft.com/office/drawing/2014/main" id="{E9ED9002-BD43-4A7D-A6CC-7CEE349B6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988" y="2438400"/>
            <a:ext cx="381000" cy="408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en-US" altLang="zh-CN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612A2581-0E49-4358-B1ED-9041528F4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333216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6" name="Text Box 23">
            <a:extLst>
              <a:ext uri="{FF2B5EF4-FFF2-40B4-BE49-F238E27FC236}">
                <a16:creationId xmlns:a16="http://schemas.microsoft.com/office/drawing/2014/main" id="{9CB5D9FA-6D21-4928-A95E-9EE6E6D90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393950"/>
            <a:ext cx="38100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Text Box 20">
            <a:extLst>
              <a:ext uri="{FF2B5EF4-FFF2-40B4-BE49-F238E27FC236}">
                <a16:creationId xmlns:a16="http://schemas.microsoft.com/office/drawing/2014/main" id="{2B37B847-C34B-4B14-B94A-EA1866A3F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25" y="2441575"/>
            <a:ext cx="37782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Text Box 5">
            <a:extLst>
              <a:ext uri="{FF2B5EF4-FFF2-40B4-BE49-F238E27FC236}">
                <a16:creationId xmlns:a16="http://schemas.microsoft.com/office/drawing/2014/main" id="{FAE7A43D-1ACA-4E7A-B187-4CFF09872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2430463"/>
            <a:ext cx="1490663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0    0    0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0    0    1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0    1    0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0    1    1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1    0    0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1    0    1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1    1    0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1    1    1</a:t>
            </a: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866B30EF-B645-42B6-8D3D-13053CEAD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2430463"/>
            <a:ext cx="38100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en-US" altLang="zh-CN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en-US" altLang="zh-CN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en-US" altLang="zh-CN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en-US" altLang="zh-CN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0" name="Rectangle 22">
            <a:extLst>
              <a:ext uri="{FF2B5EF4-FFF2-40B4-BE49-F238E27FC236}">
                <a16:creationId xmlns:a16="http://schemas.microsoft.com/office/drawing/2014/main" id="{8B05EAC3-73DB-4BE2-AAE4-9ADD54D07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2430463"/>
            <a:ext cx="3810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Rectangle 22">
            <a:extLst>
              <a:ext uri="{FF2B5EF4-FFF2-40B4-BE49-F238E27FC236}">
                <a16:creationId xmlns:a16="http://schemas.microsoft.com/office/drawing/2014/main" id="{07736FB8-0888-4477-8250-19965B306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186238"/>
            <a:ext cx="3810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Text Box 19">
            <a:extLst>
              <a:ext uri="{FF2B5EF4-FFF2-40B4-BE49-F238E27FC236}">
                <a16:creationId xmlns:a16="http://schemas.microsoft.com/office/drawing/2014/main" id="{4A640097-FC86-460E-9709-E383E33E5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2430463"/>
            <a:ext cx="381000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3" name="Text Box 19">
            <a:extLst>
              <a:ext uri="{FF2B5EF4-FFF2-40B4-BE49-F238E27FC236}">
                <a16:creationId xmlns:a16="http://schemas.microsoft.com/office/drawing/2014/main" id="{153BC49F-39DE-4C95-904C-105DBEB01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3743325"/>
            <a:ext cx="3810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9" name="Text Box 5">
            <a:extLst>
              <a:ext uri="{FF2B5EF4-FFF2-40B4-BE49-F238E27FC236}">
                <a16:creationId xmlns:a16="http://schemas.microsoft.com/office/drawing/2014/main" id="{71ACD4A3-EC4E-48A7-B029-261BBE937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2486025"/>
            <a:ext cx="381000" cy="3544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E214155A-02FA-4E23-BDE0-BBEA88563CD0}"/>
              </a:ext>
            </a:extLst>
          </p:cNvPr>
          <p:cNvGrpSpPr>
            <a:grpSpLocks/>
          </p:cNvGrpSpPr>
          <p:nvPr/>
        </p:nvGrpSpPr>
        <p:grpSpPr bwMode="auto">
          <a:xfrm>
            <a:off x="5246688" y="2843213"/>
            <a:ext cx="3421062" cy="2341562"/>
            <a:chOff x="1897" y="1405"/>
            <a:chExt cx="1893" cy="1139"/>
          </a:xfrm>
        </p:grpSpPr>
        <p:grpSp>
          <p:nvGrpSpPr>
            <p:cNvPr id="32809" name="Group 24">
              <a:extLst>
                <a:ext uri="{FF2B5EF4-FFF2-40B4-BE49-F238E27FC236}">
                  <a16:creationId xmlns:a16="http://schemas.microsoft.com/office/drawing/2014/main" id="{431B2C2C-48EB-4B21-A95E-D2D0A7A625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4" y="1536"/>
              <a:ext cx="1776" cy="1008"/>
              <a:chOff x="519" y="3024"/>
              <a:chExt cx="1776" cy="1008"/>
            </a:xfrm>
          </p:grpSpPr>
          <p:sp>
            <p:nvSpPr>
              <p:cNvPr id="32812" name="Line 25">
                <a:extLst>
                  <a:ext uri="{FF2B5EF4-FFF2-40B4-BE49-F238E27FC236}">
                    <a16:creationId xmlns:a16="http://schemas.microsoft.com/office/drawing/2014/main" id="{2ACBE2DC-CE7F-477E-974E-233F970B6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13" name="Line 26">
                <a:extLst>
                  <a:ext uri="{FF2B5EF4-FFF2-40B4-BE49-F238E27FC236}">
                    <a16:creationId xmlns:a16="http://schemas.microsoft.com/office/drawing/2014/main" id="{36327371-70CD-4E62-8250-38775534A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14" name="Line 27">
                <a:extLst>
                  <a:ext uri="{FF2B5EF4-FFF2-40B4-BE49-F238E27FC236}">
                    <a16:creationId xmlns:a16="http://schemas.microsoft.com/office/drawing/2014/main" id="{B3D50632-0346-4245-8C52-EA21AD3E2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15" name="Line 28">
                <a:extLst>
                  <a:ext uri="{FF2B5EF4-FFF2-40B4-BE49-F238E27FC236}">
                    <a16:creationId xmlns:a16="http://schemas.microsoft.com/office/drawing/2014/main" id="{166E34DA-6E97-4A9B-BD11-78BDFC535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16" name="Rectangle 29">
                <a:extLst>
                  <a:ext uri="{FF2B5EF4-FFF2-40B4-BE49-F238E27FC236}">
                    <a16:creationId xmlns:a16="http://schemas.microsoft.com/office/drawing/2014/main" id="{87968DE9-6DFE-407D-83F8-5C4F126C8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2817" name="Line 30">
                <a:extLst>
                  <a:ext uri="{FF2B5EF4-FFF2-40B4-BE49-F238E27FC236}">
                    <a16:creationId xmlns:a16="http://schemas.microsoft.com/office/drawing/2014/main" id="{7CC0C2BC-3DAB-41E4-BF15-D111E9FF9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2810" name="Text Box 31">
              <a:extLst>
                <a:ext uri="{FF2B5EF4-FFF2-40B4-BE49-F238E27FC236}">
                  <a16:creationId xmlns:a16="http://schemas.microsoft.com/office/drawing/2014/main" id="{22858C49-FB68-4B57-B576-DA7DC2929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581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2811" name="Text Box 32">
              <a:extLst>
                <a:ext uri="{FF2B5EF4-FFF2-40B4-BE49-F238E27FC236}">
                  <a16:creationId xmlns:a16="http://schemas.microsoft.com/office/drawing/2014/main" id="{18283594-C979-4B69-B934-28D1D9825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6" y="1405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</p:grpSp>
      <p:sp>
        <p:nvSpPr>
          <p:cNvPr id="58" name="Text Box 33">
            <a:extLst>
              <a:ext uri="{FF2B5EF4-FFF2-40B4-BE49-F238E27FC236}">
                <a16:creationId xmlns:a16="http://schemas.microsoft.com/office/drawing/2014/main" id="{5790CF55-57FA-45AE-8C4B-440E0FA55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413" y="3205163"/>
            <a:ext cx="527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00</a:t>
            </a:r>
          </a:p>
        </p:txBody>
      </p:sp>
      <p:sp>
        <p:nvSpPr>
          <p:cNvPr id="59" name="Text Box 33">
            <a:extLst>
              <a:ext uri="{FF2B5EF4-FFF2-40B4-BE49-F238E27FC236}">
                <a16:creationId xmlns:a16="http://schemas.microsoft.com/office/drawing/2014/main" id="{09F8E401-0DC0-4ADF-ACE8-1B1F9ABD5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54538"/>
            <a:ext cx="3810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Text Box 34">
            <a:extLst>
              <a:ext uri="{FF2B5EF4-FFF2-40B4-BE49-F238E27FC236}">
                <a16:creationId xmlns:a16="http://schemas.microsoft.com/office/drawing/2014/main" id="{B6703D20-E087-4EEC-82A2-6455BEFEA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378936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1" name="Text Box 35">
            <a:extLst>
              <a:ext uri="{FF2B5EF4-FFF2-40B4-BE49-F238E27FC236}">
                <a16:creationId xmlns:a16="http://schemas.microsoft.com/office/drawing/2014/main" id="{68E9860C-98E9-46EB-A404-1F77F5D54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459898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2" name="Text Box 33">
            <a:extLst>
              <a:ext uri="{FF2B5EF4-FFF2-40B4-BE49-F238E27FC236}">
                <a16:creationId xmlns:a16="http://schemas.microsoft.com/office/drawing/2014/main" id="{E8364D90-2429-4C49-A09B-ECE5DA13D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205163"/>
            <a:ext cx="528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Text Box 33">
            <a:extLst>
              <a:ext uri="{FF2B5EF4-FFF2-40B4-BE49-F238E27FC236}">
                <a16:creationId xmlns:a16="http://schemas.microsoft.com/office/drawing/2014/main" id="{A4FF24C0-BD21-417C-87EC-8BE8B11E4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488" y="3205163"/>
            <a:ext cx="527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kumimoji="1"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Text Box 33">
            <a:extLst>
              <a:ext uri="{FF2B5EF4-FFF2-40B4-BE49-F238E27FC236}">
                <a16:creationId xmlns:a16="http://schemas.microsoft.com/office/drawing/2014/main" id="{B3034228-3FA4-4CB2-9A69-195EAF38A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963" y="3205163"/>
            <a:ext cx="5286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5" name="Text Box 31">
            <a:extLst>
              <a:ext uri="{FF2B5EF4-FFF2-40B4-BE49-F238E27FC236}">
                <a16:creationId xmlns:a16="http://schemas.microsoft.com/office/drawing/2014/main" id="{3436EAB5-9114-44ED-AD9D-EF517E971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525" y="2619375"/>
            <a:ext cx="539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67" name="AutoShape 6">
            <a:extLst>
              <a:ext uri="{FF2B5EF4-FFF2-40B4-BE49-F238E27FC236}">
                <a16:creationId xmlns:a16="http://schemas.microsoft.com/office/drawing/2014/main" id="{07D17370-6CB2-47D6-8CF4-DF611EF5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888" y="2170113"/>
            <a:ext cx="1530350" cy="403225"/>
          </a:xfrm>
          <a:prstGeom prst="wedgeRoundRectCallout">
            <a:avLst>
              <a:gd name="adj1" fmla="val -25458"/>
              <a:gd name="adj2" fmla="val 205932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Gray code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9F413FED-943C-46FE-80D4-4F454921DE79}"/>
              </a:ext>
            </a:extLst>
          </p:cNvPr>
          <p:cNvSpPr/>
          <p:nvPr/>
        </p:nvSpPr>
        <p:spPr>
          <a:xfrm>
            <a:off x="385763" y="2528888"/>
            <a:ext cx="4186237" cy="31432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A56082C8-A3CF-403A-83D1-E82111BBF79D}"/>
              </a:ext>
            </a:extLst>
          </p:cNvPr>
          <p:cNvSpPr/>
          <p:nvPr/>
        </p:nvSpPr>
        <p:spPr>
          <a:xfrm>
            <a:off x="385763" y="3833813"/>
            <a:ext cx="4186237" cy="315912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2" name="Text Box 33">
            <a:extLst>
              <a:ext uri="{FF2B5EF4-FFF2-40B4-BE49-F238E27FC236}">
                <a16:creationId xmlns:a16="http://schemas.microsoft.com/office/drawing/2014/main" id="{4FC509DB-7F86-40AA-BA12-5A79C8F7B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313" y="3789363"/>
            <a:ext cx="3810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3" name="Text Box 33">
            <a:extLst>
              <a:ext uri="{FF2B5EF4-FFF2-40B4-BE49-F238E27FC236}">
                <a16:creationId xmlns:a16="http://schemas.microsoft.com/office/drawing/2014/main" id="{22BAD8A3-1311-4BCE-9059-FA783DF3C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4554538"/>
            <a:ext cx="3810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" name="Text Box 33">
            <a:extLst>
              <a:ext uri="{FF2B5EF4-FFF2-40B4-BE49-F238E27FC236}">
                <a16:creationId xmlns:a16="http://schemas.microsoft.com/office/drawing/2014/main" id="{2242ADED-4207-4EB0-9902-CCBAC905D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790950"/>
            <a:ext cx="37941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Text Box 33">
            <a:extLst>
              <a:ext uri="{FF2B5EF4-FFF2-40B4-BE49-F238E27FC236}">
                <a16:creationId xmlns:a16="http://schemas.microsoft.com/office/drawing/2014/main" id="{F6CF0B3C-F622-4CEF-B5A8-5EF42AD11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790950"/>
            <a:ext cx="38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" name="Text Box 33">
            <a:extLst>
              <a:ext uri="{FF2B5EF4-FFF2-40B4-BE49-F238E27FC236}">
                <a16:creationId xmlns:a16="http://schemas.microsoft.com/office/drawing/2014/main" id="{DC73252C-DA36-4FC7-A96D-D48656C53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3789363"/>
            <a:ext cx="3794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" name="Text Box 33">
            <a:extLst>
              <a:ext uri="{FF2B5EF4-FFF2-40B4-BE49-F238E27FC236}">
                <a16:creationId xmlns:a16="http://schemas.microsoft.com/office/drawing/2014/main" id="{4ACA7604-439D-4695-AEC7-4BE26BC00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4554538"/>
            <a:ext cx="3794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Text Box 33">
            <a:extLst>
              <a:ext uri="{FF2B5EF4-FFF2-40B4-BE49-F238E27FC236}">
                <a16:creationId xmlns:a16="http://schemas.microsoft.com/office/drawing/2014/main" id="{D267E5B2-8667-4111-AB7D-DA6D5100E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556125"/>
            <a:ext cx="38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8B9BE98B-DB8E-4082-90BF-CF8F64458F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45DD8DD4-EFE8-434F-A566-C9092AD65948}" type="slidenum">
              <a:rPr lang="zh-CN" altLang="en-US" sz="1100"/>
              <a:pPr/>
              <a:t>27</a:t>
            </a:fld>
            <a:endParaRPr lang="zh-CN" altLang="en-US" sz="1100" dirty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5A5DACF-8B76-46A8-82D1-96820CC33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8" y="188913"/>
            <a:ext cx="77724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A419B"/>
                </a:solidFill>
              </a:rPr>
              <a:t>Logic expression </a:t>
            </a: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 Truth table</a:t>
            </a:r>
            <a:r>
              <a:rPr lang="en-US" altLang="zh-CN" b="1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/ K map</a:t>
            </a:r>
            <a:endParaRPr lang="zh-CN" altLang="en-US" b="1">
              <a:solidFill>
                <a:srgbClr val="0A419B"/>
              </a:solidFill>
              <a:sym typeface="Wingdings" panose="05000000000000000000" pitchFamily="2" charset="2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607C4F06-501C-4F68-A50A-29BB15FB9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998538"/>
            <a:ext cx="62658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F (X,Y,Z)= (Y’+Z) · (X’+Y+Z’)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80FC565-2C75-4206-9792-F70F99245F35}"/>
              </a:ext>
            </a:extLst>
          </p:cNvPr>
          <p:cNvGrpSpPr>
            <a:grpSpLocks/>
          </p:cNvGrpSpPr>
          <p:nvPr/>
        </p:nvGrpSpPr>
        <p:grpSpPr bwMode="auto">
          <a:xfrm>
            <a:off x="463550" y="1717675"/>
            <a:ext cx="4648200" cy="4267200"/>
            <a:chOff x="816" y="1104"/>
            <a:chExt cx="2928" cy="2688"/>
          </a:xfrm>
        </p:grpSpPr>
        <p:sp>
          <p:nvSpPr>
            <p:cNvPr id="33833" name="Text Box 5">
              <a:extLst>
                <a:ext uri="{FF2B5EF4-FFF2-40B4-BE49-F238E27FC236}">
                  <a16:creationId xmlns:a16="http://schemas.microsoft.com/office/drawing/2014/main" id="{B2D94A2B-177C-4417-B832-88FE40320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78"/>
              <a:ext cx="930" cy="2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0    0    0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0    0    1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0    1    0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0    1    1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1    0    0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1    0    1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1    1    0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1    1    1</a:t>
              </a:r>
            </a:p>
          </p:txBody>
        </p:sp>
        <p:sp>
          <p:nvSpPr>
            <p:cNvPr id="33834" name="Text Box 6">
              <a:extLst>
                <a:ext uri="{FF2B5EF4-FFF2-40B4-BE49-F238E27FC236}">
                  <a16:creationId xmlns:a16="http://schemas.microsoft.com/office/drawing/2014/main" id="{A6C42B5F-3D77-4E3F-8CD9-86F7C9B8C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" y="1152"/>
              <a:ext cx="2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3835" name="Text Box 7">
              <a:extLst>
                <a:ext uri="{FF2B5EF4-FFF2-40B4-BE49-F238E27FC236}">
                  <a16:creationId xmlns:a16="http://schemas.microsoft.com/office/drawing/2014/main" id="{EFC0FAF6-8C77-4CEF-B776-3EE65BE18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1152"/>
              <a:ext cx="2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33836" name="Text Box 8">
              <a:extLst>
                <a:ext uri="{FF2B5EF4-FFF2-40B4-BE49-F238E27FC236}">
                  <a16:creationId xmlns:a16="http://schemas.microsoft.com/office/drawing/2014/main" id="{A09C685D-8B42-463E-BA3D-4C4F4CBBC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6" y="1152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3837" name="Line 9">
              <a:extLst>
                <a:ext uri="{FF2B5EF4-FFF2-40B4-BE49-F238E27FC236}">
                  <a16:creationId xmlns:a16="http://schemas.microsoft.com/office/drawing/2014/main" id="{3A6F9387-9581-4AF7-8EDB-7FA051387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" y="1488"/>
              <a:ext cx="2910" cy="0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8" name="Line 10">
              <a:extLst>
                <a:ext uri="{FF2B5EF4-FFF2-40B4-BE49-F238E27FC236}">
                  <a16:creationId xmlns:a16="http://schemas.microsoft.com/office/drawing/2014/main" id="{3C7249D4-D0ED-46A9-B210-C27FDBB79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4" y="1104"/>
              <a:ext cx="0" cy="2688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9" name="Text Box 11">
              <a:extLst>
                <a:ext uri="{FF2B5EF4-FFF2-40B4-BE49-F238E27FC236}">
                  <a16:creationId xmlns:a16="http://schemas.microsoft.com/office/drawing/2014/main" id="{16EFFD62-DC64-4A95-9835-32FB2F81C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152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Y’+Z</a:t>
              </a:r>
            </a:p>
          </p:txBody>
        </p:sp>
        <p:sp>
          <p:nvSpPr>
            <p:cNvPr id="33840" name="Line 12">
              <a:extLst>
                <a:ext uri="{FF2B5EF4-FFF2-40B4-BE49-F238E27FC236}">
                  <a16:creationId xmlns:a16="http://schemas.microsoft.com/office/drawing/2014/main" id="{F3D4FF2C-9A7D-4718-8E77-E2A3B105B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104"/>
              <a:ext cx="0" cy="2688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1" name="Text Box 13">
              <a:extLst>
                <a:ext uri="{FF2B5EF4-FFF2-40B4-BE49-F238E27FC236}">
                  <a16:creationId xmlns:a16="http://schemas.microsoft.com/office/drawing/2014/main" id="{8FA28704-EC46-444B-8C54-77AE81DB5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" y="1152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X’+Y+Z’</a:t>
              </a:r>
            </a:p>
          </p:txBody>
        </p:sp>
        <p:sp>
          <p:nvSpPr>
            <p:cNvPr id="33842" name="Line 14">
              <a:extLst>
                <a:ext uri="{FF2B5EF4-FFF2-40B4-BE49-F238E27FC236}">
                  <a16:creationId xmlns:a16="http://schemas.microsoft.com/office/drawing/2014/main" id="{837326D4-550B-43AF-A696-F135B2A0F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104"/>
              <a:ext cx="0" cy="2688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3" name="Text Box 15">
              <a:extLst>
                <a:ext uri="{FF2B5EF4-FFF2-40B4-BE49-F238E27FC236}">
                  <a16:creationId xmlns:a16="http://schemas.microsoft.com/office/drawing/2014/main" id="{E3F6749D-E7BC-4CB4-96B4-AEA179FD4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152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3844" name="Line 16">
              <a:extLst>
                <a:ext uri="{FF2B5EF4-FFF2-40B4-BE49-F238E27FC236}">
                  <a16:creationId xmlns:a16="http://schemas.microsoft.com/office/drawing/2014/main" id="{556DC24F-4EB4-4071-9474-602D261A1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" y="1104"/>
              <a:ext cx="2910" cy="0"/>
            </a:xfrm>
            <a:prstGeom prst="line">
              <a:avLst/>
            </a:prstGeom>
            <a:noFill/>
            <a:ln w="57150" cap="sq" cmpd="thickThin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5" name="Line 17">
              <a:extLst>
                <a:ext uri="{FF2B5EF4-FFF2-40B4-BE49-F238E27FC236}">
                  <a16:creationId xmlns:a16="http://schemas.microsoft.com/office/drawing/2014/main" id="{A6E562D1-8E01-47E8-8242-31A7B8A43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" y="3792"/>
              <a:ext cx="2910" cy="0"/>
            </a:xfrm>
            <a:prstGeom prst="line">
              <a:avLst/>
            </a:prstGeom>
            <a:noFill/>
            <a:ln w="57150" cap="sq" cmpd="thinThick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6B3B6FBF-3883-4FE7-8DFF-1A5C7173F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998538"/>
            <a:ext cx="26701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POS(Product-of-sums)</a:t>
            </a:r>
            <a:endParaRPr kumimoji="1" lang="zh-CN" altLang="en-US" sz="2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OR-AND</a:t>
            </a:r>
            <a:endParaRPr kumimoji="1" lang="zh-CN" altLang="en-US" sz="2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3799" name="日期占位符 3">
            <a:extLst>
              <a:ext uri="{FF2B5EF4-FFF2-40B4-BE49-F238E27FC236}">
                <a16:creationId xmlns:a16="http://schemas.microsoft.com/office/drawing/2014/main" id="{8B2C57AD-EC37-412F-814A-37094C8754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944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9DBC913F-D720-4D25-BF33-B64E971DFE5D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0" name="Text Box 21">
            <a:extLst>
              <a:ext uri="{FF2B5EF4-FFF2-40B4-BE49-F238E27FC236}">
                <a16:creationId xmlns:a16="http://schemas.microsoft.com/office/drawing/2014/main" id="{70C98FC9-92DB-48C9-A144-9FD6F0110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513" y="2352675"/>
            <a:ext cx="379412" cy="363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en-US" altLang="zh-CN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85EC9B79-E49F-43FD-97C0-CFB3C3AC2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513" y="2349500"/>
            <a:ext cx="379412" cy="363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Text Box 19">
            <a:extLst>
              <a:ext uri="{FF2B5EF4-FFF2-40B4-BE49-F238E27FC236}">
                <a16:creationId xmlns:a16="http://schemas.microsoft.com/office/drawing/2014/main" id="{F54E4814-7970-4C3A-BDFD-D91804601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550" y="2311400"/>
            <a:ext cx="37782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5C0203B1-E52D-4667-ACC1-9F90F9A07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4554538"/>
            <a:ext cx="3778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" name="Text Box 23">
            <a:extLst>
              <a:ext uri="{FF2B5EF4-FFF2-40B4-BE49-F238E27FC236}">
                <a16:creationId xmlns:a16="http://schemas.microsoft.com/office/drawing/2014/main" id="{D052644B-A572-4BA6-8EC7-CAFA1B86F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8350" y="2295525"/>
            <a:ext cx="381000" cy="363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Text Box 20">
            <a:extLst>
              <a:ext uri="{FF2B5EF4-FFF2-40B4-BE49-F238E27FC236}">
                <a16:creationId xmlns:a16="http://schemas.microsoft.com/office/drawing/2014/main" id="{8E1545D8-227C-474F-8F84-F382CE6B1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303463"/>
            <a:ext cx="38100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6" name="Text Box 21">
            <a:extLst>
              <a:ext uri="{FF2B5EF4-FFF2-40B4-BE49-F238E27FC236}">
                <a16:creationId xmlns:a16="http://schemas.microsoft.com/office/drawing/2014/main" id="{1B192998-BC38-4C4F-A964-1C95994BA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513" y="2349500"/>
            <a:ext cx="379412" cy="363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5AC0B9DE-F88F-488A-89B5-3E2591F76F66}"/>
              </a:ext>
            </a:extLst>
          </p:cNvPr>
          <p:cNvGrpSpPr>
            <a:grpSpLocks/>
          </p:cNvGrpSpPr>
          <p:nvPr/>
        </p:nvGrpSpPr>
        <p:grpSpPr bwMode="auto">
          <a:xfrm>
            <a:off x="5246688" y="3022600"/>
            <a:ext cx="3421062" cy="2341563"/>
            <a:chOff x="1897" y="1405"/>
            <a:chExt cx="1893" cy="1139"/>
          </a:xfrm>
        </p:grpSpPr>
        <p:grpSp>
          <p:nvGrpSpPr>
            <p:cNvPr id="33824" name="Group 24">
              <a:extLst>
                <a:ext uri="{FF2B5EF4-FFF2-40B4-BE49-F238E27FC236}">
                  <a16:creationId xmlns:a16="http://schemas.microsoft.com/office/drawing/2014/main" id="{F761C98F-870A-4CEC-B7E4-66A3CB944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4" y="1536"/>
              <a:ext cx="1776" cy="1008"/>
              <a:chOff x="519" y="3024"/>
              <a:chExt cx="1776" cy="1008"/>
            </a:xfrm>
          </p:grpSpPr>
          <p:sp>
            <p:nvSpPr>
              <p:cNvPr id="33827" name="Line 25">
                <a:extLst>
                  <a:ext uri="{FF2B5EF4-FFF2-40B4-BE49-F238E27FC236}">
                    <a16:creationId xmlns:a16="http://schemas.microsoft.com/office/drawing/2014/main" id="{BCE1A1DC-2F7D-4D04-84F5-13334B96D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8" name="Line 26">
                <a:extLst>
                  <a:ext uri="{FF2B5EF4-FFF2-40B4-BE49-F238E27FC236}">
                    <a16:creationId xmlns:a16="http://schemas.microsoft.com/office/drawing/2014/main" id="{AA8499BC-D7AD-4C33-8FAD-0A8C19D16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9" name="Line 27">
                <a:extLst>
                  <a:ext uri="{FF2B5EF4-FFF2-40B4-BE49-F238E27FC236}">
                    <a16:creationId xmlns:a16="http://schemas.microsoft.com/office/drawing/2014/main" id="{ED77558E-2F4C-46F7-8637-91A726F07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30" name="Line 28">
                <a:extLst>
                  <a:ext uri="{FF2B5EF4-FFF2-40B4-BE49-F238E27FC236}">
                    <a16:creationId xmlns:a16="http://schemas.microsoft.com/office/drawing/2014/main" id="{B02506C2-F4A5-40D0-8287-41B94E155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31" name="Rectangle 29">
                <a:extLst>
                  <a:ext uri="{FF2B5EF4-FFF2-40B4-BE49-F238E27FC236}">
                    <a16:creationId xmlns:a16="http://schemas.microsoft.com/office/drawing/2014/main" id="{0C302A87-915D-46D3-933C-0EEBBB16B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3832" name="Line 30">
                <a:extLst>
                  <a:ext uri="{FF2B5EF4-FFF2-40B4-BE49-F238E27FC236}">
                    <a16:creationId xmlns:a16="http://schemas.microsoft.com/office/drawing/2014/main" id="{23CEE914-BD79-4FE0-94AF-A73B0B408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3825" name="Text Box 31">
              <a:extLst>
                <a:ext uri="{FF2B5EF4-FFF2-40B4-BE49-F238E27FC236}">
                  <a16:creationId xmlns:a16="http://schemas.microsoft.com/office/drawing/2014/main" id="{FBA012C4-9D90-4EA8-B83E-75793E660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581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3826" name="Text Box 32">
              <a:extLst>
                <a:ext uri="{FF2B5EF4-FFF2-40B4-BE49-F238E27FC236}">
                  <a16:creationId xmlns:a16="http://schemas.microsoft.com/office/drawing/2014/main" id="{69000308-5CD9-4B61-AEC0-08D8DEF9C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6" y="1405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</p:grpSp>
      <p:sp>
        <p:nvSpPr>
          <p:cNvPr id="47" name="Text Box 33">
            <a:extLst>
              <a:ext uri="{FF2B5EF4-FFF2-40B4-BE49-F238E27FC236}">
                <a16:creationId xmlns:a16="http://schemas.microsoft.com/office/drawing/2014/main" id="{181E5F0E-9A32-4498-9C85-80441BFAE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413" y="3384550"/>
            <a:ext cx="527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00</a:t>
            </a:r>
          </a:p>
        </p:txBody>
      </p:sp>
      <p:sp>
        <p:nvSpPr>
          <p:cNvPr id="48" name="Text Box 33">
            <a:extLst>
              <a:ext uri="{FF2B5EF4-FFF2-40B4-BE49-F238E27FC236}">
                <a16:creationId xmlns:a16="http://schemas.microsoft.com/office/drawing/2014/main" id="{F59CE73F-55F6-4137-9224-7E78E9861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733925"/>
            <a:ext cx="38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Text Box 34">
            <a:extLst>
              <a:ext uri="{FF2B5EF4-FFF2-40B4-BE49-F238E27FC236}">
                <a16:creationId xmlns:a16="http://schemas.microsoft.com/office/drawing/2014/main" id="{D2D6DA40-8592-454D-9EA0-6F470CA7A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396875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0" name="Text Box 35">
            <a:extLst>
              <a:ext uri="{FF2B5EF4-FFF2-40B4-BE49-F238E27FC236}">
                <a16:creationId xmlns:a16="http://schemas.microsoft.com/office/drawing/2014/main" id="{17378834-26FE-4A7D-92E5-36970BB87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477837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1" name="Text Box 33">
            <a:extLst>
              <a:ext uri="{FF2B5EF4-FFF2-40B4-BE49-F238E27FC236}">
                <a16:creationId xmlns:a16="http://schemas.microsoft.com/office/drawing/2014/main" id="{78D71D9E-943D-402A-8391-995ED7A48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384550"/>
            <a:ext cx="528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Text Box 33">
            <a:extLst>
              <a:ext uri="{FF2B5EF4-FFF2-40B4-BE49-F238E27FC236}">
                <a16:creationId xmlns:a16="http://schemas.microsoft.com/office/drawing/2014/main" id="{8CF1DB98-0B12-4D4A-969C-EF817BBBF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488" y="3384550"/>
            <a:ext cx="527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kumimoji="1"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Text Box 33">
            <a:extLst>
              <a:ext uri="{FF2B5EF4-FFF2-40B4-BE49-F238E27FC236}">
                <a16:creationId xmlns:a16="http://schemas.microsoft.com/office/drawing/2014/main" id="{E8F9F504-51F9-4B23-8F9A-5E51D2059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963" y="3384550"/>
            <a:ext cx="5286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4" name="Text Box 31">
            <a:extLst>
              <a:ext uri="{FF2B5EF4-FFF2-40B4-BE49-F238E27FC236}">
                <a16:creationId xmlns:a16="http://schemas.microsoft.com/office/drawing/2014/main" id="{0998E88B-DC22-4C42-8DC4-28AEAC9F1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525" y="2798763"/>
            <a:ext cx="539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55" name="AutoShape 6">
            <a:extLst>
              <a:ext uri="{FF2B5EF4-FFF2-40B4-BE49-F238E27FC236}">
                <a16:creationId xmlns:a16="http://schemas.microsoft.com/office/drawing/2014/main" id="{4A6850B0-BCAE-4926-A1AD-44EF15925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888" y="2349500"/>
            <a:ext cx="1530350" cy="403225"/>
          </a:xfrm>
          <a:prstGeom prst="wedgeRoundRectCallout">
            <a:avLst>
              <a:gd name="adj1" fmla="val -25458"/>
              <a:gd name="adj2" fmla="val 205932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Gray code</a:t>
            </a:r>
          </a:p>
        </p:txBody>
      </p:sp>
      <p:sp>
        <p:nvSpPr>
          <p:cNvPr id="56" name="Text Box 33">
            <a:extLst>
              <a:ext uri="{FF2B5EF4-FFF2-40B4-BE49-F238E27FC236}">
                <a16:creationId xmlns:a16="http://schemas.microsoft.com/office/drawing/2014/main" id="{0C4FAF94-979F-45E0-88A0-AFAD9596D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4733925"/>
            <a:ext cx="3794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7" name="Text Box 33">
            <a:extLst>
              <a:ext uri="{FF2B5EF4-FFF2-40B4-BE49-F238E27FC236}">
                <a16:creationId xmlns:a16="http://schemas.microsoft.com/office/drawing/2014/main" id="{E8B71F74-8B16-49E9-8295-BF1B03743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924300"/>
            <a:ext cx="38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8" name="Text Box 33">
            <a:extLst>
              <a:ext uri="{FF2B5EF4-FFF2-40B4-BE49-F238E27FC236}">
                <a16:creationId xmlns:a16="http://schemas.microsoft.com/office/drawing/2014/main" id="{278E3B20-3DA6-43FF-B85B-003F84A5B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4733925"/>
            <a:ext cx="38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Text Box 33">
            <a:extLst>
              <a:ext uri="{FF2B5EF4-FFF2-40B4-BE49-F238E27FC236}">
                <a16:creationId xmlns:a16="http://schemas.microsoft.com/office/drawing/2014/main" id="{8B75C356-FB4F-479F-89E5-F0E6A88BC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3924300"/>
            <a:ext cx="3794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Text Box 33">
            <a:extLst>
              <a:ext uri="{FF2B5EF4-FFF2-40B4-BE49-F238E27FC236}">
                <a16:creationId xmlns:a16="http://schemas.microsoft.com/office/drawing/2014/main" id="{38283332-AE8A-4F1A-ABCF-31E5669B2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3968750"/>
            <a:ext cx="3794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Text Box 33">
            <a:extLst>
              <a:ext uri="{FF2B5EF4-FFF2-40B4-BE49-F238E27FC236}">
                <a16:creationId xmlns:a16="http://schemas.microsoft.com/office/drawing/2014/main" id="{E3AC0A85-D0CF-4B0D-BD74-5573EEBC7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735513"/>
            <a:ext cx="3810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Text Box 33">
            <a:extLst>
              <a:ext uri="{FF2B5EF4-FFF2-40B4-BE49-F238E27FC236}">
                <a16:creationId xmlns:a16="http://schemas.microsoft.com/office/drawing/2014/main" id="{9060C141-A45F-478B-81C7-5D89B1DF0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3924300"/>
            <a:ext cx="38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0C65DBE-EA63-4A61-BD86-2579EE4E8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188913"/>
            <a:ext cx="7772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Truth table / K map</a:t>
            </a:r>
            <a:r>
              <a:rPr lang="zh-CN" altLang="en-US" b="1">
                <a:solidFill>
                  <a:srgbClr val="0A419B"/>
                </a:solidFill>
              </a:rPr>
              <a:t> </a:t>
            </a:r>
            <a:r>
              <a:rPr lang="zh-CN" altLang="en-US" b="1">
                <a:solidFill>
                  <a:srgbClr val="0A419B"/>
                </a:solidFill>
                <a:sym typeface="Wingdings" panose="05000000000000000000" pitchFamily="2" charset="2"/>
              </a:rPr>
              <a:t> </a:t>
            </a:r>
            <a:r>
              <a:rPr lang="en-US" altLang="zh-CN" b="1">
                <a:solidFill>
                  <a:srgbClr val="0A419B"/>
                </a:solidFill>
              </a:rPr>
              <a:t>Logic expression</a:t>
            </a:r>
            <a:endParaRPr lang="zh-CN" altLang="en-US" b="1">
              <a:solidFill>
                <a:srgbClr val="0A419B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DEA3439-738C-4A23-91D2-CA5A0C35BDA2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1268413"/>
            <a:ext cx="2049463" cy="4495800"/>
            <a:chOff x="768" y="912"/>
            <a:chExt cx="1248" cy="2832"/>
          </a:xfrm>
        </p:grpSpPr>
        <p:sp>
          <p:nvSpPr>
            <p:cNvPr id="34873" name="Text Box 5">
              <a:extLst>
                <a:ext uri="{FF2B5EF4-FFF2-40B4-BE49-F238E27FC236}">
                  <a16:creationId xmlns:a16="http://schemas.microsoft.com/office/drawing/2014/main" id="{14A4CD90-8B63-4147-AA3F-3A1D90A1C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296"/>
              <a:ext cx="789" cy="2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0  0  0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0  0  1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0  1  0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0  1  1</a:t>
              </a:r>
              <a:endParaRPr kumimoji="1" lang="zh-CN" altLang="en-US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1  0  0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1  0  1</a:t>
              </a:r>
              <a:endParaRPr kumimoji="1" lang="zh-CN" altLang="en-US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1  1  0</a:t>
              </a:r>
              <a:endParaRPr kumimoji="1" lang="zh-CN" altLang="en-US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1  1  1</a:t>
              </a:r>
            </a:p>
          </p:txBody>
        </p:sp>
        <p:sp>
          <p:nvSpPr>
            <p:cNvPr id="34874" name="Text Box 6">
              <a:extLst>
                <a:ext uri="{FF2B5EF4-FFF2-40B4-BE49-F238E27FC236}">
                  <a16:creationId xmlns:a16="http://schemas.microsoft.com/office/drawing/2014/main" id="{02BA0178-BE20-41D8-9A6E-6C591BA44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" y="969"/>
              <a:ext cx="26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4875" name="Text Box 7">
              <a:extLst>
                <a:ext uri="{FF2B5EF4-FFF2-40B4-BE49-F238E27FC236}">
                  <a16:creationId xmlns:a16="http://schemas.microsoft.com/office/drawing/2014/main" id="{A2597DD5-7B08-4F35-B7F2-ED79FBAF8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960"/>
              <a:ext cx="2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34876" name="Text Box 8">
              <a:extLst>
                <a:ext uri="{FF2B5EF4-FFF2-40B4-BE49-F238E27FC236}">
                  <a16:creationId xmlns:a16="http://schemas.microsoft.com/office/drawing/2014/main" id="{11B92D6F-EDC8-442E-9F58-C0B044E3D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8" y="960"/>
              <a:ext cx="25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4877" name="Text Box 9">
              <a:extLst>
                <a:ext uri="{FF2B5EF4-FFF2-40B4-BE49-F238E27FC236}">
                  <a16:creationId xmlns:a16="http://schemas.microsoft.com/office/drawing/2014/main" id="{D4054FD4-97BE-4BFE-9B59-3E1334EB1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960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4878" name="Line 10">
              <a:extLst>
                <a:ext uri="{FF2B5EF4-FFF2-40B4-BE49-F238E27FC236}">
                  <a16:creationId xmlns:a16="http://schemas.microsoft.com/office/drawing/2014/main" id="{1DC1AC5C-18F6-49AD-8462-814248CF5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296"/>
              <a:ext cx="120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79" name="Line 11">
              <a:extLst>
                <a:ext uri="{FF2B5EF4-FFF2-40B4-BE49-F238E27FC236}">
                  <a16:creationId xmlns:a16="http://schemas.microsoft.com/office/drawing/2014/main" id="{6AA46F11-8B98-43F9-BCF4-6DDCB227ED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912"/>
              <a:ext cx="0" cy="28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80" name="Line 12">
              <a:extLst>
                <a:ext uri="{FF2B5EF4-FFF2-40B4-BE49-F238E27FC236}">
                  <a16:creationId xmlns:a16="http://schemas.microsoft.com/office/drawing/2014/main" id="{8857E0E5-003C-4D6B-B88A-B1FD17802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912"/>
              <a:ext cx="1200" cy="0"/>
            </a:xfrm>
            <a:prstGeom prst="line">
              <a:avLst/>
            </a:prstGeom>
            <a:noFill/>
            <a:ln w="57150" cap="sq" cmpd="thickThin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81" name="Line 13">
              <a:extLst>
                <a:ext uri="{FF2B5EF4-FFF2-40B4-BE49-F238E27FC236}">
                  <a16:creationId xmlns:a16="http://schemas.microsoft.com/office/drawing/2014/main" id="{D4AB8373-9D25-4BE8-81AD-BE54D0436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3744"/>
              <a:ext cx="1248" cy="0"/>
            </a:xfrm>
            <a:prstGeom prst="line">
              <a:avLst/>
            </a:prstGeom>
            <a:noFill/>
            <a:ln w="57150" cap="sq" cmpd="thinThick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" name="Text Box 17">
            <a:extLst>
              <a:ext uri="{FF2B5EF4-FFF2-40B4-BE49-F238E27FC236}">
                <a16:creationId xmlns:a16="http://schemas.microsoft.com/office/drawing/2014/main" id="{B0ADF25D-E437-44D0-B051-5EF0455DF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700" y="3446463"/>
            <a:ext cx="4321175" cy="461962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F(X,Y,Z) =        +       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304188-C59C-4F81-80D2-F1E515974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951163"/>
            <a:ext cx="210026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SOP/AND-OR</a:t>
            </a:r>
            <a:endParaRPr kumimoji="1" lang="zh-CN" altLang="en-US" sz="24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822" name="日期占位符 3">
            <a:extLst>
              <a:ext uri="{FF2B5EF4-FFF2-40B4-BE49-F238E27FC236}">
                <a16:creationId xmlns:a16="http://schemas.microsoft.com/office/drawing/2014/main" id="{5595B40D-251E-44BB-8F28-FCDF2142D8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5E0CE5D-8281-4D0E-9753-FC402EC50354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4E10F4BD-CAE9-41DA-8043-E9B52261E513}"/>
              </a:ext>
            </a:extLst>
          </p:cNvPr>
          <p:cNvGrpSpPr>
            <a:grpSpLocks/>
          </p:cNvGrpSpPr>
          <p:nvPr/>
        </p:nvGrpSpPr>
        <p:grpSpPr bwMode="auto">
          <a:xfrm>
            <a:off x="3987800" y="908050"/>
            <a:ext cx="3419475" cy="1854200"/>
            <a:chOff x="1897" y="1405"/>
            <a:chExt cx="1893" cy="1139"/>
          </a:xfrm>
        </p:grpSpPr>
        <p:grpSp>
          <p:nvGrpSpPr>
            <p:cNvPr id="34864" name="Group 24">
              <a:extLst>
                <a:ext uri="{FF2B5EF4-FFF2-40B4-BE49-F238E27FC236}">
                  <a16:creationId xmlns:a16="http://schemas.microsoft.com/office/drawing/2014/main" id="{8D9BF3A0-A914-4778-B505-83EF1B6C40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4" y="1536"/>
              <a:ext cx="1776" cy="1008"/>
              <a:chOff x="519" y="3024"/>
              <a:chExt cx="1776" cy="1008"/>
            </a:xfrm>
          </p:grpSpPr>
          <p:sp>
            <p:nvSpPr>
              <p:cNvPr id="34867" name="Line 25">
                <a:extLst>
                  <a:ext uri="{FF2B5EF4-FFF2-40B4-BE49-F238E27FC236}">
                    <a16:creationId xmlns:a16="http://schemas.microsoft.com/office/drawing/2014/main" id="{A02145F2-DF4A-4A37-9573-517301D2B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8" name="Line 26">
                <a:extLst>
                  <a:ext uri="{FF2B5EF4-FFF2-40B4-BE49-F238E27FC236}">
                    <a16:creationId xmlns:a16="http://schemas.microsoft.com/office/drawing/2014/main" id="{1472C6DA-5191-40DF-8F6C-29E47F2B94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9" name="Line 27">
                <a:extLst>
                  <a:ext uri="{FF2B5EF4-FFF2-40B4-BE49-F238E27FC236}">
                    <a16:creationId xmlns:a16="http://schemas.microsoft.com/office/drawing/2014/main" id="{9EB6ED1F-C624-4F14-B9F2-9F80B37C0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70" name="Line 28">
                <a:extLst>
                  <a:ext uri="{FF2B5EF4-FFF2-40B4-BE49-F238E27FC236}">
                    <a16:creationId xmlns:a16="http://schemas.microsoft.com/office/drawing/2014/main" id="{7FEEA302-32BE-4DE0-B3DC-9DB5DEF8E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71" name="Rectangle 29">
                <a:extLst>
                  <a:ext uri="{FF2B5EF4-FFF2-40B4-BE49-F238E27FC236}">
                    <a16:creationId xmlns:a16="http://schemas.microsoft.com/office/drawing/2014/main" id="{324DFCBF-07FE-4C49-964B-1049D938E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4872" name="Line 30">
                <a:extLst>
                  <a:ext uri="{FF2B5EF4-FFF2-40B4-BE49-F238E27FC236}">
                    <a16:creationId xmlns:a16="http://schemas.microsoft.com/office/drawing/2014/main" id="{21A3A7AE-6DC6-4A24-9EF9-938A1AB5C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4865" name="Text Box 31">
              <a:extLst>
                <a:ext uri="{FF2B5EF4-FFF2-40B4-BE49-F238E27FC236}">
                  <a16:creationId xmlns:a16="http://schemas.microsoft.com/office/drawing/2014/main" id="{7F907131-50D1-4193-8204-9DD1D9ACF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581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4866" name="Text Box 32">
              <a:extLst>
                <a:ext uri="{FF2B5EF4-FFF2-40B4-BE49-F238E27FC236}">
                  <a16:creationId xmlns:a16="http://schemas.microsoft.com/office/drawing/2014/main" id="{AB46674A-5E93-4E83-B232-EB1B8A151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6" y="1405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</p:grpSp>
      <p:sp>
        <p:nvSpPr>
          <p:cNvPr id="57" name="Text Box 33">
            <a:extLst>
              <a:ext uri="{FF2B5EF4-FFF2-40B4-BE49-F238E27FC236}">
                <a16:creationId xmlns:a16="http://schemas.microsoft.com/office/drawing/2014/main" id="{A23470F5-D8C0-4A4D-871D-6F4966158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1133475"/>
            <a:ext cx="527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00</a:t>
            </a:r>
          </a:p>
        </p:txBody>
      </p:sp>
      <p:sp>
        <p:nvSpPr>
          <p:cNvPr id="59" name="Text Box 34">
            <a:extLst>
              <a:ext uri="{FF2B5EF4-FFF2-40B4-BE49-F238E27FC236}">
                <a16:creationId xmlns:a16="http://schemas.microsoft.com/office/drawing/2014/main" id="{B5884A80-50AC-4B65-BF4E-25D99F5A6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677988"/>
            <a:ext cx="3540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0" name="Text Box 35">
            <a:extLst>
              <a:ext uri="{FF2B5EF4-FFF2-40B4-BE49-F238E27FC236}">
                <a16:creationId xmlns:a16="http://schemas.microsoft.com/office/drawing/2014/main" id="{EB3DDF50-9232-4183-B142-B0AA4ACA4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305050"/>
            <a:ext cx="354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" name="Text Box 33">
            <a:extLst>
              <a:ext uri="{FF2B5EF4-FFF2-40B4-BE49-F238E27FC236}">
                <a16:creationId xmlns:a16="http://schemas.microsoft.com/office/drawing/2014/main" id="{DB52AB3F-5B05-452A-ADEC-25C45032E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1133475"/>
            <a:ext cx="527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Text Box 33">
            <a:extLst>
              <a:ext uri="{FF2B5EF4-FFF2-40B4-BE49-F238E27FC236}">
                <a16:creationId xmlns:a16="http://schemas.microsoft.com/office/drawing/2014/main" id="{BEED6C35-664E-4E8E-9851-12ED6F1B3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013" y="1133475"/>
            <a:ext cx="528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kumimoji="1"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Text Box 33">
            <a:extLst>
              <a:ext uri="{FF2B5EF4-FFF2-40B4-BE49-F238E27FC236}">
                <a16:creationId xmlns:a16="http://schemas.microsoft.com/office/drawing/2014/main" id="{6C85CFD5-CD17-4873-89D1-F1BE7EB38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1133475"/>
            <a:ext cx="528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4" name="Text Box 31">
            <a:extLst>
              <a:ext uri="{FF2B5EF4-FFF2-40B4-BE49-F238E27FC236}">
                <a16:creationId xmlns:a16="http://schemas.microsoft.com/office/drawing/2014/main" id="{61756CDD-F93E-4A8D-BB68-CAAF8C59C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2213" y="1628775"/>
            <a:ext cx="539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66" name="Text Box 33">
            <a:extLst>
              <a:ext uri="{FF2B5EF4-FFF2-40B4-BE49-F238E27FC236}">
                <a16:creationId xmlns:a16="http://schemas.microsoft.com/office/drawing/2014/main" id="{142AE9FD-DED0-462B-A14C-0E7EC7A9A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9665" y="2275681"/>
            <a:ext cx="379412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7" name="Text Box 33">
            <a:extLst>
              <a:ext uri="{FF2B5EF4-FFF2-40B4-BE49-F238E27FC236}">
                <a16:creationId xmlns:a16="http://schemas.microsoft.com/office/drawing/2014/main" id="{1AD97B8D-F0E7-49DD-B214-A8C702BCC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563" y="2260600"/>
            <a:ext cx="3810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Text Box 33">
            <a:extLst>
              <a:ext uri="{FF2B5EF4-FFF2-40B4-BE49-F238E27FC236}">
                <a16:creationId xmlns:a16="http://schemas.microsoft.com/office/drawing/2014/main" id="{B825651A-6334-4D42-B7C3-56F12A448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975" y="2259013"/>
            <a:ext cx="3810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Text Box 33">
            <a:extLst>
              <a:ext uri="{FF2B5EF4-FFF2-40B4-BE49-F238E27FC236}">
                <a16:creationId xmlns:a16="http://schemas.microsoft.com/office/drawing/2014/main" id="{A3BF515D-D717-45F8-BF69-8CB32EE09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1605116"/>
            <a:ext cx="379412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Text Box 33">
            <a:extLst>
              <a:ext uri="{FF2B5EF4-FFF2-40B4-BE49-F238E27FC236}">
                <a16:creationId xmlns:a16="http://schemas.microsoft.com/office/drawing/2014/main" id="{0052EF6D-C1BA-4914-98AD-43E7B79BF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425" y="1631950"/>
            <a:ext cx="379413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2" name="Text Box 5">
            <a:extLst>
              <a:ext uri="{FF2B5EF4-FFF2-40B4-BE49-F238E27FC236}">
                <a16:creationId xmlns:a16="http://schemas.microsoft.com/office/drawing/2014/main" id="{492E2BAD-7433-4DE2-9C3E-92FD9747F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700" y="1898650"/>
            <a:ext cx="449263" cy="380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300"/>
              </a:spcBef>
              <a:buFontTx/>
              <a:buNone/>
            </a:pPr>
            <a:r>
              <a:rPr kumimoji="1" lang="zh-CN" altLang="en-US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spcBef>
                <a:spcPts val="300"/>
              </a:spcBef>
              <a:buFontTx/>
              <a:buNone/>
            </a:pPr>
            <a:r>
              <a:rPr kumimoji="1" lang="zh-CN" altLang="en-US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spcBef>
                <a:spcPts val="300"/>
              </a:spcBef>
              <a:buFontTx/>
              <a:buNone/>
            </a:pPr>
            <a:r>
              <a:rPr kumimoji="1" lang="zh-CN" altLang="en-US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spcBef>
                <a:spcPts val="300"/>
              </a:spcBef>
              <a:buFontTx/>
              <a:buNone/>
            </a:pPr>
            <a:endParaRPr kumimoji="1" lang="zh-CN" altLang="en-US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kumimoji="1" lang="zh-CN" altLang="en-US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spcBef>
                <a:spcPts val="300"/>
              </a:spcBef>
              <a:buFontTx/>
              <a:buNone/>
            </a:pPr>
            <a:endParaRPr kumimoji="1" lang="zh-CN" altLang="en-US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  <a:buFontTx/>
              <a:buNone/>
            </a:pPr>
            <a:endParaRPr kumimoji="1" lang="zh-CN" altLang="en-US" b="1">
              <a:solidFill>
                <a:srgbClr val="66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kumimoji="1" lang="zh-CN" altLang="en-US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3" name="Text Box 33">
            <a:extLst>
              <a:ext uri="{FF2B5EF4-FFF2-40B4-BE49-F238E27FC236}">
                <a16:creationId xmlns:a16="http://schemas.microsoft.com/office/drawing/2014/main" id="{A45292D1-57C0-4B4B-A174-BB7C84A41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425" y="2259013"/>
            <a:ext cx="379413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" name="Text Box 33">
            <a:extLst>
              <a:ext uri="{FF2B5EF4-FFF2-40B4-BE49-F238E27FC236}">
                <a16:creationId xmlns:a16="http://schemas.microsoft.com/office/drawing/2014/main" id="{0EC08B5B-7D72-41B3-9DA8-A27FB2324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1631950"/>
            <a:ext cx="3810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5" name="Text Box 33">
            <a:extLst>
              <a:ext uri="{FF2B5EF4-FFF2-40B4-BE49-F238E27FC236}">
                <a16:creationId xmlns:a16="http://schemas.microsoft.com/office/drawing/2014/main" id="{A30E7286-5803-49DF-AF7B-92AA368F0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975" y="1631950"/>
            <a:ext cx="3810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6" name="Text Box 5">
            <a:extLst>
              <a:ext uri="{FF2B5EF4-FFF2-40B4-BE49-F238E27FC236}">
                <a16:creationId xmlns:a16="http://schemas.microsoft.com/office/drawing/2014/main" id="{5920A8AD-9A8E-4484-90B7-85BF2CA0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700" y="3249613"/>
            <a:ext cx="449263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kumimoji="1" lang="en-US" altLang="zh-CN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7" name="AutoShape 6">
            <a:extLst>
              <a:ext uri="{FF2B5EF4-FFF2-40B4-BE49-F238E27FC236}">
                <a16:creationId xmlns:a16="http://schemas.microsoft.com/office/drawing/2014/main" id="{15C77751-67C9-4A0C-A125-FF7155CA9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338513"/>
            <a:ext cx="765175" cy="314325"/>
          </a:xfrm>
          <a:prstGeom prst="wedgeRoundRectCallout">
            <a:avLst>
              <a:gd name="adj1" fmla="val -91075"/>
              <a:gd name="adj2" fmla="val 1962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X’YZ</a:t>
            </a:r>
          </a:p>
        </p:txBody>
      </p:sp>
      <p:sp>
        <p:nvSpPr>
          <p:cNvPr id="78" name="AutoShape 6">
            <a:extLst>
              <a:ext uri="{FF2B5EF4-FFF2-40B4-BE49-F238E27FC236}">
                <a16:creationId xmlns:a16="http://schemas.microsoft.com/office/drawing/2014/main" id="{C9053312-23E5-45BE-9D79-CF12692F0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4284663"/>
            <a:ext cx="765175" cy="312737"/>
          </a:xfrm>
          <a:prstGeom prst="wedgeRoundRectCallout">
            <a:avLst>
              <a:gd name="adj1" fmla="val -88661"/>
              <a:gd name="adj2" fmla="val -8581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XY’Z</a:t>
            </a:r>
          </a:p>
        </p:txBody>
      </p:sp>
      <p:sp>
        <p:nvSpPr>
          <p:cNvPr id="79" name="AutoShape 6">
            <a:extLst>
              <a:ext uri="{FF2B5EF4-FFF2-40B4-BE49-F238E27FC236}">
                <a16:creationId xmlns:a16="http://schemas.microsoft.com/office/drawing/2014/main" id="{85FAF972-C4A6-45F3-9AE5-4752F5F2D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4778375"/>
            <a:ext cx="765175" cy="314325"/>
          </a:xfrm>
          <a:prstGeom prst="wedgeRoundRectCallout">
            <a:avLst>
              <a:gd name="adj1" fmla="val -88661"/>
              <a:gd name="adj2" fmla="val -8581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XYZ’</a:t>
            </a:r>
          </a:p>
        </p:txBody>
      </p:sp>
      <p:sp>
        <p:nvSpPr>
          <p:cNvPr id="34844" name="灯片编号占位符 1">
            <a:extLst>
              <a:ext uri="{FF2B5EF4-FFF2-40B4-BE49-F238E27FC236}">
                <a16:creationId xmlns:a16="http://schemas.microsoft.com/office/drawing/2014/main" id="{B74FC0DE-4F8A-48AD-8D09-CC7326A45740}"/>
              </a:ext>
            </a:extLst>
          </p:cNvPr>
          <p:cNvSpPr txBox="1">
            <a:spLocks/>
          </p:cNvSpPr>
          <p:nvPr/>
        </p:nvSpPr>
        <p:spPr bwMode="auto">
          <a:xfrm>
            <a:off x="8316913" y="6356350"/>
            <a:ext cx="4429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eaLnBrk="1" hangingPunct="1">
              <a:buFontTx/>
              <a:buNone/>
              <a:defRPr sz="1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fld id="{13C8463E-F6EA-42AE-A7FD-D35A2047E31F}" type="slidenum">
              <a:rPr lang="zh-CN" altLang="en-US"/>
              <a:pPr/>
              <a:t>28</a:t>
            </a:fld>
            <a:endParaRPr lang="zh-CN" altLang="en-US"/>
          </a:p>
        </p:txBody>
      </p:sp>
      <p:sp>
        <p:nvSpPr>
          <p:cNvPr id="81" name="Text Box 17">
            <a:extLst>
              <a:ext uri="{FF2B5EF4-FFF2-40B4-BE49-F238E27FC236}">
                <a16:creationId xmlns:a16="http://schemas.microsoft.com/office/drawing/2014/main" id="{E325FA30-B4C3-4F5C-8350-378ECFBCD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825" y="4870450"/>
            <a:ext cx="5337175" cy="830263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F(X,Y,Z) =(          )(          )(          )   (          )(            )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FA2CA4B-C7BD-4804-91D7-48F6B58F3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3462338"/>
            <a:ext cx="879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X’YZ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BB3D268-ED25-4DFE-BC38-3F2DCECD0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3462338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XY’Z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835914E-B060-4910-9277-058F5BC55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63" y="3446463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XYZ’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Rectangle 18">
            <a:extLst>
              <a:ext uri="{FF2B5EF4-FFF2-40B4-BE49-F238E27FC236}">
                <a16:creationId xmlns:a16="http://schemas.microsoft.com/office/drawing/2014/main" id="{7BDE07A1-4ACD-4E1D-8ACD-CB821143D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4419600"/>
            <a:ext cx="210026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POS/OR-AND</a:t>
            </a:r>
            <a:endParaRPr kumimoji="1" lang="zh-CN" altLang="en-US" sz="24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7" name="AutoShape 6">
            <a:extLst>
              <a:ext uri="{FF2B5EF4-FFF2-40B4-BE49-F238E27FC236}">
                <a16:creationId xmlns:a16="http://schemas.microsoft.com/office/drawing/2014/main" id="{CF4F9EA7-8F43-45D2-9F9D-98A5BDE12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1943100"/>
            <a:ext cx="1035050" cy="314325"/>
          </a:xfrm>
          <a:prstGeom prst="wedgeRoundRectCallout">
            <a:avLst>
              <a:gd name="adj1" fmla="val -80278"/>
              <a:gd name="adj2" fmla="val 1963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X+Y+Z</a:t>
            </a:r>
          </a:p>
        </p:txBody>
      </p:sp>
      <p:sp>
        <p:nvSpPr>
          <p:cNvPr id="88" name="AutoShape 6">
            <a:extLst>
              <a:ext uri="{FF2B5EF4-FFF2-40B4-BE49-F238E27FC236}">
                <a16:creationId xmlns:a16="http://schemas.microsoft.com/office/drawing/2014/main" id="{A62555FA-4C28-4229-A0C6-BD9321A77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393950"/>
            <a:ext cx="989013" cy="314325"/>
          </a:xfrm>
          <a:prstGeom prst="wedgeRoundRectCallout">
            <a:avLst>
              <a:gd name="adj1" fmla="val -83894"/>
              <a:gd name="adj2" fmla="val 22866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X+Y+Z’</a:t>
            </a:r>
          </a:p>
        </p:txBody>
      </p:sp>
      <p:sp>
        <p:nvSpPr>
          <p:cNvPr id="89" name="AutoShape 6">
            <a:extLst>
              <a:ext uri="{FF2B5EF4-FFF2-40B4-BE49-F238E27FC236}">
                <a16:creationId xmlns:a16="http://schemas.microsoft.com/office/drawing/2014/main" id="{952A4E56-78C5-46E7-8A13-4CC4CE440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889250"/>
            <a:ext cx="989013" cy="312738"/>
          </a:xfrm>
          <a:prstGeom prst="wedgeRoundRectCallout">
            <a:avLst>
              <a:gd name="adj1" fmla="val -91074"/>
              <a:gd name="adj2" fmla="val 1963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X+Y’+Z</a:t>
            </a:r>
          </a:p>
        </p:txBody>
      </p:sp>
      <p:sp>
        <p:nvSpPr>
          <p:cNvPr id="90" name="AutoShape 6">
            <a:extLst>
              <a:ext uri="{FF2B5EF4-FFF2-40B4-BE49-F238E27FC236}">
                <a16:creationId xmlns:a16="http://schemas.microsoft.com/office/drawing/2014/main" id="{4761268C-4714-4D68-94AD-9B72C89B1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3789363"/>
            <a:ext cx="989013" cy="312737"/>
          </a:xfrm>
          <a:prstGeom prst="wedgeRoundRectCallout">
            <a:avLst>
              <a:gd name="adj1" fmla="val -91074"/>
              <a:gd name="adj2" fmla="val 1963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X’+Y+Z</a:t>
            </a:r>
          </a:p>
        </p:txBody>
      </p:sp>
      <p:sp>
        <p:nvSpPr>
          <p:cNvPr id="91" name="AutoShape 6">
            <a:extLst>
              <a:ext uri="{FF2B5EF4-FFF2-40B4-BE49-F238E27FC236}">
                <a16:creationId xmlns:a16="http://schemas.microsoft.com/office/drawing/2014/main" id="{41636433-8D1A-4A14-8827-FC460E870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5229225"/>
            <a:ext cx="1123950" cy="314325"/>
          </a:xfrm>
          <a:prstGeom prst="wedgeRoundRectCallout">
            <a:avLst>
              <a:gd name="adj1" fmla="val -81144"/>
              <a:gd name="adj2" fmla="val 9912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X’+Y’ +Z’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B3F042D-62F6-4814-8F3A-234F1F18F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325" y="4916488"/>
            <a:ext cx="984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X+Y+Z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8E7033A-8820-4A7B-826C-13C281C64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225" y="4916488"/>
            <a:ext cx="1123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X+Y+Z’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9893179-F894-48A1-89BB-ED95EFCF8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525" y="4916488"/>
            <a:ext cx="1054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X+Y’+Z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525BE49-FEF4-4F9F-AC0C-316BFDC5B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225" y="5321300"/>
            <a:ext cx="1054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X’+Y+Z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B87C47C-7A1F-48B9-AA8E-1847E8910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326063"/>
            <a:ext cx="125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X’+Y’ +Z’</a:t>
            </a:r>
          </a:p>
        </p:txBody>
      </p:sp>
      <p:sp>
        <p:nvSpPr>
          <p:cNvPr id="98" name="AutoShape 6">
            <a:extLst>
              <a:ext uri="{FF2B5EF4-FFF2-40B4-BE49-F238E27FC236}">
                <a16:creationId xmlns:a16="http://schemas.microsoft.com/office/drawing/2014/main" id="{80811223-CD18-4C0A-ACB7-63EF6523D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2484438"/>
            <a:ext cx="1377950" cy="719137"/>
          </a:xfrm>
          <a:prstGeom prst="wedgeRoundRectCallout">
            <a:avLst>
              <a:gd name="adj1" fmla="val -59164"/>
              <a:gd name="adj2" fmla="val 92389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more simple</a:t>
            </a:r>
          </a:p>
        </p:txBody>
      </p:sp>
      <p:sp>
        <p:nvSpPr>
          <p:cNvPr id="65" name="Text Box 17">
            <a:extLst>
              <a:ext uri="{FF2B5EF4-FFF2-40B4-BE49-F238E27FC236}">
                <a16:creationId xmlns:a16="http://schemas.microsoft.com/office/drawing/2014/main" id="{47BDD793-D28D-41C0-8372-D4F16A420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3851275"/>
            <a:ext cx="2970212" cy="522288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en-US" altLang="zh-CN" b="1">
                <a:latin typeface="Symbol" panose="05050102010706020507" pitchFamily="18" charset="2"/>
                <a:ea typeface="宋体" panose="02010600030101010101" pitchFamily="2" charset="-122"/>
              </a:rPr>
              <a:t>S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x,y,z 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(3,5,6)</a:t>
            </a:r>
          </a:p>
        </p:txBody>
      </p:sp>
      <p:sp>
        <p:nvSpPr>
          <p:cNvPr id="68" name="Text Box 17">
            <a:extLst>
              <a:ext uri="{FF2B5EF4-FFF2-40B4-BE49-F238E27FC236}">
                <a16:creationId xmlns:a16="http://schemas.microsoft.com/office/drawing/2014/main" id="{0ED938E9-3FEC-4D77-B9FD-4BD9DC198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688" y="5667375"/>
            <a:ext cx="3897312" cy="461963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∏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x,y,z 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(0,1,2,4,7)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690BA8C-B409-4700-A9E0-07100ED51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8" y="1854200"/>
            <a:ext cx="431800" cy="3784600"/>
          </a:xfrm>
          <a:prstGeom prst="rect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1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2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3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4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5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6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7</a:t>
            </a:r>
            <a:endParaRPr lang="zh-CN" altLang="en-US"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3EFFB002-65C9-4F25-A992-1250A384C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C87FA909-4EEB-4728-8D52-421D5F1A9EC6}" type="slidenum">
              <a:rPr lang="zh-CN" altLang="en-US" sz="1100"/>
              <a:pPr/>
              <a:t>29</a:t>
            </a:fld>
            <a:endParaRPr lang="zh-CN" altLang="en-US" sz="11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3ECE586-9835-49D7-8921-89CE18B59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188913"/>
            <a:ext cx="7772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Truth table / K map</a:t>
            </a:r>
            <a:r>
              <a:rPr lang="zh-CN" altLang="en-US" b="1">
                <a:solidFill>
                  <a:srgbClr val="0A419B"/>
                </a:solidFill>
              </a:rPr>
              <a:t> </a:t>
            </a:r>
            <a:r>
              <a:rPr lang="zh-CN" altLang="en-US" b="1">
                <a:solidFill>
                  <a:srgbClr val="0A419B"/>
                </a:solidFill>
                <a:sym typeface="Wingdings" panose="05000000000000000000" pitchFamily="2" charset="2"/>
              </a:rPr>
              <a:t> </a:t>
            </a:r>
            <a:r>
              <a:rPr lang="en-US" altLang="zh-CN" b="1">
                <a:solidFill>
                  <a:srgbClr val="0A419B"/>
                </a:solidFill>
              </a:rPr>
              <a:t>Logic expression</a:t>
            </a:r>
            <a:endParaRPr lang="zh-CN" altLang="en-US" b="1">
              <a:solidFill>
                <a:srgbClr val="0A419B"/>
              </a:solidFill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A7AB7970-BA9E-403A-AAFC-304F30B0FC57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1314450"/>
            <a:ext cx="1981200" cy="4495800"/>
            <a:chOff x="768" y="912"/>
            <a:chExt cx="1248" cy="2832"/>
          </a:xfrm>
        </p:grpSpPr>
        <p:sp>
          <p:nvSpPr>
            <p:cNvPr id="35895" name="Text Box 4">
              <a:extLst>
                <a:ext uri="{FF2B5EF4-FFF2-40B4-BE49-F238E27FC236}">
                  <a16:creationId xmlns:a16="http://schemas.microsoft.com/office/drawing/2014/main" id="{8B02BCE6-35A3-47C6-9585-BBDB4A3B4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296"/>
              <a:ext cx="1216" cy="2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0  0  0    </a:t>
              </a:r>
              <a:r>
                <a:rPr kumimoji="1" lang="zh-CN" altLang="en-US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0  0  1    </a:t>
              </a:r>
              <a:r>
                <a:rPr kumimoji="1" lang="zh-CN" altLang="en-US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0  1  0    </a:t>
              </a:r>
              <a:r>
                <a:rPr kumimoji="1" lang="zh-CN" altLang="en-US" sz="2400" b="1">
                  <a:solidFill>
                    <a:srgbClr val="66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0  1  1    </a:t>
              </a:r>
              <a:r>
                <a:rPr kumimoji="1" lang="zh-CN" altLang="en-US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1  0  0    </a:t>
              </a:r>
              <a:r>
                <a:rPr kumimoji="1" lang="zh-CN" altLang="en-US" sz="2400" b="1">
                  <a:solidFill>
                    <a:srgbClr val="66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1  0  1    </a:t>
              </a:r>
              <a:r>
                <a:rPr kumimoji="1" lang="zh-CN" altLang="en-US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1  1  0    </a:t>
              </a:r>
              <a:r>
                <a:rPr kumimoji="1" lang="zh-CN" altLang="en-US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latin typeface="Tahoma" panose="020B0604030504040204" pitchFamily="34" charset="0"/>
                  <a:ea typeface="宋体" panose="02010600030101010101" pitchFamily="2" charset="-122"/>
                </a:rPr>
                <a:t>1  1  1    </a:t>
              </a:r>
              <a:r>
                <a:rPr kumimoji="1" lang="zh-CN" altLang="en-US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5896" name="Text Box 5">
              <a:extLst>
                <a:ext uri="{FF2B5EF4-FFF2-40B4-BE49-F238E27FC236}">
                  <a16:creationId xmlns:a16="http://schemas.microsoft.com/office/drawing/2014/main" id="{A949B59F-8E96-4ACE-9298-38A341F15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" y="969"/>
              <a:ext cx="26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5897" name="Text Box 6">
              <a:extLst>
                <a:ext uri="{FF2B5EF4-FFF2-40B4-BE49-F238E27FC236}">
                  <a16:creationId xmlns:a16="http://schemas.microsoft.com/office/drawing/2014/main" id="{86492821-3BD3-4C4F-8B3E-ECCA46727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960"/>
              <a:ext cx="2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35898" name="Text Box 7">
              <a:extLst>
                <a:ext uri="{FF2B5EF4-FFF2-40B4-BE49-F238E27FC236}">
                  <a16:creationId xmlns:a16="http://schemas.microsoft.com/office/drawing/2014/main" id="{CF15801B-FAF0-4CE4-A6DE-B5B55873F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8" y="960"/>
              <a:ext cx="25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5899" name="Text Box 8">
              <a:extLst>
                <a:ext uri="{FF2B5EF4-FFF2-40B4-BE49-F238E27FC236}">
                  <a16:creationId xmlns:a16="http://schemas.microsoft.com/office/drawing/2014/main" id="{A5771022-8598-42B7-BAE2-4BABEA00E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960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5900" name="Line 9">
              <a:extLst>
                <a:ext uri="{FF2B5EF4-FFF2-40B4-BE49-F238E27FC236}">
                  <a16:creationId xmlns:a16="http://schemas.microsoft.com/office/drawing/2014/main" id="{3136D61E-7304-496A-90B7-35F7B4E8D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296"/>
              <a:ext cx="120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1" name="Line 10">
              <a:extLst>
                <a:ext uri="{FF2B5EF4-FFF2-40B4-BE49-F238E27FC236}">
                  <a16:creationId xmlns:a16="http://schemas.microsoft.com/office/drawing/2014/main" id="{37C8D46F-F791-47A2-BA83-867F51F47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912"/>
              <a:ext cx="0" cy="28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2" name="Line 11">
              <a:extLst>
                <a:ext uri="{FF2B5EF4-FFF2-40B4-BE49-F238E27FC236}">
                  <a16:creationId xmlns:a16="http://schemas.microsoft.com/office/drawing/2014/main" id="{5AB184D1-7A0C-4DA1-ADFF-1D803F703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912"/>
              <a:ext cx="1200" cy="0"/>
            </a:xfrm>
            <a:prstGeom prst="line">
              <a:avLst/>
            </a:prstGeom>
            <a:noFill/>
            <a:ln w="57150" cap="sq" cmpd="thickThin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3" name="Line 12">
              <a:extLst>
                <a:ext uri="{FF2B5EF4-FFF2-40B4-BE49-F238E27FC236}">
                  <a16:creationId xmlns:a16="http://schemas.microsoft.com/office/drawing/2014/main" id="{6FDE6291-CAD2-4EBE-A964-8EA7694EB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3744"/>
              <a:ext cx="1248" cy="0"/>
            </a:xfrm>
            <a:prstGeom prst="line">
              <a:avLst/>
            </a:prstGeom>
            <a:noFill/>
            <a:ln w="57150" cap="sq" cmpd="thinThick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45" name="日期占位符 3">
            <a:extLst>
              <a:ext uri="{FF2B5EF4-FFF2-40B4-BE49-F238E27FC236}">
                <a16:creationId xmlns:a16="http://schemas.microsoft.com/office/drawing/2014/main" id="{DE1D6F84-E176-409A-A843-2BCF0B84F1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B45B1B0F-8329-42C6-A9FD-90D6BC0A8012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7A02230F-EFFB-4BEB-B35D-7690BDFE1F2C}"/>
              </a:ext>
            </a:extLst>
          </p:cNvPr>
          <p:cNvGrpSpPr>
            <a:grpSpLocks/>
          </p:cNvGrpSpPr>
          <p:nvPr/>
        </p:nvGrpSpPr>
        <p:grpSpPr bwMode="auto">
          <a:xfrm>
            <a:off x="4164013" y="908050"/>
            <a:ext cx="3421062" cy="2025650"/>
            <a:chOff x="1897" y="1405"/>
            <a:chExt cx="1893" cy="1139"/>
          </a:xfrm>
        </p:grpSpPr>
        <p:grpSp>
          <p:nvGrpSpPr>
            <p:cNvPr id="35886" name="Group 24">
              <a:extLst>
                <a:ext uri="{FF2B5EF4-FFF2-40B4-BE49-F238E27FC236}">
                  <a16:creationId xmlns:a16="http://schemas.microsoft.com/office/drawing/2014/main" id="{C4E557EC-8162-4910-A2FE-066BE386DA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4" y="1536"/>
              <a:ext cx="1776" cy="1008"/>
              <a:chOff x="519" y="3024"/>
              <a:chExt cx="1776" cy="1008"/>
            </a:xfrm>
          </p:grpSpPr>
          <p:sp>
            <p:nvSpPr>
              <p:cNvPr id="35889" name="Line 25">
                <a:extLst>
                  <a:ext uri="{FF2B5EF4-FFF2-40B4-BE49-F238E27FC236}">
                    <a16:creationId xmlns:a16="http://schemas.microsoft.com/office/drawing/2014/main" id="{C40A8248-D1D9-4F7A-8D5E-10C9286C9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890" name="Line 26">
                <a:extLst>
                  <a:ext uri="{FF2B5EF4-FFF2-40B4-BE49-F238E27FC236}">
                    <a16:creationId xmlns:a16="http://schemas.microsoft.com/office/drawing/2014/main" id="{7F8BA130-142D-467A-A3E8-A15F79CDA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891" name="Line 27">
                <a:extLst>
                  <a:ext uri="{FF2B5EF4-FFF2-40B4-BE49-F238E27FC236}">
                    <a16:creationId xmlns:a16="http://schemas.microsoft.com/office/drawing/2014/main" id="{3F0FBEBD-ADDF-4F22-A640-2DAB6B88C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892" name="Line 28">
                <a:extLst>
                  <a:ext uri="{FF2B5EF4-FFF2-40B4-BE49-F238E27FC236}">
                    <a16:creationId xmlns:a16="http://schemas.microsoft.com/office/drawing/2014/main" id="{DF650C34-1C36-4036-A8BA-1A1CDF8D0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893" name="Rectangle 29">
                <a:extLst>
                  <a:ext uri="{FF2B5EF4-FFF2-40B4-BE49-F238E27FC236}">
                    <a16:creationId xmlns:a16="http://schemas.microsoft.com/office/drawing/2014/main" id="{28835F1E-FC6D-4F0C-8C7D-8F6FFFFE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5894" name="Line 30">
                <a:extLst>
                  <a:ext uri="{FF2B5EF4-FFF2-40B4-BE49-F238E27FC236}">
                    <a16:creationId xmlns:a16="http://schemas.microsoft.com/office/drawing/2014/main" id="{C87EB07C-D6A7-4BFA-8F45-DAC9BACFD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5887" name="Text Box 31">
              <a:extLst>
                <a:ext uri="{FF2B5EF4-FFF2-40B4-BE49-F238E27FC236}">
                  <a16:creationId xmlns:a16="http://schemas.microsoft.com/office/drawing/2014/main" id="{6EB6285E-D90A-47F8-AF10-A041CDD17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581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5888" name="Text Box 32">
              <a:extLst>
                <a:ext uri="{FF2B5EF4-FFF2-40B4-BE49-F238E27FC236}">
                  <a16:creationId xmlns:a16="http://schemas.microsoft.com/office/drawing/2014/main" id="{46C4960E-E1BD-4633-AEFB-A8963D3A5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6" y="1405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</p:grpSp>
      <p:sp>
        <p:nvSpPr>
          <p:cNvPr id="30" name="Text Box 33">
            <a:extLst>
              <a:ext uri="{FF2B5EF4-FFF2-40B4-BE49-F238E27FC236}">
                <a16:creationId xmlns:a16="http://schemas.microsoft.com/office/drawing/2014/main" id="{BAA259ED-05E8-477F-B989-6A2F8D165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738" y="1211263"/>
            <a:ext cx="527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00</a:t>
            </a:r>
          </a:p>
        </p:txBody>
      </p:sp>
      <p:sp>
        <p:nvSpPr>
          <p:cNvPr id="31" name="Text Box 34">
            <a:extLst>
              <a:ext uri="{FF2B5EF4-FFF2-40B4-BE49-F238E27FC236}">
                <a16:creationId xmlns:a16="http://schemas.microsoft.com/office/drawing/2014/main" id="{8C85FBCB-F2E2-4E89-85B8-FC3BBE4BD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438" y="171926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2" name="Text Box 35">
            <a:extLst>
              <a:ext uri="{FF2B5EF4-FFF2-40B4-BE49-F238E27FC236}">
                <a16:creationId xmlns:a16="http://schemas.microsoft.com/office/drawing/2014/main" id="{7B8A6ABD-0D34-4E84-912D-6224CD2BA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438" y="24384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4AF53739-7E32-4D92-8102-DD0ADC978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75" y="1211263"/>
            <a:ext cx="528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81A45E4E-CC68-4301-A5D6-3111FE96F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813" y="1211263"/>
            <a:ext cx="528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kumimoji="1"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99E5BA27-BB7D-4FC8-BB09-49752D482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288" y="1211263"/>
            <a:ext cx="528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7" name="Text Box 33">
            <a:extLst>
              <a:ext uri="{FF2B5EF4-FFF2-40B4-BE49-F238E27FC236}">
                <a16:creationId xmlns:a16="http://schemas.microsoft.com/office/drawing/2014/main" id="{81BABA1C-D381-422D-8B3D-2FA3A4CCD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363" y="2393950"/>
            <a:ext cx="3810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Text Box 33">
            <a:extLst>
              <a:ext uri="{FF2B5EF4-FFF2-40B4-BE49-F238E27FC236}">
                <a16:creationId xmlns:a16="http://schemas.microsoft.com/office/drawing/2014/main" id="{81DBCAED-BD10-4E63-80EB-2038A9B9C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75" y="2393950"/>
            <a:ext cx="3810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Text Box 33">
            <a:extLst>
              <a:ext uri="{FF2B5EF4-FFF2-40B4-BE49-F238E27FC236}">
                <a16:creationId xmlns:a16="http://schemas.microsoft.com/office/drawing/2014/main" id="{13A3ACE0-096A-42D2-9570-7EB900BFD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050" y="2395538"/>
            <a:ext cx="3810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Text Box 33">
            <a:extLst>
              <a:ext uri="{FF2B5EF4-FFF2-40B4-BE49-F238E27FC236}">
                <a16:creationId xmlns:a16="http://schemas.microsoft.com/office/drawing/2014/main" id="{BA83FCA6-3521-4794-A295-B0C3EBB6F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913" y="1673225"/>
            <a:ext cx="37941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3" name="Text Box 33">
            <a:extLst>
              <a:ext uri="{FF2B5EF4-FFF2-40B4-BE49-F238E27FC236}">
                <a16:creationId xmlns:a16="http://schemas.microsoft.com/office/drawing/2014/main" id="{830A6DE0-C588-41F4-AD6D-43EED4F10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75" y="1673225"/>
            <a:ext cx="38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66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4" name="Text Box 31">
            <a:extLst>
              <a:ext uri="{FF2B5EF4-FFF2-40B4-BE49-F238E27FC236}">
                <a16:creationId xmlns:a16="http://schemas.microsoft.com/office/drawing/2014/main" id="{5712B20C-614D-453B-9A23-3D6FA380E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1628775"/>
            <a:ext cx="539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45" name="Text Box 33">
            <a:extLst>
              <a:ext uri="{FF2B5EF4-FFF2-40B4-BE49-F238E27FC236}">
                <a16:creationId xmlns:a16="http://schemas.microsoft.com/office/drawing/2014/main" id="{5B78CDEE-9CC7-4271-BAE1-6398F67EA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3638" y="1717675"/>
            <a:ext cx="38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Text Box 33">
            <a:extLst>
              <a:ext uri="{FF2B5EF4-FFF2-40B4-BE49-F238E27FC236}">
                <a16:creationId xmlns:a16="http://schemas.microsoft.com/office/drawing/2014/main" id="{97AE3A8D-6C80-41E1-8337-B224933DE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25" y="2393950"/>
            <a:ext cx="3794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Text Box 33">
            <a:extLst>
              <a:ext uri="{FF2B5EF4-FFF2-40B4-BE49-F238E27FC236}">
                <a16:creationId xmlns:a16="http://schemas.microsoft.com/office/drawing/2014/main" id="{D840DA00-4F9F-4554-A597-99A73E895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050" y="1719263"/>
            <a:ext cx="3810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AutoShape 6">
            <a:extLst>
              <a:ext uri="{FF2B5EF4-FFF2-40B4-BE49-F238E27FC236}">
                <a16:creationId xmlns:a16="http://schemas.microsoft.com/office/drawing/2014/main" id="{95077AFA-37F0-4CD3-8DFD-F27B7A7DA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1989138"/>
            <a:ext cx="765175" cy="312737"/>
          </a:xfrm>
          <a:prstGeom prst="wedgeRoundRectCallout">
            <a:avLst>
              <a:gd name="adj1" fmla="val -91075"/>
              <a:gd name="adj2" fmla="val 1962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X’Y’Z’</a:t>
            </a:r>
          </a:p>
        </p:txBody>
      </p:sp>
      <p:sp>
        <p:nvSpPr>
          <p:cNvPr id="49" name="AutoShape 6">
            <a:extLst>
              <a:ext uri="{FF2B5EF4-FFF2-40B4-BE49-F238E27FC236}">
                <a16:creationId xmlns:a16="http://schemas.microsoft.com/office/drawing/2014/main" id="{B4D047CD-E2C3-4328-AD3E-F6DCF6403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3833813"/>
            <a:ext cx="990600" cy="314325"/>
          </a:xfrm>
          <a:prstGeom prst="wedgeRoundRectCallout">
            <a:avLst>
              <a:gd name="adj1" fmla="val -91074"/>
              <a:gd name="adj2" fmla="val 1963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X’+Y+Z</a:t>
            </a:r>
          </a:p>
        </p:txBody>
      </p:sp>
      <p:sp>
        <p:nvSpPr>
          <p:cNvPr id="50" name="AutoShape 6">
            <a:extLst>
              <a:ext uri="{FF2B5EF4-FFF2-40B4-BE49-F238E27FC236}">
                <a16:creationId xmlns:a16="http://schemas.microsoft.com/office/drawing/2014/main" id="{4B892D22-6178-442F-B675-17EE89077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2933700"/>
            <a:ext cx="989012" cy="314325"/>
          </a:xfrm>
          <a:prstGeom prst="wedgeRoundRectCallout">
            <a:avLst>
              <a:gd name="adj1" fmla="val -91074"/>
              <a:gd name="adj2" fmla="val 1963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X+Y’+Z</a:t>
            </a:r>
          </a:p>
        </p:txBody>
      </p:sp>
      <p:sp>
        <p:nvSpPr>
          <p:cNvPr id="51" name="Text Box 17">
            <a:extLst>
              <a:ext uri="{FF2B5EF4-FFF2-40B4-BE49-F238E27FC236}">
                <a16:creationId xmlns:a16="http://schemas.microsoft.com/office/drawing/2014/main" id="{778BBE96-F3FE-4FCF-9970-0362BC623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0" y="3473450"/>
            <a:ext cx="4508500" cy="831850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8888" indent="-1258888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F(X,Y,Z) =         +        +                    +         +         +               </a:t>
            </a:r>
          </a:p>
        </p:txBody>
      </p:sp>
      <p:sp>
        <p:nvSpPr>
          <p:cNvPr id="52" name="Rectangle 18">
            <a:extLst>
              <a:ext uri="{FF2B5EF4-FFF2-40B4-BE49-F238E27FC236}">
                <a16:creationId xmlns:a16="http://schemas.microsoft.com/office/drawing/2014/main" id="{E2A4D85E-5B6E-4AE6-B0B9-829AF211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1975" y="3019425"/>
            <a:ext cx="2100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SOP/AND-OR</a:t>
            </a:r>
            <a:endParaRPr kumimoji="1" lang="zh-CN" altLang="en-US" sz="2400" b="1">
              <a:solidFill>
                <a:srgbClr val="0033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" name="Text Box 17">
            <a:extLst>
              <a:ext uri="{FF2B5EF4-FFF2-40B4-BE49-F238E27FC236}">
                <a16:creationId xmlns:a16="http://schemas.microsoft.com/office/drawing/2014/main" id="{40EAF913-514B-45DD-91B9-2215E50DC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25" y="5273675"/>
            <a:ext cx="4841875" cy="461963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F(X,Y,Z) =(              )(              )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B401323-F365-45D8-A9CF-F6BA9B3CF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3517900"/>
            <a:ext cx="904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X’Y’Z’</a:t>
            </a:r>
            <a:endParaRPr kumimoji="1" lang="zh-CN" altLang="en-US" sz="20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F5085F5-FB6C-4231-8B4B-634BC9EBF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517900"/>
            <a:ext cx="833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X’Y’Z</a:t>
            </a:r>
            <a:endParaRPr kumimoji="1" lang="zh-CN" altLang="en-US" sz="20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2A3599F-AD17-4086-8F12-73A89C306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550" y="3517900"/>
            <a:ext cx="857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X’YZ</a:t>
            </a:r>
            <a:endParaRPr kumimoji="1" lang="zh-CN" altLang="en-US" sz="20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Rectangle 18">
            <a:extLst>
              <a:ext uri="{FF2B5EF4-FFF2-40B4-BE49-F238E27FC236}">
                <a16:creationId xmlns:a16="http://schemas.microsoft.com/office/drawing/2014/main" id="{4E55D38A-207A-41CE-B630-4355EBDAE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4868863"/>
            <a:ext cx="2100262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POS/OR-AND</a:t>
            </a:r>
            <a:endParaRPr kumimoji="1" lang="zh-CN" altLang="en-US" sz="2400" b="1">
              <a:solidFill>
                <a:srgbClr val="0033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661CC31-16DA-4F1B-8B8A-828D313F9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5368925"/>
            <a:ext cx="1755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X+Y’+Z                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64F1CFB-6934-4D85-B9B6-D3BB73FEC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4438" y="5324475"/>
            <a:ext cx="141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300"/>
              </a:spcBef>
              <a:buFontTx/>
              <a:buNone/>
            </a:pPr>
            <a:r>
              <a:rPr kumimoji="1" lang="en-US" altLang="zh-CN" sz="2000" b="1">
                <a:solidFill>
                  <a:srgbClr val="66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X’+Y+Z</a:t>
            </a:r>
          </a:p>
        </p:txBody>
      </p:sp>
      <p:sp>
        <p:nvSpPr>
          <p:cNvPr id="63" name="AutoShape 6">
            <a:extLst>
              <a:ext uri="{FF2B5EF4-FFF2-40B4-BE49-F238E27FC236}">
                <a16:creationId xmlns:a16="http://schemas.microsoft.com/office/drawing/2014/main" id="{960805B6-5FD8-4524-9B12-E9EB32825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7800" y="4598988"/>
            <a:ext cx="1709738" cy="360362"/>
          </a:xfrm>
          <a:prstGeom prst="wedgeRoundRectCallout">
            <a:avLst>
              <a:gd name="adj1" fmla="val 47013"/>
              <a:gd name="adj2" fmla="val 10258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more simple</a:t>
            </a:r>
          </a:p>
        </p:txBody>
      </p:sp>
      <p:sp>
        <p:nvSpPr>
          <p:cNvPr id="64" name="AutoShape 6">
            <a:extLst>
              <a:ext uri="{FF2B5EF4-FFF2-40B4-BE49-F238E27FC236}">
                <a16:creationId xmlns:a16="http://schemas.microsoft.com/office/drawing/2014/main" id="{39F756D4-94D5-4D58-87F4-9D4AB506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2438400"/>
            <a:ext cx="765175" cy="314325"/>
          </a:xfrm>
          <a:prstGeom prst="wedgeRoundRectCallout">
            <a:avLst>
              <a:gd name="adj1" fmla="val -91075"/>
              <a:gd name="adj2" fmla="val 1962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X’Y’Z</a:t>
            </a:r>
          </a:p>
        </p:txBody>
      </p:sp>
      <p:sp>
        <p:nvSpPr>
          <p:cNvPr id="65" name="AutoShape 6">
            <a:extLst>
              <a:ext uri="{FF2B5EF4-FFF2-40B4-BE49-F238E27FC236}">
                <a16:creationId xmlns:a16="http://schemas.microsoft.com/office/drawing/2014/main" id="{7D83E3DF-161C-44D3-ABF5-CE3233788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384550"/>
            <a:ext cx="765175" cy="312738"/>
          </a:xfrm>
          <a:prstGeom prst="wedgeRoundRectCallout">
            <a:avLst>
              <a:gd name="adj1" fmla="val -91075"/>
              <a:gd name="adj2" fmla="val 1962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X’YZ</a:t>
            </a:r>
          </a:p>
        </p:txBody>
      </p:sp>
      <p:sp>
        <p:nvSpPr>
          <p:cNvPr id="66" name="AutoShape 6">
            <a:extLst>
              <a:ext uri="{FF2B5EF4-FFF2-40B4-BE49-F238E27FC236}">
                <a16:creationId xmlns:a16="http://schemas.microsoft.com/office/drawing/2014/main" id="{01FD771A-D3FD-47A2-A0B1-19732372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325" y="4284663"/>
            <a:ext cx="765175" cy="312737"/>
          </a:xfrm>
          <a:prstGeom prst="wedgeRoundRectCallout">
            <a:avLst>
              <a:gd name="adj1" fmla="val -91075"/>
              <a:gd name="adj2" fmla="val 1962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XY’Z</a:t>
            </a:r>
          </a:p>
        </p:txBody>
      </p:sp>
      <p:sp>
        <p:nvSpPr>
          <p:cNvPr id="67" name="AutoShape 6">
            <a:extLst>
              <a:ext uri="{FF2B5EF4-FFF2-40B4-BE49-F238E27FC236}">
                <a16:creationId xmlns:a16="http://schemas.microsoft.com/office/drawing/2014/main" id="{CDE70C58-0CB0-4582-8298-635882351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733925"/>
            <a:ext cx="765175" cy="314325"/>
          </a:xfrm>
          <a:prstGeom prst="wedgeRoundRectCallout">
            <a:avLst>
              <a:gd name="adj1" fmla="val -91075"/>
              <a:gd name="adj2" fmla="val 1962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XYZ’</a:t>
            </a:r>
          </a:p>
        </p:txBody>
      </p:sp>
      <p:sp>
        <p:nvSpPr>
          <p:cNvPr id="68" name="AutoShape 6">
            <a:extLst>
              <a:ext uri="{FF2B5EF4-FFF2-40B4-BE49-F238E27FC236}">
                <a16:creationId xmlns:a16="http://schemas.microsoft.com/office/drawing/2014/main" id="{E43D5443-B419-447B-B0BB-2281E810A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325" y="5273675"/>
            <a:ext cx="765175" cy="314325"/>
          </a:xfrm>
          <a:prstGeom prst="wedgeRoundRectCallout">
            <a:avLst>
              <a:gd name="adj1" fmla="val -91075"/>
              <a:gd name="adj2" fmla="val 1962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XYZ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7A40BE5-2A92-4CA1-ACD5-850CC3D1F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3929063"/>
            <a:ext cx="857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XY’Z</a:t>
            </a:r>
            <a:endParaRPr kumimoji="1" lang="zh-CN" altLang="en-US" sz="20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7DA0CB6-2010-440E-A963-44E04D0D5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929063"/>
            <a:ext cx="857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XYZ</a:t>
            </a:r>
            <a:r>
              <a:rPr lang="en-US" altLang="zh-CN" sz="2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endParaRPr kumimoji="1" lang="zh-CN" altLang="en-US" sz="20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624461C-77FC-471A-896D-CFCE84CAF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9763" y="3929063"/>
            <a:ext cx="857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XYZ</a:t>
            </a:r>
            <a:endParaRPr kumimoji="1" lang="zh-CN" altLang="en-US" sz="20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Text Box 17">
            <a:extLst>
              <a:ext uri="{FF2B5EF4-FFF2-40B4-BE49-F238E27FC236}">
                <a16:creationId xmlns:a16="http://schemas.microsoft.com/office/drawing/2014/main" id="{C88C3712-4BF7-4EBB-9E42-CA7B4018D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413" y="4284663"/>
            <a:ext cx="3176587" cy="522287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en-US" altLang="zh-CN" b="1">
                <a:latin typeface="Symbol" panose="05050102010706020507" pitchFamily="18" charset="2"/>
                <a:ea typeface="宋体" panose="02010600030101010101" pitchFamily="2" charset="-122"/>
              </a:rPr>
              <a:t>S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x,y,z </a:t>
            </a: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(0,1,3,5,6,7)</a:t>
            </a:r>
          </a:p>
        </p:txBody>
      </p:sp>
      <p:sp>
        <p:nvSpPr>
          <p:cNvPr id="62" name="Text Box 17">
            <a:extLst>
              <a:ext uri="{FF2B5EF4-FFF2-40B4-BE49-F238E27FC236}">
                <a16:creationId xmlns:a16="http://schemas.microsoft.com/office/drawing/2014/main" id="{45D6A198-275B-42E9-81CE-6217F355F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5713413"/>
            <a:ext cx="3517900" cy="460375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∏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x,y,z </a:t>
            </a: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(2,4)</a:t>
            </a:r>
            <a:endParaRPr kumimoji="1"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FB9A5CA-A6EC-4E16-A195-69AFB2B73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1917700"/>
            <a:ext cx="431800" cy="3784600"/>
          </a:xfrm>
          <a:prstGeom prst="rect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1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2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3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4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5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6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00"/>
                </a:solidFill>
              </a:rPr>
              <a:t>7</a:t>
            </a:r>
            <a:endParaRPr lang="zh-CN" altLang="en-US"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560BEE8-EA88-4577-90C5-DE35FE7EA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2875"/>
            <a:ext cx="872331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None/>
            </a:pPr>
            <a:r>
              <a:rPr lang="en-US" altLang="zh-CN" b="1">
                <a:solidFill>
                  <a:srgbClr val="0A419B"/>
                </a:solidFill>
              </a:rPr>
              <a:t>Conversions between different representations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A00237-3392-4524-9C1C-9B2983A6B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089025"/>
            <a:ext cx="36893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CAB7D2B4-0EA1-4BE3-8AB5-A787A21ED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837A8C6F-0C32-4022-B316-EA7BD315AF22}" type="slidenum">
              <a:rPr lang="zh-CN" altLang="en-US" sz="1100"/>
              <a:pPr/>
              <a:t>30</a:t>
            </a:fld>
            <a:endParaRPr lang="zh-CN" altLang="en-US" sz="1100"/>
          </a:p>
        </p:txBody>
      </p:sp>
      <p:sp>
        <p:nvSpPr>
          <p:cNvPr id="36869" name="日期占位符 3">
            <a:extLst>
              <a:ext uri="{FF2B5EF4-FFF2-40B4-BE49-F238E27FC236}">
                <a16:creationId xmlns:a16="http://schemas.microsoft.com/office/drawing/2014/main" id="{C4C77688-109A-4301-A5D6-A04F251746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4CF72B68-2460-4F17-B643-C2AE3CD74807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FAEA7A-EDB8-4E5B-94F5-678C45CDD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1179513"/>
            <a:ext cx="6746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2A9ABF-0CEF-420F-A0AE-1BC6D3571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3" y="1268413"/>
            <a:ext cx="3984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Truth table / K map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35E2DB-4C64-49BB-8F54-C6E69B369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4375150"/>
            <a:ext cx="4227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Logic/Gates circuit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6442CB-E45A-49C6-9E01-7739F56E0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2303463"/>
            <a:ext cx="3984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Truth table / K map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7E7D42-C352-4C97-9001-79D19549A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3294063"/>
            <a:ext cx="3870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Logic/Gates circuit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1A0416C-65CD-4449-AD3B-EA624F3BE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2214563"/>
            <a:ext cx="674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61A677A-D72B-4894-834F-323EFB019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3203575"/>
            <a:ext cx="674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DBB415B-1BEB-4DC2-A9D7-DC7A2AF89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2168525"/>
            <a:ext cx="369093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842717D-1800-40CB-8A3C-35E3526D9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25" y="3114675"/>
            <a:ext cx="3690938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2D03B0B8-9F4A-47AB-A475-DE2C90A59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4194175"/>
            <a:ext cx="36909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260E657-45C4-404B-AA0E-1651E5F93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4194175"/>
            <a:ext cx="674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83FEF6-F411-4803-8321-8FCA4D8FF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3033713"/>
            <a:ext cx="12588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Chap2.10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07A9EABE-421B-4906-904D-692080C101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935A72E-9E3E-4EA9-895A-E2B79C098799}" type="slidenum">
              <a:rPr lang="zh-CN" altLang="en-US" sz="1100"/>
              <a:pPr/>
              <a:t>31</a:t>
            </a:fld>
            <a:endParaRPr lang="zh-CN" altLang="en-US" sz="1100" dirty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A140334-9550-49CF-AF1E-F241B94B0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88913"/>
            <a:ext cx="77724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Logic circuit</a:t>
            </a:r>
            <a:r>
              <a:rPr lang="zh-CN" altLang="en-US" b="1">
                <a:solidFill>
                  <a:srgbClr val="0A419B"/>
                </a:solidFill>
                <a:sym typeface="Wingdings" panose="05000000000000000000" pitchFamily="2" charset="2"/>
              </a:rPr>
              <a:t>  </a:t>
            </a: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Logic expression</a:t>
            </a:r>
            <a:endParaRPr lang="zh-CN" altLang="en-US" b="1">
              <a:solidFill>
                <a:srgbClr val="0A419B"/>
              </a:solidFill>
              <a:sym typeface="Wingdings" panose="05000000000000000000" pitchFamily="2" charset="2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96AAF474-17FE-4E6F-AE0E-C418C32B6D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8" y="1042988"/>
          <a:ext cx="4951412" cy="261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36597" imgH="1335634" progId="">
                  <p:embed/>
                </p:oleObj>
              </mc:Choice>
              <mc:Fallback>
                <p:oleObj name="Visio" r:id="rId3" imgW="2336597" imgH="1335634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8" y="1042988"/>
                        <a:ext cx="4951412" cy="2611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639C0B04-74E6-48FD-B407-F8022C4F1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00" y="3833813"/>
            <a:ext cx="42402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F =( (A+B)’+(A’+B’)’)’</a:t>
            </a:r>
            <a:endParaRPr kumimoji="1" lang="en-US" altLang="zh-CN" sz="3200" b="1">
              <a:latin typeface="Tahoma" panose="020B060403050404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F2735FD0-1378-4254-A549-803348542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2889250"/>
            <a:ext cx="1566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(A’+B’)’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DE7CB81-9606-4AC5-A485-9A025674F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1493838"/>
            <a:ext cx="1508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(A+B)’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BFF6C46D-6627-4936-B74A-50B48A2FDE6F}"/>
              </a:ext>
            </a:extLst>
          </p:cNvPr>
          <p:cNvGrpSpPr>
            <a:grpSpLocks/>
          </p:cNvGrpSpPr>
          <p:nvPr/>
        </p:nvGrpSpPr>
        <p:grpSpPr bwMode="auto">
          <a:xfrm>
            <a:off x="1962148" y="954088"/>
            <a:ext cx="524156" cy="2950869"/>
            <a:chOff x="2309" y="1095"/>
            <a:chExt cx="346" cy="1619"/>
          </a:xfrm>
        </p:grpSpPr>
        <p:sp>
          <p:nvSpPr>
            <p:cNvPr id="37913" name="Text Box 8">
              <a:extLst>
                <a:ext uri="{FF2B5EF4-FFF2-40B4-BE49-F238E27FC236}">
                  <a16:creationId xmlns:a16="http://schemas.microsoft.com/office/drawing/2014/main" id="{6E2C8883-70DB-4C61-A789-07D32AC56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" y="1095"/>
              <a:ext cx="2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7914" name="Text Box 9">
              <a:extLst>
                <a:ext uri="{FF2B5EF4-FFF2-40B4-BE49-F238E27FC236}">
                  <a16:creationId xmlns:a16="http://schemas.microsoft.com/office/drawing/2014/main" id="{DD594609-1F2B-49E1-B8EF-6BEBED302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9" y="1366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7915" name="Text Box 10">
              <a:extLst>
                <a:ext uri="{FF2B5EF4-FFF2-40B4-BE49-F238E27FC236}">
                  <a16:creationId xmlns:a16="http://schemas.microsoft.com/office/drawing/2014/main" id="{36BC43A0-5CE7-4C42-B32C-5BE92580F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7" y="2157"/>
              <a:ext cx="31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B’</a:t>
              </a:r>
            </a:p>
          </p:txBody>
        </p:sp>
        <p:sp>
          <p:nvSpPr>
            <p:cNvPr id="37916" name="Text Box 11">
              <a:extLst>
                <a:ext uri="{FF2B5EF4-FFF2-40B4-BE49-F238E27FC236}">
                  <a16:creationId xmlns:a16="http://schemas.microsoft.com/office/drawing/2014/main" id="{2F747D37-5995-4D9A-AD33-52D63E9D8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" y="2461"/>
              <a:ext cx="317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A’</a:t>
              </a:r>
            </a:p>
          </p:txBody>
        </p:sp>
      </p:grpSp>
      <p:sp>
        <p:nvSpPr>
          <p:cNvPr id="37897" name="日期占位符 3">
            <a:extLst>
              <a:ext uri="{FF2B5EF4-FFF2-40B4-BE49-F238E27FC236}">
                <a16:creationId xmlns:a16="http://schemas.microsoft.com/office/drawing/2014/main" id="{D97D1C81-ECBD-4913-9429-BE4C410538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98A3EEF-6ADA-474A-8628-B7E7A52BFE86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2290EC-7D74-44D8-8BDE-9786BB8D9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4508500"/>
            <a:ext cx="2900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=(A+B)(A’+B’)</a:t>
            </a:r>
            <a:endParaRPr kumimoji="1" lang="en-US" altLang="zh-CN" b="1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D52E24-AD65-4B08-A008-5ED8D1BB4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338" y="5065713"/>
            <a:ext cx="1954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=AB’+A’B</a:t>
            </a:r>
            <a:endParaRPr kumimoji="1" lang="en-US" altLang="zh-CN" b="1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F68682-992C-4696-A6FA-A3D455CCB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675" y="5651500"/>
            <a:ext cx="1244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=A</a:t>
            </a: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B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AC958F-5783-4AB6-A4BA-24E675B54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643438"/>
            <a:ext cx="1381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Simplify</a:t>
            </a:r>
            <a:endParaRPr lang="zh-CN" altLang="en-US" sz="2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左弧形箭头 17">
            <a:extLst>
              <a:ext uri="{FF2B5EF4-FFF2-40B4-BE49-F238E27FC236}">
                <a16:creationId xmlns:a16="http://schemas.microsoft.com/office/drawing/2014/main" id="{D9BFB144-396F-4017-8DEE-94E5ECA27654}"/>
              </a:ext>
            </a:extLst>
          </p:cNvPr>
          <p:cNvSpPr/>
          <p:nvPr/>
        </p:nvSpPr>
        <p:spPr>
          <a:xfrm>
            <a:off x="1646238" y="4103688"/>
            <a:ext cx="676275" cy="1890712"/>
          </a:xfrm>
          <a:prstGeom prst="curvedRightArrow">
            <a:avLst>
              <a:gd name="adj1" fmla="val 16120"/>
              <a:gd name="adj2" fmla="val 50000"/>
              <a:gd name="adj3" fmla="val 25000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19" name="右弧形箭头 18">
            <a:extLst>
              <a:ext uri="{FF2B5EF4-FFF2-40B4-BE49-F238E27FC236}">
                <a16:creationId xmlns:a16="http://schemas.microsoft.com/office/drawing/2014/main" id="{ACE88AE5-DA76-4AEA-BDFE-0B97C2BFEE1C}"/>
              </a:ext>
            </a:extLst>
          </p:cNvPr>
          <p:cNvSpPr/>
          <p:nvPr/>
        </p:nvSpPr>
        <p:spPr>
          <a:xfrm>
            <a:off x="6192838" y="4194175"/>
            <a:ext cx="314325" cy="720725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AEDC4A-BF6C-45EF-8261-E0AA5C2F0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6213" y="4270375"/>
            <a:ext cx="2636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  DeMorgan’s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8   Double Complement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56EED9-C216-4F17-B79E-0362795F0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3775075"/>
            <a:ext cx="2363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P38 laws&amp;theorems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右弧形箭头 21">
            <a:extLst>
              <a:ext uri="{FF2B5EF4-FFF2-40B4-BE49-F238E27FC236}">
                <a16:creationId xmlns:a16="http://schemas.microsoft.com/office/drawing/2014/main" id="{29E8BEAB-8B91-4358-953E-5B88CC2810AA}"/>
              </a:ext>
            </a:extLst>
          </p:cNvPr>
          <p:cNvSpPr/>
          <p:nvPr/>
        </p:nvSpPr>
        <p:spPr>
          <a:xfrm>
            <a:off x="6146800" y="4868863"/>
            <a:ext cx="315913" cy="674687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67BA87-C1A8-4E86-BAEB-73447B129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613" y="4973638"/>
            <a:ext cx="25669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 Distributive laws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  Inverse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68D160-A27B-4DA2-BBE7-D8B4A8B80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5791200"/>
            <a:ext cx="2363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Definition of XOR gate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右弧形箭头 24">
            <a:extLst>
              <a:ext uri="{FF2B5EF4-FFF2-40B4-BE49-F238E27FC236}">
                <a16:creationId xmlns:a16="http://schemas.microsoft.com/office/drawing/2014/main" id="{E10B4624-49ED-4CBC-87F4-85ED7515CBD1}"/>
              </a:ext>
            </a:extLst>
          </p:cNvPr>
          <p:cNvSpPr/>
          <p:nvPr/>
        </p:nvSpPr>
        <p:spPr>
          <a:xfrm>
            <a:off x="6169025" y="5499100"/>
            <a:ext cx="314325" cy="674688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F7826723-3231-45E0-A75F-ECA75D62F958}"/>
              </a:ext>
            </a:extLst>
          </p:cNvPr>
          <p:cNvSpPr txBox="1">
            <a:spLocks/>
          </p:cNvSpPr>
          <p:nvPr/>
        </p:nvSpPr>
        <p:spPr bwMode="auto">
          <a:xfrm>
            <a:off x="5492750" y="982663"/>
            <a:ext cx="3535363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lvl="1"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7030A0"/>
                </a:solidFill>
              </a:rPr>
              <a:t>Please build an XOR only with NOR gates.</a:t>
            </a:r>
            <a:endParaRPr lang="zh-CN" altLang="en-US" b="1">
              <a:solidFill>
                <a:srgbClr val="7030A0"/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C124477-A625-4161-929E-1B1D02238F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238" y="5543550"/>
            <a:ext cx="1789112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DA81E3A-A0DF-4565-A66A-B57E22294E4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44" r="11497"/>
          <a:stretch>
            <a:fillRect/>
          </a:stretch>
        </p:blipFill>
        <p:spPr bwMode="auto">
          <a:xfrm>
            <a:off x="5427663" y="1673225"/>
            <a:ext cx="368935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6A186D36-1953-4E1D-8B60-49D3850D88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D4DC8931-02BE-4A09-944F-C458BFD32261}" type="slidenum">
              <a:rPr lang="zh-CN" altLang="en-US" sz="1100"/>
              <a:pPr/>
              <a:t>32</a:t>
            </a:fld>
            <a:endParaRPr lang="zh-CN" altLang="en-US" sz="110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AB7C1D2-01E1-4D19-B257-6A8E3CB0B9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9400" y="2095500"/>
          <a:ext cx="6477000" cy="394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67080" imgH="1895002" progId="">
                  <p:embed/>
                </p:oleObj>
              </mc:Choice>
              <mc:Fallback>
                <p:oleObj name="Visio" r:id="rId2" imgW="2967080" imgH="189500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2095500"/>
                        <a:ext cx="6477000" cy="394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 algn="ctr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DDE4ABB5-CB89-48D3-8B2D-DA6E3C8F1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2875"/>
            <a:ext cx="7772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A419B"/>
                </a:solidFill>
              </a:rPr>
              <a:t>Logic expression </a:t>
            </a:r>
            <a:r>
              <a:rPr lang="zh-CN" altLang="en-US" sz="3200" b="1" dirty="0">
                <a:solidFill>
                  <a:srgbClr val="0A419B"/>
                </a:solidFill>
                <a:sym typeface="Wingdings" panose="05000000000000000000" pitchFamily="2" charset="2"/>
              </a:rPr>
              <a:t> </a:t>
            </a:r>
            <a:r>
              <a:rPr lang="en-US" altLang="zh-CN" sz="3200" b="1" dirty="0">
                <a:solidFill>
                  <a:srgbClr val="0A419B"/>
                </a:solidFill>
              </a:rPr>
              <a:t>Logic circuit</a:t>
            </a:r>
            <a:endParaRPr lang="zh-CN" altLang="en-US" sz="3200" b="1" dirty="0">
              <a:solidFill>
                <a:srgbClr val="0A419B"/>
              </a:solidFill>
            </a:endParaRP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D92B7AD6-7A61-4EF9-9C19-88BB61195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963" y="1179513"/>
            <a:ext cx="5081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600" b="1">
                <a:latin typeface="Tahoma" panose="020B0604030504040204" pitchFamily="34" charset="0"/>
                <a:ea typeface="宋体" panose="02010600030101010101" pitchFamily="2" charset="-122"/>
              </a:rPr>
              <a:t>F=(</a:t>
            </a:r>
            <a:r>
              <a:rPr kumimoji="1" lang="en-US" altLang="zh-CN" sz="36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A+B’C</a:t>
            </a:r>
            <a:r>
              <a:rPr kumimoji="1" lang="en-US" altLang="zh-CN" sz="3600" b="1">
                <a:latin typeface="Tahoma" panose="020B0604030504040204" pitchFamily="34" charset="0"/>
                <a:ea typeface="宋体" panose="02010600030101010101" pitchFamily="2" charset="-122"/>
              </a:rPr>
              <a:t>)’+</a:t>
            </a:r>
            <a:r>
              <a:rPr kumimoji="1" lang="en-US" altLang="zh-CN" sz="3600" b="1">
                <a:solidFill>
                  <a:srgbClr val="0033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A’BC’</a:t>
            </a:r>
            <a:r>
              <a:rPr kumimoji="1" lang="en-US" altLang="zh-CN" sz="3600" b="1">
                <a:latin typeface="Tahoma" panose="020B0604030504040204" pitchFamily="34" charset="0"/>
                <a:ea typeface="宋体" panose="02010600030101010101" pitchFamily="2" charset="-122"/>
              </a:rPr>
              <a:t>+C</a:t>
            </a:r>
          </a:p>
        </p:txBody>
      </p:sp>
      <p:sp>
        <p:nvSpPr>
          <p:cNvPr id="38918" name="日期占位符 3">
            <a:extLst>
              <a:ext uri="{FF2B5EF4-FFF2-40B4-BE49-F238E27FC236}">
                <a16:creationId xmlns:a16="http://schemas.microsoft.com/office/drawing/2014/main" id="{ED579CDA-81E3-4839-A12F-5FC4515AE7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47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26B0843-81FB-4B10-A434-A1DDA982EA7E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2F83D0-711C-4595-96D9-8A3D74BD7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0" y="2720975"/>
            <a:ext cx="1006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A’BC’</a:t>
            </a:r>
            <a:endParaRPr lang="zh-CN" altLang="en-US" sz="2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FB5FD9-20D1-4EC5-9913-499BB772B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3800475"/>
            <a:ext cx="714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B’C</a:t>
            </a:r>
            <a:endParaRPr lang="zh-CN" altLang="en-US" sz="2400" b="1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7FDC01-A8B2-4A9B-9F95-DAEAEF3AE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2238" y="3698875"/>
            <a:ext cx="111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A+B’C</a:t>
            </a:r>
            <a:endParaRPr lang="zh-CN" altLang="en-US" sz="2400" b="1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1F7480E8-257D-4844-AAB2-9A78938E73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1EFA4849-E729-4641-9105-EA9C94031E34}" type="slidenum">
              <a:rPr lang="zh-CN" altLang="en-US" sz="1100"/>
              <a:pPr/>
              <a:t>33</a:t>
            </a:fld>
            <a:endParaRPr lang="zh-CN" altLang="en-US" sz="1100" dirty="0"/>
          </a:p>
        </p:txBody>
      </p:sp>
      <p:sp>
        <p:nvSpPr>
          <p:cNvPr id="39940" name="Rectangle 6">
            <a:extLst>
              <a:ext uri="{FF2B5EF4-FFF2-40B4-BE49-F238E27FC236}">
                <a16:creationId xmlns:a16="http://schemas.microsoft.com/office/drawing/2014/main" id="{6F5C7348-9785-41C1-BC84-7E5806216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675" y="1897063"/>
            <a:ext cx="265588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Row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X Y Z    F </a:t>
            </a:r>
          </a:p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0  0  0    1 </a:t>
            </a:r>
          </a:p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1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0  0  1    0  </a:t>
            </a:r>
          </a:p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0  1  0    0</a:t>
            </a:r>
          </a:p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3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0  1  1    1</a:t>
            </a:r>
          </a:p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4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1  0  0    1</a:t>
            </a:r>
          </a:p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5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1  0  1    0 </a:t>
            </a:r>
          </a:p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1  1  0    1 </a:t>
            </a:r>
          </a:p>
          <a:p>
            <a:pPr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en-US" altLang="zh-CN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	1  1  1    1</a:t>
            </a:r>
          </a:p>
        </p:txBody>
      </p:sp>
      <p:sp>
        <p:nvSpPr>
          <p:cNvPr id="39941" name="矩形 8">
            <a:extLst>
              <a:ext uri="{FF2B5EF4-FFF2-40B4-BE49-F238E27FC236}">
                <a16:creationId xmlns:a16="http://schemas.microsoft.com/office/drawing/2014/main" id="{49F9498D-0FCA-4768-9B4D-6BCD210EB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1328738"/>
            <a:ext cx="21621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b="1" u="sng">
                <a:solidFill>
                  <a:srgbClr val="0A419B"/>
                </a:solidFill>
              </a:rPr>
              <a:t>Truth table</a:t>
            </a:r>
          </a:p>
        </p:txBody>
      </p:sp>
      <p:sp>
        <p:nvSpPr>
          <p:cNvPr id="39942" name="Line 4">
            <a:extLst>
              <a:ext uri="{FF2B5EF4-FFF2-40B4-BE49-F238E27FC236}">
                <a16:creationId xmlns:a16="http://schemas.microsoft.com/office/drawing/2014/main" id="{B99AFB48-6F6C-41DC-BF3A-EC7FDAFB3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1613" y="2393950"/>
            <a:ext cx="2339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3" name="Line 5">
            <a:extLst>
              <a:ext uri="{FF2B5EF4-FFF2-40B4-BE49-F238E27FC236}">
                <a16:creationId xmlns:a16="http://schemas.microsoft.com/office/drawing/2014/main" id="{87F5439B-368E-43E5-9C84-4798A41BE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6788" y="1989138"/>
            <a:ext cx="0" cy="3825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4" name="Line 5">
            <a:extLst>
              <a:ext uri="{FF2B5EF4-FFF2-40B4-BE49-F238E27FC236}">
                <a16:creationId xmlns:a16="http://schemas.microsoft.com/office/drawing/2014/main" id="{AE14A039-2476-4B73-8E29-556F5BB91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1989138"/>
            <a:ext cx="0" cy="3825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8E47E2-6A99-4EAF-9D23-EFF9F57F305C}"/>
              </a:ext>
            </a:extLst>
          </p:cNvPr>
          <p:cNvSpPr/>
          <p:nvPr/>
        </p:nvSpPr>
        <p:spPr>
          <a:xfrm>
            <a:off x="438150" y="908050"/>
            <a:ext cx="5378450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541338" indent="-541338">
              <a:defRPr/>
            </a:pPr>
            <a:r>
              <a:rPr lang="en-US" altLang="zh-CN" sz="2400" b="1" dirty="0">
                <a:latin typeface="Arial" charset="0"/>
              </a:rPr>
              <a:t>Please give the </a:t>
            </a:r>
          </a:p>
          <a:p>
            <a:pPr marL="541338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</a:rPr>
              <a:t>K-map,</a:t>
            </a:r>
            <a:endParaRPr lang="en-US" altLang="ko-KR" sz="2400" b="1" dirty="0">
              <a:latin typeface="微软雅黑" pitchFamily="34" charset="-122"/>
            </a:endParaRPr>
          </a:p>
          <a:p>
            <a:pPr marL="541338">
              <a:defRPr/>
            </a:pPr>
            <a:r>
              <a:rPr lang="en-US" altLang="ko-KR" sz="2400" b="1" dirty="0">
                <a:solidFill>
                  <a:srgbClr val="FF0000"/>
                </a:solidFill>
                <a:latin typeface="微软雅黑" pitchFamily="34" charset="-122"/>
              </a:rPr>
              <a:t>SOP</a:t>
            </a:r>
            <a:r>
              <a:rPr lang="en-US" altLang="ko-KR" sz="2400" b="1" dirty="0">
                <a:latin typeface="微软雅黑" pitchFamily="34" charset="-122"/>
              </a:rPr>
              <a:t> expression and circuit,</a:t>
            </a:r>
          </a:p>
          <a:p>
            <a:pPr marL="541338">
              <a:defRPr/>
            </a:pPr>
            <a:r>
              <a:rPr lang="en-US" altLang="ko-KR" sz="2400" b="1" dirty="0">
                <a:solidFill>
                  <a:srgbClr val="FF0000"/>
                </a:solidFill>
                <a:latin typeface="微软雅黑" pitchFamily="34" charset="-122"/>
              </a:rPr>
              <a:t>POS</a:t>
            </a:r>
            <a:r>
              <a:rPr lang="en-US" altLang="ko-KR" sz="2400" b="1" dirty="0">
                <a:latin typeface="微软雅黑" pitchFamily="34" charset="-122"/>
              </a:rPr>
              <a:t> expression and circuit, </a:t>
            </a:r>
          </a:p>
          <a:p>
            <a:pPr>
              <a:defRPr/>
            </a:pPr>
            <a:r>
              <a:rPr lang="en-US" altLang="ko-KR" sz="2400" b="1" dirty="0">
                <a:latin typeface="微软雅黑" pitchFamily="34" charset="-122"/>
              </a:rPr>
              <a:t>according to the truth table. </a:t>
            </a:r>
            <a:endParaRPr lang="zh-CN" altLang="en-US" sz="2400" dirty="0">
              <a:latin typeface="Arial" charset="0"/>
            </a:endParaRP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E684DD19-067D-43DA-B473-C3702673B3B2}"/>
              </a:ext>
            </a:extLst>
          </p:cNvPr>
          <p:cNvGrpSpPr>
            <a:grpSpLocks/>
          </p:cNvGrpSpPr>
          <p:nvPr/>
        </p:nvGrpSpPr>
        <p:grpSpPr bwMode="auto">
          <a:xfrm>
            <a:off x="846138" y="2798763"/>
            <a:ext cx="3236912" cy="1644650"/>
            <a:chOff x="1897" y="1370"/>
            <a:chExt cx="1893" cy="1174"/>
          </a:xfrm>
        </p:grpSpPr>
        <p:grpSp>
          <p:nvGrpSpPr>
            <p:cNvPr id="39966" name="Group 24">
              <a:extLst>
                <a:ext uri="{FF2B5EF4-FFF2-40B4-BE49-F238E27FC236}">
                  <a16:creationId xmlns:a16="http://schemas.microsoft.com/office/drawing/2014/main" id="{BF329FC6-5544-4B6A-81CE-C8E6D75C8B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4" y="1536"/>
              <a:ext cx="1776" cy="1008"/>
              <a:chOff x="519" y="3024"/>
              <a:chExt cx="1776" cy="1008"/>
            </a:xfrm>
          </p:grpSpPr>
          <p:sp>
            <p:nvSpPr>
              <p:cNvPr id="39969" name="Line 25">
                <a:extLst>
                  <a:ext uri="{FF2B5EF4-FFF2-40B4-BE49-F238E27FC236}">
                    <a16:creationId xmlns:a16="http://schemas.microsoft.com/office/drawing/2014/main" id="{A145E29F-7BA4-485D-9E07-7C0670E3EC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70" name="Line 26">
                <a:extLst>
                  <a:ext uri="{FF2B5EF4-FFF2-40B4-BE49-F238E27FC236}">
                    <a16:creationId xmlns:a16="http://schemas.microsoft.com/office/drawing/2014/main" id="{EFCA2AFF-C1BE-45AB-BBB8-4348561B3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71" name="Line 27">
                <a:extLst>
                  <a:ext uri="{FF2B5EF4-FFF2-40B4-BE49-F238E27FC236}">
                    <a16:creationId xmlns:a16="http://schemas.microsoft.com/office/drawing/2014/main" id="{4379A4EC-DBED-4E2B-9C01-9098775F4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72" name="Line 28">
                <a:extLst>
                  <a:ext uri="{FF2B5EF4-FFF2-40B4-BE49-F238E27FC236}">
                    <a16:creationId xmlns:a16="http://schemas.microsoft.com/office/drawing/2014/main" id="{616C99B9-5421-4FFD-9AD5-F5FC2A0BC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73" name="Rectangle 29">
                <a:extLst>
                  <a:ext uri="{FF2B5EF4-FFF2-40B4-BE49-F238E27FC236}">
                    <a16:creationId xmlns:a16="http://schemas.microsoft.com/office/drawing/2014/main" id="{E5258A91-80FB-4D65-B66E-F501F0836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9974" name="Line 30">
                <a:extLst>
                  <a:ext uri="{FF2B5EF4-FFF2-40B4-BE49-F238E27FC236}">
                    <a16:creationId xmlns:a16="http://schemas.microsoft.com/office/drawing/2014/main" id="{F5FAE41A-2477-4181-9A8A-220045FC6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9967" name="Text Box 31">
              <a:extLst>
                <a:ext uri="{FF2B5EF4-FFF2-40B4-BE49-F238E27FC236}">
                  <a16:creationId xmlns:a16="http://schemas.microsoft.com/office/drawing/2014/main" id="{F2C3ADF2-735B-41B7-9F43-B8442E306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581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9968" name="Text Box 32">
              <a:extLst>
                <a:ext uri="{FF2B5EF4-FFF2-40B4-BE49-F238E27FC236}">
                  <a16:creationId xmlns:a16="http://schemas.microsoft.com/office/drawing/2014/main" id="{5D36AE29-26BE-4667-8D36-C1644E7DF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1370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</p:grpSp>
      <p:sp>
        <p:nvSpPr>
          <p:cNvPr id="21" name="Text Box 33">
            <a:extLst>
              <a:ext uri="{FF2B5EF4-FFF2-40B4-BE49-F238E27FC236}">
                <a16:creationId xmlns:a16="http://schemas.microsoft.com/office/drawing/2014/main" id="{9CABE784-470A-45B6-A5EE-53BA90CEF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0" y="3065463"/>
            <a:ext cx="469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00</a:t>
            </a:r>
          </a:p>
        </p:txBody>
      </p:sp>
      <p:sp>
        <p:nvSpPr>
          <p:cNvPr id="22" name="Text Box 34">
            <a:extLst>
              <a:ext uri="{FF2B5EF4-FFF2-40B4-BE49-F238E27FC236}">
                <a16:creationId xmlns:a16="http://schemas.microsoft.com/office/drawing/2014/main" id="{AD705EAA-71D2-4028-93A7-366F5E242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025" y="3465513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3" name="Text Box 35">
            <a:extLst>
              <a:ext uri="{FF2B5EF4-FFF2-40B4-BE49-F238E27FC236}">
                <a16:creationId xmlns:a16="http://schemas.microsoft.com/office/drawing/2014/main" id="{8DDF01EB-B89E-49F2-BB3E-E4D726AE5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395446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4" name="Text Box 33">
            <a:extLst>
              <a:ext uri="{FF2B5EF4-FFF2-40B4-BE49-F238E27FC236}">
                <a16:creationId xmlns:a16="http://schemas.microsoft.com/office/drawing/2014/main" id="{65431E32-4D80-4C35-9095-0844F977D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3065463"/>
            <a:ext cx="469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kumimoji="1"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Text Box 33">
            <a:extLst>
              <a:ext uri="{FF2B5EF4-FFF2-40B4-BE49-F238E27FC236}">
                <a16:creationId xmlns:a16="http://schemas.microsoft.com/office/drawing/2014/main" id="{466AB9CD-0787-4EB2-A942-1665CC3A0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3065463"/>
            <a:ext cx="455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kumimoji="1" lang="zh-CN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B6B8C249-F4EA-443D-9E85-E54EFE52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3065463"/>
            <a:ext cx="469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8A89CB6B-7378-4794-A1D7-AEA6CCBB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3559175"/>
            <a:ext cx="539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8" name="Text Box 33">
            <a:extLst>
              <a:ext uri="{FF2B5EF4-FFF2-40B4-BE49-F238E27FC236}">
                <a16:creationId xmlns:a16="http://schemas.microsoft.com/office/drawing/2014/main" id="{CFB5903D-4707-4603-BD20-D15E9FD7F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0" y="3379788"/>
            <a:ext cx="3810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028102EC-09A8-4470-BFE0-E57F89307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088" y="3957638"/>
            <a:ext cx="3810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33">
            <a:extLst>
              <a:ext uri="{FF2B5EF4-FFF2-40B4-BE49-F238E27FC236}">
                <a16:creationId xmlns:a16="http://schemas.microsoft.com/office/drawing/2014/main" id="{AAF530F3-E21B-436D-BB6E-A39F0918F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3954463"/>
            <a:ext cx="3810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D6214A27-043D-41F9-BEF5-C3ACD740B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63" y="3957638"/>
            <a:ext cx="3810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ABA184F3-16A9-40CE-8BF0-02B98DB68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0" y="3376613"/>
            <a:ext cx="3810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C5663EA8-5CB0-486A-AF15-1C09893E8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3954463"/>
            <a:ext cx="379413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B7DB7C08-8411-4B9F-932F-3FE503EE8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8" y="3376613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E20B7608-B8FB-40AB-951F-045F3E674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3376613"/>
            <a:ext cx="3810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Text Box 17">
            <a:extLst>
              <a:ext uri="{FF2B5EF4-FFF2-40B4-BE49-F238E27FC236}">
                <a16:creationId xmlns:a16="http://schemas.microsoft.com/office/drawing/2014/main" id="{973D0C71-3A42-4D1A-8B27-D629A82AE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4587875"/>
            <a:ext cx="6711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SOP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 = X’Y’Z’ + X’YZ + XY’Z’ + XYZ’ +XYZ          </a:t>
            </a:r>
          </a:p>
        </p:txBody>
      </p:sp>
      <p:sp>
        <p:nvSpPr>
          <p:cNvPr id="37" name="Text Box 17">
            <a:extLst>
              <a:ext uri="{FF2B5EF4-FFF2-40B4-BE49-F238E27FC236}">
                <a16:creationId xmlns:a16="http://schemas.microsoft.com/office/drawing/2014/main" id="{686578A3-1CC1-456C-BF04-7E9995628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5397500"/>
            <a:ext cx="6153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POS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 =(X+Y+Z’)(X+Y’+Z)(X’+Y+Z’)</a:t>
            </a: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FAD60101-F804-4D4B-A2ED-2E52DA4C3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4868863"/>
            <a:ext cx="3176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en-US" altLang="zh-CN" b="1">
                <a:solidFill>
                  <a:srgbClr val="7030A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S</a:t>
            </a:r>
            <a:r>
              <a:rPr kumimoji="1" lang="en-US" altLang="zh-CN" sz="2000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x,y,z </a:t>
            </a:r>
            <a:r>
              <a:rPr kumimoji="1" lang="en-US" altLang="zh-CN" sz="20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(0, 3,4,6,7)</a:t>
            </a:r>
          </a:p>
        </p:txBody>
      </p:sp>
      <p:sp>
        <p:nvSpPr>
          <p:cNvPr id="39" name="Text Box 17">
            <a:extLst>
              <a:ext uri="{FF2B5EF4-FFF2-40B4-BE49-F238E27FC236}">
                <a16:creationId xmlns:a16="http://schemas.microsoft.com/office/drawing/2014/main" id="{6890DE28-1D14-41EE-800D-FB726A67C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5757863"/>
            <a:ext cx="3517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∏</a:t>
            </a:r>
            <a:r>
              <a:rPr kumimoji="1" lang="en-US" altLang="zh-CN" sz="20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x,y,z (1,2,5)</a:t>
            </a:r>
            <a:endParaRPr kumimoji="1" lang="en-US" altLang="zh-CN" sz="2400" b="1">
              <a:solidFill>
                <a:srgbClr val="7030A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14B9122-E113-00BB-7E6E-4B7CD2EA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233363"/>
            <a:ext cx="7772400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 dirty="0"/>
              <a:t>Exercise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8DF51E6-A720-4916-83AE-3ACA514D2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2875"/>
            <a:ext cx="872331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None/>
            </a:pPr>
            <a:r>
              <a:rPr lang="en-US" altLang="zh-CN" b="1">
                <a:solidFill>
                  <a:srgbClr val="0A419B"/>
                </a:solidFill>
              </a:rPr>
              <a:t>Conversions between different representations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520652-0078-4976-8EE8-D76A3083F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089025"/>
            <a:ext cx="36893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CD7B9F7F-A26F-42C5-9F68-EF68394B9B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314ACAFF-C3FE-46B1-8BE9-2A69F8856EC5}" type="slidenum">
              <a:rPr lang="zh-CN" altLang="en-US" sz="1100"/>
              <a:pPr/>
              <a:t>34</a:t>
            </a:fld>
            <a:endParaRPr lang="zh-CN" altLang="en-US" sz="1100"/>
          </a:p>
        </p:txBody>
      </p:sp>
      <p:sp>
        <p:nvSpPr>
          <p:cNvPr id="40965" name="日期占位符 3">
            <a:extLst>
              <a:ext uri="{FF2B5EF4-FFF2-40B4-BE49-F238E27FC236}">
                <a16:creationId xmlns:a16="http://schemas.microsoft.com/office/drawing/2014/main" id="{2BEDB38D-8756-4E1A-8774-14D1856283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47EAE6E1-9F88-4787-BDF2-4972F06268F6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192A66-5BFD-4551-8D7B-76878FF21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1179513"/>
            <a:ext cx="6746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5BA282-4C4B-484A-80CE-52FFDBBBE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3" y="1268413"/>
            <a:ext cx="3984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Truth table / K map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AACCAB-3C1D-4C69-B0C2-25B0C5157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4375150"/>
            <a:ext cx="4227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Logic/Gates circuit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79D25A-0102-4C20-8099-D2C810125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2303463"/>
            <a:ext cx="3984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Truth table / K map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9C2DDC-FF13-477E-B832-E7A22513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3294063"/>
            <a:ext cx="3870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Logic/Gates circuit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F5D6749-981D-44D2-9A93-D88CD5AB8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2214563"/>
            <a:ext cx="674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44AE8AD-63F4-4733-AFCE-4425B9BA8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3203575"/>
            <a:ext cx="674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445BCFD-DAB6-476F-9118-AC1BA276A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2168525"/>
            <a:ext cx="369093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37CD3454-751E-4CD6-9B73-90597AA9D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25" y="3114675"/>
            <a:ext cx="3690938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ABF9935-2E91-44D0-B93C-4CCFE4707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4194175"/>
            <a:ext cx="36909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A4EFA74-20E3-4FD9-9776-57C5CC872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4194175"/>
            <a:ext cx="674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744D14C8-35E6-4B2C-8CBD-55C48B481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5229225"/>
            <a:ext cx="36909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/>
              <a:t>Logic expression</a:t>
            </a:r>
            <a:endParaRPr lang="zh-CN" altLang="en-US" sz="3200" b="1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10ABAC94-6E77-4972-8900-037D31DD9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5273675"/>
            <a:ext cx="674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ym typeface="Wingdings" panose="05000000000000000000" pitchFamily="2" charset="2"/>
              </a:rPr>
              <a:t></a:t>
            </a:r>
            <a:endParaRPr lang="zh-CN" altLang="en-US" sz="3200" b="1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84437325-4E16-4312-90A2-7F76984F9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5319713"/>
            <a:ext cx="4437062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/>
              <a:t>Other logic expression</a:t>
            </a:r>
            <a:endParaRPr lang="zh-CN" altLang="en-US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A8B2DE79-6136-49FA-8A7A-17076E9F73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5698B33-C92F-4229-AC3C-A51A571C82C9}" type="slidenum">
              <a:rPr lang="zh-CN" altLang="en-US" sz="1100"/>
              <a:pPr/>
              <a:t>35</a:t>
            </a:fld>
            <a:endParaRPr lang="zh-CN" altLang="en-US" sz="11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388B05-6DE8-4E92-8D66-3A7724867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853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>
              <a:buFontTx/>
              <a:buNone/>
            </a:pPr>
            <a:r>
              <a:rPr lang="en-US" altLang="zh-CN" b="1"/>
              <a:t>Standard representations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35F191-DFA5-4AC3-8C1B-B137F2536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2552700"/>
            <a:ext cx="45894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Minterm </a:t>
            </a:r>
            <a:r>
              <a:rPr lang="en-US" altLang="zh-CN" sz="1600" b="1">
                <a:solidFill>
                  <a:srgbClr val="000000"/>
                </a:solidFill>
                <a:latin typeface="Tms Rmn"/>
                <a:ea typeface="宋体" panose="02010600030101010101" pitchFamily="2" charset="-122"/>
              </a:rPr>
              <a:t>is a product term  in which all the variables appear exactly once either complemented or  uncomplemented.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A496C2-99E5-450C-BADB-BFE3B340F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2516188"/>
            <a:ext cx="43926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Maxterm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solidFill>
                  <a:srgbClr val="000000"/>
                </a:solidFill>
                <a:latin typeface="Tms Rmn"/>
                <a:ea typeface="宋体" panose="02010600030101010101" pitchFamily="2" charset="-122"/>
              </a:rPr>
              <a:t>is a sum term in which all the variables appear exactly once either complemented or uncomplemented.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E05406-C094-45B6-ADC7-D21D8D6E2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3836988"/>
            <a:ext cx="452755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Canonical sum of Products (canonical SOP):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Tms Rmn"/>
                <a:ea typeface="宋体" panose="02010600030101010101" pitchFamily="2" charset="-122"/>
              </a:rPr>
              <a:t>A sum of the minterms corresponding to truth-table rows for which the function produces a 1 output.</a:t>
            </a:r>
            <a:endParaRPr lang="zh-CN" altLang="en-US" sz="1600" b="1">
              <a:solidFill>
                <a:srgbClr val="000000"/>
              </a:solidFill>
              <a:latin typeface="Tms Rmn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D58A35-6042-42A3-88CC-57EC88F6F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3808413"/>
            <a:ext cx="4481512" cy="117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lvl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Canonical product of Sums(canonical POS) 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marL="0" lvl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Tms Rmn"/>
                <a:ea typeface="宋体" panose="02010600030101010101" pitchFamily="2" charset="-122"/>
              </a:rPr>
              <a:t>A product of the maxterms corresponding to truth-table rows for which the function produces a 0 output.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DCECB6-8B89-44C0-A815-2CA89A17C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1763713"/>
            <a:ext cx="60753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ex) "Normal "                            ABC           A + B' +C</a:t>
            </a:r>
            <a:br>
              <a:rPr lang="en-US" altLang="zh-CN" sz="1800" b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1800" b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ex) "Non-Normal"	     ABB'           A + A'</a:t>
            </a:r>
            <a:endParaRPr lang="zh-CN" altLang="en-US" sz="1800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78EA4F-7E16-4F32-A7AE-4E5C62961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49388"/>
            <a:ext cx="889317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17663" indent="-1617663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Normal Term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000000"/>
                </a:solidFill>
                <a:latin typeface="Tms Rmn"/>
                <a:ea typeface="宋体" panose="02010600030101010101" pitchFamily="2" charset="-122"/>
              </a:rPr>
              <a:t>is a term in which no variable appears more than once.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BF520A-4AFF-46B5-B760-B23274ED3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19713"/>
            <a:ext cx="9144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>
              <a:buFontTx/>
              <a:buNone/>
            </a:pPr>
            <a:r>
              <a:rPr lang="en-US" altLang="zh-CN" b="1"/>
              <a:t>Simplify representations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8CC9A6B-D800-45D9-A903-67E324BE6A14}"/>
              </a:ext>
            </a:extLst>
          </p:cNvPr>
          <p:cNvCxnSpPr/>
          <p:nvPr/>
        </p:nvCxnSpPr>
        <p:spPr>
          <a:xfrm>
            <a:off x="0" y="2484438"/>
            <a:ext cx="9144000" cy="11112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60147FD-F2EC-4CE1-9737-1D1B58AF4C80}"/>
              </a:ext>
            </a:extLst>
          </p:cNvPr>
          <p:cNvCxnSpPr/>
          <p:nvPr/>
        </p:nvCxnSpPr>
        <p:spPr>
          <a:xfrm>
            <a:off x="4616450" y="2484438"/>
            <a:ext cx="0" cy="278923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E178F76F-77E1-491A-88AB-FC8CB267D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373438"/>
            <a:ext cx="3465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ex)   ABC      AB‘C       A’B‘C</a:t>
            </a:r>
            <a:endParaRPr lang="zh-CN" altLang="en-US" sz="1800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21BC99-A96B-4620-81E3-655B1B552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3325813"/>
            <a:ext cx="4006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ex)   A+B+C       A+B‘+C     A’+B‘+C</a:t>
            </a:r>
            <a:endParaRPr lang="zh-CN" altLang="en-US" sz="1800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F663F3-048B-4FA5-A26B-49049B348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4905375"/>
            <a:ext cx="4411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ex)      F(A,B,C) = A‘BC’ + ABC‘ + A’BC </a:t>
            </a:r>
            <a:endParaRPr lang="zh-CN" altLang="en-US" sz="1800" b="1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E964E8-95F5-4256-8A38-0E1206F9E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4940300"/>
            <a:ext cx="4483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ex) F(A,B,C) =(A+B+C)(A+B+C')(A'+B+C)</a:t>
            </a:r>
            <a:endParaRPr lang="zh-CN" altLang="en-US" sz="1800" b="1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CA9380F-E8D6-4B45-B779-49BFFBBF9AA7}"/>
              </a:ext>
            </a:extLst>
          </p:cNvPr>
          <p:cNvCxnSpPr/>
          <p:nvPr/>
        </p:nvCxnSpPr>
        <p:spPr>
          <a:xfrm>
            <a:off x="0" y="5319713"/>
            <a:ext cx="9144000" cy="20637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EFD85C12-E6C6-44B4-9ABD-59CE03645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5945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Tms Rmn"/>
                <a:ea typeface="宋体" panose="02010600030101010101" pitchFamily="2" charset="-122"/>
              </a:rPr>
              <a:t>Use the non-normal term to </a:t>
            </a:r>
            <a:r>
              <a:rPr lang="en-US" altLang="zh-CN" sz="1800" b="1">
                <a:solidFill>
                  <a:srgbClr val="FF0000"/>
                </a:solidFill>
                <a:latin typeface="Tms Rmn"/>
                <a:ea typeface="宋体" panose="02010600030101010101" pitchFamily="2" charset="-122"/>
              </a:rPr>
              <a:t>minimize the cost </a:t>
            </a:r>
            <a:r>
              <a:rPr lang="en-US" altLang="zh-CN" sz="1800" b="1">
                <a:solidFill>
                  <a:srgbClr val="000000"/>
                </a:solidFill>
                <a:latin typeface="Tms Rmn"/>
                <a:ea typeface="宋体" panose="02010600030101010101" pitchFamily="2" charset="-122"/>
              </a:rPr>
              <a:t>of realizing a logical function.</a:t>
            </a:r>
            <a:endParaRPr lang="zh-CN" altLang="en-US" sz="1800" b="1">
              <a:solidFill>
                <a:srgbClr val="000000"/>
              </a:solidFill>
              <a:latin typeface="Tms Rmn"/>
              <a:ea typeface="宋体" panose="02010600030101010101" pitchFamily="2" charset="-122"/>
            </a:endParaRPr>
          </a:p>
        </p:txBody>
      </p:sp>
      <p:sp>
        <p:nvSpPr>
          <p:cNvPr id="42003" name="Rectangle 2">
            <a:extLst>
              <a:ext uri="{FF2B5EF4-FFF2-40B4-BE49-F238E27FC236}">
                <a16:creationId xmlns:a16="http://schemas.microsoft.com/office/drawing/2014/main" id="{16A61EFB-5295-415A-BDB6-233A1C51A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88913"/>
            <a:ext cx="8623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A419B"/>
                </a:solidFill>
              </a:rPr>
              <a:t>Logic expression </a:t>
            </a:r>
            <a:r>
              <a:rPr lang="zh-CN" altLang="en-US" b="1">
                <a:solidFill>
                  <a:srgbClr val="0A419B"/>
                </a:solidFill>
                <a:sym typeface="Wingdings" panose="05000000000000000000" pitchFamily="2" charset="2"/>
              </a:rPr>
              <a:t> </a:t>
            </a:r>
            <a:r>
              <a:rPr lang="en-US" altLang="zh-CN" b="1">
                <a:solidFill>
                  <a:srgbClr val="0A419B"/>
                </a:solidFill>
                <a:sym typeface="Wingdings" panose="05000000000000000000" pitchFamily="2" charset="2"/>
              </a:rPr>
              <a:t>other </a:t>
            </a:r>
            <a:r>
              <a:rPr lang="en-US" altLang="zh-CN" b="1">
                <a:solidFill>
                  <a:srgbClr val="0A419B"/>
                </a:solidFill>
              </a:rPr>
              <a:t>Logic expression</a:t>
            </a:r>
            <a:endParaRPr lang="zh-CN" altLang="en-US" b="1">
              <a:solidFill>
                <a:srgbClr val="0A419B"/>
              </a:solidFill>
            </a:endParaRPr>
          </a:p>
        </p:txBody>
      </p:sp>
      <p:sp>
        <p:nvSpPr>
          <p:cNvPr id="42004" name="日期占位符 3">
            <a:extLst>
              <a:ext uri="{FF2B5EF4-FFF2-40B4-BE49-F238E27FC236}">
                <a16:creationId xmlns:a16="http://schemas.microsoft.com/office/drawing/2014/main" id="{3787B1F6-0EF7-4561-9EBB-589EBB9178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47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EE915124-B0DC-466E-9DD8-DB2CFD79131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2005" name="矩形 24">
            <a:extLst>
              <a:ext uri="{FF2B5EF4-FFF2-40B4-BE49-F238E27FC236}">
                <a16:creationId xmlns:a16="http://schemas.microsoft.com/office/drawing/2014/main" id="{27CFB9BD-112C-4549-BE33-FD4998FB3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968375"/>
            <a:ext cx="15462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Chap2.8</a:t>
            </a:r>
            <a:r>
              <a:rPr lang="zh-CN" altLang="en-US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2.9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B5E73AB7-0E7F-475F-80A3-85363E8AD8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07CB05F8-5C95-460C-A2F6-2E98E14F1506}" type="slidenum">
              <a:rPr lang="zh-CN" altLang="en-US" sz="1100"/>
              <a:pPr/>
              <a:t>36</a:t>
            </a:fld>
            <a:endParaRPr lang="zh-CN" altLang="en-US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A7E47-D20D-4CAA-B11B-0FEDDE462049}"/>
              </a:ext>
            </a:extLst>
          </p:cNvPr>
          <p:cNvSpPr txBox="1">
            <a:spLocks noChangeArrowheads="1"/>
          </p:cNvSpPr>
          <p:nvPr/>
        </p:nvSpPr>
        <p:spPr>
          <a:xfrm>
            <a:off x="385763" y="125413"/>
            <a:ext cx="8758237" cy="603250"/>
          </a:xfrm>
          <a:prstGeom prst="rect">
            <a:avLst/>
          </a:prstGeom>
          <a:noFill/>
        </p:spPr>
        <p:txBody>
          <a:bodyPr lIns="92075" tIns="46038" rIns="92075" bIns="46038"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dirty="0" err="1">
                <a:ea typeface="宋体" panose="02010600030101010101" pitchFamily="2" charset="-122"/>
              </a:rPr>
              <a:t>Minterm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ea typeface="宋体" panose="02010600030101010101" pitchFamily="2" charset="-122"/>
              </a:rPr>
              <a:t>vs. </a:t>
            </a:r>
            <a:r>
              <a:rPr lang="en-US" altLang="zh-CN" sz="2800" dirty="0" err="1">
                <a:solidFill>
                  <a:srgbClr val="FF0000"/>
                </a:solidFill>
                <a:ea typeface="宋体" panose="02010600030101010101" pitchFamily="2" charset="-122"/>
              </a:rPr>
              <a:t>Maxterm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ea typeface="宋体" panose="02010600030101010101" pitchFamily="2" charset="-122"/>
              </a:rPr>
              <a:t>&amp;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Canonical</a:t>
            </a:r>
            <a:r>
              <a:rPr lang="en-US" altLang="ko-KR" sz="28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ea typeface="隶书" panose="02010509060101010101" pitchFamily="49" charset="-122"/>
              </a:rPr>
              <a:t>SOP</a:t>
            </a:r>
            <a:r>
              <a:rPr lang="en-US" altLang="ko-KR" sz="28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</a:t>
            </a:r>
            <a:r>
              <a:rPr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vs.</a:t>
            </a:r>
            <a:r>
              <a:rPr lang="en-US" altLang="ko-KR" sz="28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POS 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2C7C37-936F-4C70-94A0-07BFBD191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998538"/>
            <a:ext cx="8712200" cy="85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23888" indent="-357188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2400" b="1"/>
              <a:t>Given</a:t>
            </a:r>
            <a:r>
              <a:rPr lang="en-US" altLang="zh-CN" sz="1800" b="1">
                <a:ea typeface="宋体" panose="02010600030101010101" pitchFamily="2" charset="-122"/>
              </a:rPr>
              <a:t>  </a:t>
            </a:r>
            <a:r>
              <a:rPr lang="en-US" altLang="zh-CN" sz="2400" b="1" i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  <a:ea typeface="宋体" panose="02010600030101010101" pitchFamily="2" charset="-122"/>
              </a:rPr>
              <a:t>A,B,C </a:t>
            </a:r>
            <a:r>
              <a:rPr lang="en-US" alt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)=C’</a:t>
            </a:r>
            <a:r>
              <a:rPr lang="en-US" altLang="zh-CN" sz="1800" b="1">
                <a:ea typeface="宋体" panose="02010600030101010101" pitchFamily="2" charset="-122"/>
              </a:rPr>
              <a:t>, </a:t>
            </a:r>
            <a:r>
              <a:rPr lang="en-US" altLang="zh-CN" sz="2400" b="1"/>
              <a:t>please construct the truth table and express in both maxterm and minterm form.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9B7F6E-096A-48DA-BD37-046A1EC4B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1881188"/>
            <a:ext cx="4527550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buClr>
                <a:schemeClr val="accent2"/>
              </a:buClr>
              <a:buFontTx/>
              <a:buNone/>
            </a:pPr>
            <a:r>
              <a:rPr kumimoji="1" lang="en-US" altLang="zh-CN" sz="2400" b="1">
                <a:latin typeface="Arial Narrow" panose="020B0606020202030204" pitchFamily="34" charset="0"/>
                <a:ea typeface="宋体" panose="02010600030101010101" pitchFamily="2" charset="-122"/>
              </a:rPr>
              <a:t>In genaral , the relationship between </a:t>
            </a:r>
            <a:r>
              <a:rPr kumimoji="1" lang="en-US" altLang="zh-CN" sz="2400" b="1">
                <a:solidFill>
                  <a:srgbClr val="0A419B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minterm </a:t>
            </a:r>
            <a:r>
              <a:rPr kumimoji="1" lang="en-US" altLang="zh-CN" sz="2400" b="1" i="1">
                <a:solidFill>
                  <a:srgbClr val="0A419B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m</a:t>
            </a:r>
            <a:r>
              <a:rPr kumimoji="1" lang="en-US" altLang="zh-CN" sz="2400" b="1" i="1" baseline="-25000">
                <a:solidFill>
                  <a:srgbClr val="0A419B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i</a:t>
            </a:r>
            <a:r>
              <a:rPr kumimoji="1" lang="en-US" altLang="zh-CN" sz="2400" b="1">
                <a:solidFill>
                  <a:srgbClr val="0A419B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1">
                <a:latin typeface="Arial Narrow" panose="020B0606020202030204" pitchFamily="34" charset="0"/>
                <a:ea typeface="宋体" panose="02010600030101010101" pitchFamily="2" charset="-122"/>
              </a:rPr>
              <a:t>and </a:t>
            </a:r>
            <a:r>
              <a:rPr kumimoji="1" lang="en-US" altLang="zh-CN" sz="2400" b="1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maxterm </a:t>
            </a:r>
            <a:r>
              <a:rPr kumimoji="1" lang="en-US" altLang="zh-CN" sz="2400" b="1" i="1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M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i </a:t>
            </a:r>
            <a:r>
              <a:rPr kumimoji="1" lang="en-US" altLang="zh-CN" sz="2400" b="1">
                <a:latin typeface="Arial Narrow" panose="020B0606020202030204" pitchFamily="34" charset="0"/>
                <a:ea typeface="宋体" panose="02010600030101010101" pitchFamily="2" charset="-122"/>
              </a:rPr>
              <a:t>is:</a:t>
            </a:r>
            <a:endParaRPr kumimoji="1" lang="zh-CN" altLang="en-US" sz="2000" b="1" baseline="-2500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705E23A2-55C6-4623-9295-7BC16D371926}"/>
              </a:ext>
            </a:extLst>
          </p:cNvPr>
          <p:cNvGraphicFramePr>
            <a:graphicFrameLocks/>
          </p:cNvGraphicFramePr>
          <p:nvPr/>
        </p:nvGraphicFramePr>
        <p:xfrm>
          <a:off x="349250" y="2241550"/>
          <a:ext cx="3627438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623217" imgH="2657969" progId="Word.Document.8">
                  <p:embed/>
                </p:oleObj>
              </mc:Choice>
              <mc:Fallback>
                <p:oleObj name="Document" r:id="rId3" imgW="3623217" imgH="2657969" progId="Word.Documen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2241550"/>
                        <a:ext cx="3627438" cy="263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日期占位符 3">
            <a:extLst>
              <a:ext uri="{FF2B5EF4-FFF2-40B4-BE49-F238E27FC236}">
                <a16:creationId xmlns:a16="http://schemas.microsoft.com/office/drawing/2014/main" id="{8A162E3E-846A-42EA-A43F-68F025EF6E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3E80CA3-A4A3-41C3-B6BE-5C33FFB1F4F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8CEB29-C53C-410C-BE64-E199C917A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8" y="5184775"/>
            <a:ext cx="4589462" cy="958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92175" lvl="1" indent="-892175" defTabSz="811213">
              <a:lnSpc>
                <a:spcPct val="150000"/>
              </a:lnSpc>
              <a:defRPr/>
            </a:pPr>
            <a:r>
              <a:rPr lang="en-US" altLang="zh-CN" sz="2000" b="1" i="1" dirty="0">
                <a:latin typeface="Arial" charset="0"/>
              </a:rPr>
              <a:t>F</a:t>
            </a:r>
            <a:r>
              <a:rPr lang="en-US" altLang="zh-CN" sz="2000" b="1" dirty="0">
                <a:latin typeface="Arial" charset="0"/>
              </a:rPr>
              <a:t>(</a:t>
            </a:r>
            <a:r>
              <a:rPr lang="en-US" altLang="zh-CN" sz="2000" b="1" i="1" dirty="0">
                <a:latin typeface="Arial" charset="0"/>
              </a:rPr>
              <a:t>A,B,C</a:t>
            </a:r>
            <a:r>
              <a:rPr lang="en-US" altLang="zh-CN" sz="2000" b="1" dirty="0">
                <a:latin typeface="Arial" charset="0"/>
              </a:rPr>
              <a:t>) = </a:t>
            </a:r>
            <a:r>
              <a:rPr lang="en-US" altLang="zh-CN" sz="2000" b="1" i="1" dirty="0">
                <a:latin typeface="Arial" charset="0"/>
              </a:rPr>
              <a:t>M</a:t>
            </a:r>
            <a:r>
              <a:rPr lang="en-US" altLang="zh-CN" sz="2000" b="1" i="1" baseline="-25000" dirty="0">
                <a:latin typeface="Arial" charset="0"/>
              </a:rPr>
              <a:t>1</a:t>
            </a:r>
            <a:r>
              <a:rPr lang="en-US" altLang="zh-CN" sz="2000" b="1" i="1" dirty="0">
                <a:latin typeface="Arial" charset="0"/>
              </a:rPr>
              <a:t>M</a:t>
            </a:r>
            <a:r>
              <a:rPr lang="en-US" altLang="zh-CN" sz="2000" b="1" i="1" baseline="-25000" dirty="0">
                <a:latin typeface="Arial" charset="0"/>
              </a:rPr>
              <a:t>3</a:t>
            </a:r>
            <a:r>
              <a:rPr lang="en-US" altLang="zh-CN" sz="2000" b="1" i="1" dirty="0">
                <a:latin typeface="Arial" charset="0"/>
              </a:rPr>
              <a:t>M</a:t>
            </a:r>
            <a:r>
              <a:rPr lang="en-US" altLang="zh-CN" sz="2000" b="1" i="1" baseline="-25000" dirty="0">
                <a:latin typeface="Arial" charset="0"/>
              </a:rPr>
              <a:t>5</a:t>
            </a:r>
            <a:r>
              <a:rPr lang="en-US" altLang="zh-CN" sz="2000" b="1" i="1" dirty="0">
                <a:latin typeface="Arial" charset="0"/>
              </a:rPr>
              <a:t>M</a:t>
            </a:r>
            <a:r>
              <a:rPr lang="en-US" altLang="zh-CN" sz="2000" b="1" i="1" baseline="-25000" dirty="0">
                <a:latin typeface="Arial" charset="0"/>
              </a:rPr>
              <a:t>7</a:t>
            </a:r>
            <a:r>
              <a:rPr lang="en-US" altLang="zh-CN" sz="2000" b="1" i="1" dirty="0">
                <a:latin typeface="Arial" charset="0"/>
              </a:rPr>
              <a:t>  = </a:t>
            </a:r>
            <a:r>
              <a:rPr lang="en-US" altLang="zh-CN" sz="2000" b="1" dirty="0">
                <a:solidFill>
                  <a:srgbClr val="FF0000"/>
                </a:solidFill>
                <a:latin typeface="Symbol" pitchFamily="18" charset="2"/>
              </a:rPr>
              <a:t>P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+mn-lt"/>
              </a:rPr>
              <a:t>ABC</a:t>
            </a:r>
            <a:r>
              <a:rPr lang="en-US" altLang="zh-CN" sz="2000" b="1" dirty="0">
                <a:solidFill>
                  <a:srgbClr val="FF0000"/>
                </a:solidFill>
                <a:latin typeface="Arial" charset="0"/>
              </a:rPr>
              <a:t>(1,3,5,7)</a:t>
            </a:r>
            <a:r>
              <a:rPr lang="en-US" altLang="zh-CN" sz="2000" b="1" dirty="0">
                <a:latin typeface="Arial" charset="0"/>
              </a:rPr>
              <a:t>   </a:t>
            </a:r>
          </a:p>
          <a:p>
            <a:pPr marL="892175" lvl="1" indent="-892175" defTabSz="811213">
              <a:lnSpc>
                <a:spcPct val="150000"/>
              </a:lnSpc>
              <a:defRPr/>
            </a:pPr>
            <a:r>
              <a:rPr lang="en-US" altLang="zh-CN" sz="2000" b="1" i="1" dirty="0">
                <a:latin typeface="Arial" charset="0"/>
              </a:rPr>
              <a:t>          =m</a:t>
            </a:r>
            <a:r>
              <a:rPr lang="en-US" altLang="zh-CN" sz="2000" b="1" i="1" baseline="-25000" dirty="0">
                <a:latin typeface="Arial" charset="0"/>
              </a:rPr>
              <a:t>0</a:t>
            </a:r>
            <a:r>
              <a:rPr lang="en-US" altLang="zh-CN" sz="2000" b="1" i="1" dirty="0">
                <a:latin typeface="Arial" charset="0"/>
              </a:rPr>
              <a:t>+m</a:t>
            </a:r>
            <a:r>
              <a:rPr lang="en-US" altLang="zh-CN" sz="2000" b="1" i="1" baseline="-25000" dirty="0">
                <a:latin typeface="Arial" charset="0"/>
              </a:rPr>
              <a:t>2</a:t>
            </a:r>
            <a:r>
              <a:rPr lang="en-US" altLang="zh-CN" sz="2000" b="1" i="1" dirty="0">
                <a:latin typeface="Arial" charset="0"/>
              </a:rPr>
              <a:t>+m</a:t>
            </a:r>
            <a:r>
              <a:rPr lang="en-US" altLang="zh-CN" sz="2000" b="1" i="1" baseline="-25000" dirty="0">
                <a:latin typeface="Arial" charset="0"/>
              </a:rPr>
              <a:t>4</a:t>
            </a:r>
            <a:r>
              <a:rPr lang="en-US" altLang="zh-CN" sz="2000" b="1" i="1" dirty="0">
                <a:latin typeface="Arial" charset="0"/>
              </a:rPr>
              <a:t>+m</a:t>
            </a:r>
            <a:r>
              <a:rPr lang="en-US" altLang="zh-CN" sz="2000" b="1" i="1" baseline="-25000" dirty="0">
                <a:latin typeface="Arial" charset="0"/>
              </a:rPr>
              <a:t>6 </a:t>
            </a:r>
            <a:r>
              <a:rPr lang="en-US" altLang="zh-CN" sz="2000" b="1" dirty="0">
                <a:latin typeface="Arial" charset="0"/>
              </a:rPr>
              <a:t>= </a:t>
            </a:r>
            <a:r>
              <a:rPr lang="en-US" altLang="zh-CN" sz="2000" b="1" dirty="0">
                <a:solidFill>
                  <a:srgbClr val="003399"/>
                </a:solidFill>
                <a:latin typeface="Symbol" pitchFamily="18" charset="2"/>
              </a:rPr>
              <a:t>S</a:t>
            </a:r>
            <a:r>
              <a:rPr lang="en-US" altLang="zh-CN" sz="2000" b="1" i="1" baseline="-25000" dirty="0">
                <a:solidFill>
                  <a:srgbClr val="003399"/>
                </a:solidFill>
                <a:latin typeface="Arial" charset="0"/>
              </a:rPr>
              <a:t>ABC</a:t>
            </a:r>
            <a:r>
              <a:rPr lang="en-US" altLang="zh-CN" sz="2000" b="1" dirty="0">
                <a:solidFill>
                  <a:srgbClr val="003399"/>
                </a:solidFill>
                <a:latin typeface="Arial" charset="0"/>
              </a:rPr>
              <a:t>(0,2,4,6)</a:t>
            </a:r>
            <a:r>
              <a:rPr lang="en-US" altLang="zh-CN" sz="2000" b="1" dirty="0">
                <a:latin typeface="Arial" charset="0"/>
              </a:rPr>
              <a:t>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A9A0DF-4B1A-4589-87B3-B70A0EA8F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275" y="2628900"/>
            <a:ext cx="4778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i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600" b="1" i="1" baseline="-2500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en-US" sz="18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1F49B8-96A4-4654-94DE-5CF593EC4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488" y="3170238"/>
            <a:ext cx="4127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1600" b="1" i="1" baseline="-250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8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FAD27-F6CA-45C9-8EDF-66E755FB1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275" y="3678238"/>
            <a:ext cx="465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m</a:t>
            </a:r>
            <a:r>
              <a:rPr lang="en-US" altLang="zh-CN" sz="1600" b="1" i="1" baseline="-250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en-US" sz="18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BAC153-76CD-4300-A989-903FDB3ED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4159250"/>
            <a:ext cx="4143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1600" b="1" i="1" baseline="-250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zh-CN" altLang="en-US" sz="18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206DCD-3C9A-4CD9-AA81-174188328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2921000"/>
            <a:ext cx="4365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6E4DAC-AD1A-4389-A7BC-115D35E73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3440113"/>
            <a:ext cx="4365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8060AA-8FE1-4E98-A87C-2280E7F06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3935413"/>
            <a:ext cx="4365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254368-B710-4A3A-B4DD-7CE6ED49D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4424363"/>
            <a:ext cx="4365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8EDFBB-F298-4794-B657-F06ED99B873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928938" y="2717800"/>
            <a:ext cx="269875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DC9FAC-15CD-470E-980D-08CB314A794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928938" y="2717800"/>
            <a:ext cx="269875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16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DF1A70-09E4-4BCA-903C-1BAD5D75F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9188" y="2349500"/>
            <a:ext cx="14049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lvl="1" algn="ctr"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(m</a:t>
            </a: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)' = M</a:t>
            </a: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    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6FEC45-0662-44FF-B15B-0B02C9D05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388" y="5310188"/>
            <a:ext cx="4773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(</a:t>
            </a:r>
            <a:r>
              <a:rPr lang="en-US" altLang="zh-CN" sz="18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A+B+C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')(</a:t>
            </a:r>
            <a:r>
              <a:rPr lang="en-US" altLang="zh-CN" sz="18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'+</a:t>
            </a:r>
            <a:r>
              <a:rPr lang="en-US" altLang="zh-CN" sz="18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')(</a:t>
            </a:r>
            <a:r>
              <a:rPr lang="en-US" altLang="zh-CN" sz="18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'</a:t>
            </a:r>
            <a:r>
              <a:rPr lang="en-US" altLang="zh-CN" sz="18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+B+C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')(</a:t>
            </a:r>
            <a:r>
              <a:rPr lang="en-US" altLang="zh-CN" sz="18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'</a:t>
            </a:r>
            <a:r>
              <a:rPr lang="en-US" altLang="zh-CN" sz="18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+B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'</a:t>
            </a:r>
            <a:r>
              <a:rPr lang="en-US" altLang="zh-CN" sz="1800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+C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‘)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CB8DEB-46C6-4831-81B4-A58E68D2C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388" y="5768975"/>
            <a:ext cx="3802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en-US" altLang="zh-CN" sz="1800" b="1" i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A’B’C’ </a:t>
            </a:r>
            <a:r>
              <a:rPr lang="en-US" altLang="zh-CN" sz="18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 </a:t>
            </a:r>
            <a:r>
              <a:rPr lang="en-US" altLang="zh-CN" sz="1800" b="1" i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A’BC</a:t>
            </a:r>
            <a:r>
              <a:rPr lang="en-US" altLang="zh-CN" sz="18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’ + </a:t>
            </a:r>
            <a:r>
              <a:rPr lang="en-US" altLang="zh-CN" sz="1800" b="1" i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AB’C</a:t>
            </a:r>
            <a:r>
              <a:rPr lang="en-US" altLang="zh-CN" sz="18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’ + </a:t>
            </a:r>
            <a:r>
              <a:rPr lang="en-US" altLang="zh-CN" sz="1800" b="1" i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18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’</a:t>
            </a:r>
            <a:endParaRPr lang="zh-CN" altLang="en-US" sz="1800">
              <a:solidFill>
                <a:srgbClr val="0A419B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4C78D0-3B85-4334-83F6-F168F8A29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4602163"/>
            <a:ext cx="4978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How about the relationship between the CSOP and the CPOS for a same logic function?</a:t>
            </a:r>
            <a:endParaRPr lang="zh-CN" altLang="en-US" sz="16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3" name="Picture 21" descr="u=510799256,4278680063&amp;gp=28">
            <a:hlinkClick r:id="rId5"/>
            <a:extLst>
              <a:ext uri="{FF2B5EF4-FFF2-40B4-BE49-F238E27FC236}">
                <a16:creationId xmlns:a16="http://schemas.microsoft.com/office/drawing/2014/main" id="{4CF7708A-59DF-40E4-9267-D2CF69D9A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838" y="4483100"/>
            <a:ext cx="701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4188E68-77F8-4CB7-B61C-3696F79D8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213" y="2844800"/>
            <a:ext cx="4321175" cy="186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lvl="1">
              <a:spcBef>
                <a:spcPct val="10000"/>
              </a:spcBef>
              <a:buClr>
                <a:srgbClr val="0000FF"/>
              </a:buClr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Ex:  </a:t>
            </a:r>
          </a:p>
          <a:p>
            <a:pPr marL="0" lvl="1">
              <a:spcBef>
                <a:spcPct val="10000"/>
              </a:spcBef>
              <a:buClr>
                <a:srgbClr val="0000FF"/>
              </a:buClr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m</a:t>
            </a: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A’B’C’,  M</a:t>
            </a: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A+B+C</a:t>
            </a:r>
          </a:p>
          <a:p>
            <a:pPr marL="0" lvl="1">
              <a:spcBef>
                <a:spcPct val="10000"/>
              </a:spcBef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m</a:t>
            </a: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A’B’C,   M</a:t>
            </a: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A+B+C’</a:t>
            </a:r>
          </a:p>
          <a:p>
            <a:pPr marL="0" lvl="1">
              <a:spcBef>
                <a:spcPct val="10000"/>
              </a:spcBef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m</a:t>
            </a: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AB’C,    M</a:t>
            </a: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 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A’+B+C’</a:t>
            </a:r>
          </a:p>
          <a:p>
            <a:pPr marL="0" lvl="1">
              <a:spcBef>
                <a:spcPct val="10000"/>
              </a:spcBef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000" b="1" baseline="-2500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………</a:t>
            </a:r>
          </a:p>
          <a:p>
            <a:pPr marL="0" lvl="1">
              <a:spcBef>
                <a:spcPct val="10000"/>
              </a:spcBef>
              <a:buClr>
                <a:srgbClr val="0000FF"/>
              </a:buClr>
              <a:buFontTx/>
              <a:buNone/>
            </a:pPr>
            <a:endParaRPr lang="en-US" altLang="zh-CN" sz="2000" b="1" baseline="-2500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52ED3789-79BF-4BAB-82DE-3C981B8600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9AB39DE-7591-409F-BB16-0AC2DC59591D}" type="slidenum">
              <a:rPr lang="zh-CN" altLang="en-US" sz="1100"/>
              <a:pPr/>
              <a:t>37</a:t>
            </a:fld>
            <a:endParaRPr lang="zh-CN" altLang="en-US" sz="1100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F35126E-F204-4913-9A1E-2897DDB0B2E9}"/>
              </a:ext>
            </a:extLst>
          </p:cNvPr>
          <p:cNvGrpSpPr>
            <a:grpSpLocks/>
          </p:cNvGrpSpPr>
          <p:nvPr/>
        </p:nvGrpSpPr>
        <p:grpSpPr bwMode="auto">
          <a:xfrm>
            <a:off x="390525" y="1697038"/>
            <a:ext cx="2684463" cy="3892550"/>
            <a:chOff x="709" y="864"/>
            <a:chExt cx="1691" cy="2832"/>
          </a:xfrm>
        </p:grpSpPr>
        <p:grpSp>
          <p:nvGrpSpPr>
            <p:cNvPr id="44064" name="Group 5">
              <a:extLst>
                <a:ext uri="{FF2B5EF4-FFF2-40B4-BE49-F238E27FC236}">
                  <a16:creationId xmlns:a16="http://schemas.microsoft.com/office/drawing/2014/main" id="{0B461CD0-A2F1-4432-80DC-2880C3552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5" y="864"/>
              <a:ext cx="655" cy="2832"/>
              <a:chOff x="1937" y="864"/>
              <a:chExt cx="655" cy="2832"/>
            </a:xfrm>
          </p:grpSpPr>
          <p:sp>
            <p:nvSpPr>
              <p:cNvPr id="44074" name="Line 6">
                <a:extLst>
                  <a:ext uri="{FF2B5EF4-FFF2-40B4-BE49-F238E27FC236}">
                    <a16:creationId xmlns:a16="http://schemas.microsoft.com/office/drawing/2014/main" id="{2E4D0662-FDAF-487C-83F0-4D557879F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248"/>
                <a:ext cx="48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75" name="Line 7">
                <a:extLst>
                  <a:ext uri="{FF2B5EF4-FFF2-40B4-BE49-F238E27FC236}">
                    <a16:creationId xmlns:a16="http://schemas.microsoft.com/office/drawing/2014/main" id="{C5EA5AF5-1B5B-4307-B060-D1FE09030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864"/>
                <a:ext cx="480" cy="0"/>
              </a:xfrm>
              <a:prstGeom prst="line">
                <a:avLst/>
              </a:prstGeom>
              <a:noFill/>
              <a:ln w="57150" cap="sq" cmpd="thickThin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76" name="Line 8">
                <a:extLst>
                  <a:ext uri="{FF2B5EF4-FFF2-40B4-BE49-F238E27FC236}">
                    <a16:creationId xmlns:a16="http://schemas.microsoft.com/office/drawing/2014/main" id="{DD017A01-355C-4BDB-97E4-C3A4377D3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480" cy="0"/>
              </a:xfrm>
              <a:prstGeom prst="line">
                <a:avLst/>
              </a:prstGeom>
              <a:noFill/>
              <a:ln w="57150" cap="sq" cmpd="thinThick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77" name="Line 11">
                <a:extLst>
                  <a:ext uri="{FF2B5EF4-FFF2-40B4-BE49-F238E27FC236}">
                    <a16:creationId xmlns:a16="http://schemas.microsoft.com/office/drawing/2014/main" id="{5D669DCA-FBFD-419D-BA2C-6A95FAC9E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7" y="864"/>
                <a:ext cx="0" cy="283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78" name="Line 11">
                <a:extLst>
                  <a:ext uri="{FF2B5EF4-FFF2-40B4-BE49-F238E27FC236}">
                    <a16:creationId xmlns:a16="http://schemas.microsoft.com/office/drawing/2014/main" id="{3DFADF34-B5F8-472E-943F-527641FD06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1" y="864"/>
                <a:ext cx="0" cy="283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065" name="Text Box 12">
              <a:extLst>
                <a:ext uri="{FF2B5EF4-FFF2-40B4-BE49-F238E27FC236}">
                  <a16:creationId xmlns:a16="http://schemas.microsoft.com/office/drawing/2014/main" id="{7340B373-9C4D-4B9F-A0D1-84711881D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" y="1248"/>
              <a:ext cx="1005" cy="2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0  0  0   0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0  0  1   0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0  1  0   0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0  1  1   </a:t>
              </a:r>
              <a:r>
                <a:rPr kumimoji="1" lang="zh-CN" altLang="en-US" sz="2400" b="1">
                  <a:solidFill>
                    <a:srgbClr val="FF66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1  0  0   0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1  0  1   </a:t>
              </a:r>
              <a:r>
                <a:rPr kumimoji="1" lang="zh-CN" altLang="en-US" sz="2400" b="1">
                  <a:solidFill>
                    <a:srgbClr val="FF66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1  1  0   </a:t>
              </a:r>
              <a:r>
                <a:rPr kumimoji="1" lang="zh-CN" altLang="en-US" sz="2400" b="1">
                  <a:solidFill>
                    <a:srgbClr val="FF66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1  1  1   0</a:t>
              </a:r>
            </a:p>
          </p:txBody>
        </p:sp>
        <p:sp>
          <p:nvSpPr>
            <p:cNvPr id="44066" name="Text Box 13">
              <a:extLst>
                <a:ext uri="{FF2B5EF4-FFF2-40B4-BE49-F238E27FC236}">
                  <a16:creationId xmlns:a16="http://schemas.microsoft.com/office/drawing/2014/main" id="{A7AC7BD1-061E-4546-AE5A-58F706DFC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" y="921"/>
              <a:ext cx="24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4067" name="Text Box 14">
              <a:extLst>
                <a:ext uri="{FF2B5EF4-FFF2-40B4-BE49-F238E27FC236}">
                  <a16:creationId xmlns:a16="http://schemas.microsoft.com/office/drawing/2014/main" id="{72D888F2-3FDF-4EF4-B2EB-6B0954008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" y="912"/>
              <a:ext cx="24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44068" name="Text Box 15">
              <a:extLst>
                <a:ext uri="{FF2B5EF4-FFF2-40B4-BE49-F238E27FC236}">
                  <a16:creationId xmlns:a16="http://schemas.microsoft.com/office/drawing/2014/main" id="{AAE4CF6B-6CCC-4133-9F7D-B544B30CDF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912"/>
              <a:ext cx="23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44069" name="Text Box 16">
              <a:extLst>
                <a:ext uri="{FF2B5EF4-FFF2-40B4-BE49-F238E27FC236}">
                  <a16:creationId xmlns:a16="http://schemas.microsoft.com/office/drawing/2014/main" id="{151789AC-F73D-4414-A7EF-74CC13DB2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" y="912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44070" name="Line 17">
              <a:extLst>
                <a:ext uri="{FF2B5EF4-FFF2-40B4-BE49-F238E27FC236}">
                  <a16:creationId xmlns:a16="http://schemas.microsoft.com/office/drawing/2014/main" id="{13C36186-CF84-4DF0-AFFE-D9DDE881D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" y="1248"/>
              <a:ext cx="120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1" name="Line 18">
              <a:extLst>
                <a:ext uri="{FF2B5EF4-FFF2-40B4-BE49-F238E27FC236}">
                  <a16:creationId xmlns:a16="http://schemas.microsoft.com/office/drawing/2014/main" id="{8740DB6F-E753-4F60-B7BB-1665CCB66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864"/>
              <a:ext cx="0" cy="28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2" name="Line 19">
              <a:extLst>
                <a:ext uri="{FF2B5EF4-FFF2-40B4-BE49-F238E27FC236}">
                  <a16:creationId xmlns:a16="http://schemas.microsoft.com/office/drawing/2014/main" id="{639D7C55-CC55-4ED4-98BC-A960EA63F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" y="864"/>
              <a:ext cx="1200" cy="0"/>
            </a:xfrm>
            <a:prstGeom prst="line">
              <a:avLst/>
            </a:prstGeom>
            <a:noFill/>
            <a:ln w="57150" cap="sq" cmpd="thickThin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3" name="Line 20">
              <a:extLst>
                <a:ext uri="{FF2B5EF4-FFF2-40B4-BE49-F238E27FC236}">
                  <a16:creationId xmlns:a16="http://schemas.microsoft.com/office/drawing/2014/main" id="{F4CD7A8A-0924-4490-9EFF-D36AC5971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" y="3696"/>
              <a:ext cx="1248" cy="0"/>
            </a:xfrm>
            <a:prstGeom prst="line">
              <a:avLst/>
            </a:prstGeom>
            <a:noFill/>
            <a:ln w="57150" cap="sq" cmpd="thinThick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BD691CC2-D576-4CBC-BD79-B601F5D92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0750" y="1250950"/>
          <a:ext cx="2311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66800" imgH="241300" progId="Equation.3">
                  <p:embed/>
                </p:oleObj>
              </mc:Choice>
              <mc:Fallback>
                <p:oleObj name="公式" r:id="rId3" imgW="10668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1250950"/>
                        <a:ext cx="23114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">
            <a:extLst>
              <a:ext uri="{FF2B5EF4-FFF2-40B4-BE49-F238E27FC236}">
                <a16:creationId xmlns:a16="http://schemas.microsoft.com/office/drawing/2014/main" id="{60BC2C58-12CE-40CF-B5C2-4FC5F66FCF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0" y="1295400"/>
          <a:ext cx="27114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1400" imgH="305280" progId="Equation.3">
                  <p:embed/>
                </p:oleObj>
              </mc:Choice>
              <mc:Fallback>
                <p:oleObj name="Equation" r:id="rId5" imgW="1751400" imgH="305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1295400"/>
                        <a:ext cx="271145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>
            <a:extLst>
              <a:ext uri="{FF2B5EF4-FFF2-40B4-BE49-F238E27FC236}">
                <a16:creationId xmlns:a16="http://schemas.microsoft.com/office/drawing/2014/main" id="{9CD97E16-78BB-4452-BEC9-FB963F36D8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3350" y="1914525"/>
          <a:ext cx="2311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117600" imgH="241300" progId="Equation.3">
                  <p:embed/>
                </p:oleObj>
              </mc:Choice>
              <mc:Fallback>
                <p:oleObj name="公式" r:id="rId7" imgW="11176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3350" y="1914525"/>
                        <a:ext cx="23114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日期占位符 3">
            <a:extLst>
              <a:ext uri="{FF2B5EF4-FFF2-40B4-BE49-F238E27FC236}">
                <a16:creationId xmlns:a16="http://schemas.microsoft.com/office/drawing/2014/main" id="{396FD73B-9481-42E5-BA82-A9453F6210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E837A186-3F93-4BF4-A451-AEC4A0F47E1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288BDA2C-2C57-4B29-AA34-7B01BBE3B15D}"/>
              </a:ext>
            </a:extLst>
          </p:cNvPr>
          <p:cNvSpPr txBox="1">
            <a:spLocks noChangeArrowheads="1"/>
          </p:cNvSpPr>
          <p:nvPr/>
        </p:nvSpPr>
        <p:spPr>
          <a:xfrm>
            <a:off x="385763" y="125413"/>
            <a:ext cx="8758237" cy="603250"/>
          </a:xfrm>
          <a:prstGeom prst="rect">
            <a:avLst/>
          </a:prstGeom>
          <a:noFill/>
        </p:spPr>
        <p:txBody>
          <a:bodyPr lIns="92075" tIns="46038" rIns="92075" bIns="46038"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dirty="0" err="1">
                <a:ea typeface="宋体" panose="02010600030101010101" pitchFamily="2" charset="-122"/>
              </a:rPr>
              <a:t>Minterm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ea typeface="宋体" panose="02010600030101010101" pitchFamily="2" charset="-122"/>
              </a:rPr>
              <a:t>vs. </a:t>
            </a:r>
            <a:r>
              <a:rPr lang="en-US" altLang="zh-CN" sz="2800" dirty="0" err="1">
                <a:solidFill>
                  <a:srgbClr val="FF0000"/>
                </a:solidFill>
                <a:ea typeface="宋体" panose="02010600030101010101" pitchFamily="2" charset="-122"/>
              </a:rPr>
              <a:t>Maxterm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ea typeface="宋体" panose="02010600030101010101" pitchFamily="2" charset="-122"/>
              </a:rPr>
              <a:t>&amp;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Canonical</a:t>
            </a:r>
            <a:r>
              <a:rPr lang="en-US" altLang="ko-KR" sz="28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ea typeface="隶书" panose="02010509060101010101" pitchFamily="49" charset="-122"/>
              </a:rPr>
              <a:t>SOP</a:t>
            </a:r>
            <a:r>
              <a:rPr lang="en-US" altLang="ko-KR" sz="28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</a:t>
            </a:r>
            <a:r>
              <a:rPr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vs.</a:t>
            </a:r>
            <a:r>
              <a:rPr lang="en-US" altLang="ko-KR" sz="28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POS 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36" name="Object 5">
            <a:extLst>
              <a:ext uri="{FF2B5EF4-FFF2-40B4-BE49-F238E27FC236}">
                <a16:creationId xmlns:a16="http://schemas.microsoft.com/office/drawing/2014/main" id="{B2F93825-7E21-465E-A4C7-B1A7F46177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1850" y="1901825"/>
          <a:ext cx="2755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295400" imgH="241300" progId="Equation.3">
                  <p:embed/>
                </p:oleObj>
              </mc:Choice>
              <mc:Fallback>
                <p:oleObj name="公式" r:id="rId9" imgW="12954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1901825"/>
                        <a:ext cx="27559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">
            <a:extLst>
              <a:ext uri="{FF2B5EF4-FFF2-40B4-BE49-F238E27FC236}">
                <a16:creationId xmlns:a16="http://schemas.microsoft.com/office/drawing/2014/main" id="{9038EFC7-466F-4D51-95B2-EB926C9F11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1450" y="2533650"/>
          <a:ext cx="23939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80588" imgH="253890" progId="Equation.3">
                  <p:embed/>
                </p:oleObj>
              </mc:Choice>
              <mc:Fallback>
                <p:oleObj name="公式" r:id="rId11" imgW="1180588" imgH="25389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2533650"/>
                        <a:ext cx="23939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">
            <a:extLst>
              <a:ext uri="{FF2B5EF4-FFF2-40B4-BE49-F238E27FC236}">
                <a16:creationId xmlns:a16="http://schemas.microsoft.com/office/drawing/2014/main" id="{1E948EC9-B526-411A-B323-9AC4F30D0D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8350" y="2527300"/>
          <a:ext cx="28781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396394" imgH="253890" progId="Equation.3">
                  <p:embed/>
                </p:oleObj>
              </mc:Choice>
              <mc:Fallback>
                <p:oleObj name="公式" r:id="rId13" imgW="1396394" imgH="2538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527300"/>
                        <a:ext cx="287813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>
            <a:extLst>
              <a:ext uri="{FF2B5EF4-FFF2-40B4-BE49-F238E27FC236}">
                <a16:creationId xmlns:a16="http://schemas.microsoft.com/office/drawing/2014/main" id="{6B82153B-122C-4998-8219-9206E0B6D2DC}"/>
              </a:ext>
            </a:extLst>
          </p:cNvPr>
          <p:cNvSpPr/>
          <p:nvPr/>
        </p:nvSpPr>
        <p:spPr>
          <a:xfrm>
            <a:off x="390525" y="3500438"/>
            <a:ext cx="1111250" cy="311150"/>
          </a:xfrm>
          <a:prstGeom prst="rect">
            <a:avLst/>
          </a:prstGeom>
          <a:solidFill>
            <a:srgbClr val="00B05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52F1E3B-9A51-4F04-BA2A-A4AA3E588959}"/>
              </a:ext>
            </a:extLst>
          </p:cNvPr>
          <p:cNvSpPr/>
          <p:nvPr/>
        </p:nvSpPr>
        <p:spPr>
          <a:xfrm>
            <a:off x="390525" y="4344988"/>
            <a:ext cx="1111250" cy="311150"/>
          </a:xfrm>
          <a:prstGeom prst="rect">
            <a:avLst/>
          </a:prstGeom>
          <a:solidFill>
            <a:srgbClr val="00B05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A44365B-6769-4ECE-88B1-7C3E37B8457A}"/>
              </a:ext>
            </a:extLst>
          </p:cNvPr>
          <p:cNvSpPr/>
          <p:nvPr/>
        </p:nvSpPr>
        <p:spPr>
          <a:xfrm>
            <a:off x="390525" y="4745038"/>
            <a:ext cx="1087438" cy="311150"/>
          </a:xfrm>
          <a:prstGeom prst="rect">
            <a:avLst/>
          </a:prstGeom>
          <a:solidFill>
            <a:srgbClr val="00B05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" name="Text Box 9">
            <a:extLst>
              <a:ext uri="{FF2B5EF4-FFF2-40B4-BE49-F238E27FC236}">
                <a16:creationId xmlns:a16="http://schemas.microsoft.com/office/drawing/2014/main" id="{F8C0F236-34C2-46E5-B275-6288A5B51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224088"/>
            <a:ext cx="38100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91ABFFF9-9CAA-49A0-8821-2D5DCB751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25" y="1763713"/>
            <a:ext cx="449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F’</a:t>
            </a:r>
          </a:p>
        </p:txBody>
      </p:sp>
      <p:sp>
        <p:nvSpPr>
          <p:cNvPr id="43" name="Text Box 10">
            <a:extLst>
              <a:ext uri="{FF2B5EF4-FFF2-40B4-BE49-F238E27FC236}">
                <a16:creationId xmlns:a16="http://schemas.microsoft.com/office/drawing/2014/main" id="{FDF7FF2A-D997-4393-BECD-39AF69F84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475" y="1763713"/>
            <a:ext cx="5191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baseline="300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44" name="Text Box 9">
            <a:extLst>
              <a:ext uri="{FF2B5EF4-FFF2-40B4-BE49-F238E27FC236}">
                <a16:creationId xmlns:a16="http://schemas.microsoft.com/office/drawing/2014/main" id="{A511E0A7-6C6F-4205-8053-498B9A19B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925" y="2224088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2DFB404-18B0-414E-9386-9C3985B9DEF3}"/>
              </a:ext>
            </a:extLst>
          </p:cNvPr>
          <p:cNvSpPr/>
          <p:nvPr/>
        </p:nvSpPr>
        <p:spPr>
          <a:xfrm>
            <a:off x="3505200" y="1206500"/>
            <a:ext cx="2311400" cy="488950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27EA90C-EDE4-4F23-A127-780D20064C95}"/>
              </a:ext>
            </a:extLst>
          </p:cNvPr>
          <p:cNvSpPr/>
          <p:nvPr/>
        </p:nvSpPr>
        <p:spPr>
          <a:xfrm>
            <a:off x="6527800" y="1873250"/>
            <a:ext cx="2311400" cy="488950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C396E8F-0D45-44EA-B757-19702C76C75F}"/>
              </a:ext>
            </a:extLst>
          </p:cNvPr>
          <p:cNvSpPr/>
          <p:nvPr/>
        </p:nvSpPr>
        <p:spPr>
          <a:xfrm>
            <a:off x="6527800" y="2495550"/>
            <a:ext cx="2311400" cy="488950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912C773-FC08-4495-BF32-F2E6BC4DC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8" y="2147888"/>
            <a:ext cx="431800" cy="3341687"/>
          </a:xfrm>
          <a:prstGeom prst="rect">
            <a:avLst/>
          </a:prstGeom>
          <a:solidFill>
            <a:schemeClr val="bg1">
              <a:lumMod val="65000"/>
              <a:alpha val="46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357188" algn="l"/>
                <a:tab pos="536575" algn="l"/>
                <a:tab pos="809625" algn="l"/>
                <a:tab pos="13446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defRPr/>
            </a:pPr>
            <a:r>
              <a:rPr lang="en-US" altLang="zh-CN" sz="1600">
                <a:solidFill>
                  <a:srgbClr val="000000"/>
                </a:solidFill>
              </a:rPr>
              <a:t>0</a:t>
            </a:r>
          </a:p>
          <a:p>
            <a:pPr eaLnBrk="1" hangingPunct="1">
              <a:lnSpc>
                <a:spcPts val="3200"/>
              </a:lnSpc>
              <a:defRPr/>
            </a:pPr>
            <a:r>
              <a:rPr lang="en-US" altLang="zh-CN" sz="1600">
                <a:solidFill>
                  <a:srgbClr val="000000"/>
                </a:solidFill>
              </a:rPr>
              <a:t>1</a:t>
            </a:r>
          </a:p>
          <a:p>
            <a:pPr eaLnBrk="1" hangingPunct="1">
              <a:lnSpc>
                <a:spcPts val="3200"/>
              </a:lnSpc>
              <a:defRPr/>
            </a:pPr>
            <a:r>
              <a:rPr lang="en-US" altLang="zh-CN" sz="1600">
                <a:solidFill>
                  <a:srgbClr val="000000"/>
                </a:solidFill>
              </a:rPr>
              <a:t>2</a:t>
            </a:r>
          </a:p>
          <a:p>
            <a:pPr eaLnBrk="1" hangingPunct="1">
              <a:lnSpc>
                <a:spcPts val="3200"/>
              </a:lnSpc>
              <a:defRPr/>
            </a:pPr>
            <a:r>
              <a:rPr lang="en-US" altLang="zh-CN" sz="1600">
                <a:solidFill>
                  <a:srgbClr val="000000"/>
                </a:solidFill>
              </a:rPr>
              <a:t>3</a:t>
            </a:r>
          </a:p>
          <a:p>
            <a:pPr eaLnBrk="1" hangingPunct="1">
              <a:lnSpc>
                <a:spcPts val="3200"/>
              </a:lnSpc>
              <a:defRPr/>
            </a:pPr>
            <a:r>
              <a:rPr lang="en-US" altLang="zh-CN" sz="1600">
                <a:solidFill>
                  <a:srgbClr val="000000"/>
                </a:solidFill>
              </a:rPr>
              <a:t>4</a:t>
            </a:r>
          </a:p>
          <a:p>
            <a:pPr eaLnBrk="1" hangingPunct="1">
              <a:lnSpc>
                <a:spcPts val="3200"/>
              </a:lnSpc>
              <a:defRPr/>
            </a:pPr>
            <a:r>
              <a:rPr lang="en-US" altLang="zh-CN" sz="1600">
                <a:solidFill>
                  <a:srgbClr val="000000"/>
                </a:solidFill>
              </a:rPr>
              <a:t>5</a:t>
            </a:r>
          </a:p>
          <a:p>
            <a:pPr eaLnBrk="1" hangingPunct="1">
              <a:lnSpc>
                <a:spcPts val="3200"/>
              </a:lnSpc>
              <a:defRPr/>
            </a:pPr>
            <a:r>
              <a:rPr lang="en-US" altLang="zh-CN" sz="1600">
                <a:solidFill>
                  <a:srgbClr val="000000"/>
                </a:solidFill>
              </a:rPr>
              <a:t>6</a:t>
            </a:r>
          </a:p>
          <a:p>
            <a:pPr eaLnBrk="1" hangingPunct="1">
              <a:lnSpc>
                <a:spcPts val="3200"/>
              </a:lnSpc>
              <a:defRPr/>
            </a:pPr>
            <a:r>
              <a:rPr lang="en-US" altLang="zh-CN" sz="1600">
                <a:solidFill>
                  <a:srgbClr val="000000"/>
                </a:solidFill>
              </a:rPr>
              <a:t>7</a:t>
            </a:r>
            <a:endParaRPr lang="zh-CN" altLang="en-US" sz="2000"/>
          </a:p>
        </p:txBody>
      </p:sp>
      <p:sp>
        <p:nvSpPr>
          <p:cNvPr id="49" name="Text Box 9">
            <a:extLst>
              <a:ext uri="{FF2B5EF4-FFF2-40B4-BE49-F238E27FC236}">
                <a16:creationId xmlns:a16="http://schemas.microsoft.com/office/drawing/2014/main" id="{3CE90128-564B-40B0-AB7F-9BA073E8B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88" y="4217988"/>
            <a:ext cx="381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1" name="Text Box 9">
            <a:extLst>
              <a:ext uri="{FF2B5EF4-FFF2-40B4-BE49-F238E27FC236}">
                <a16:creationId xmlns:a16="http://schemas.microsoft.com/office/drawing/2014/main" id="{63972946-C448-43DB-850A-91287EE3D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988" y="2654300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zh-CN" altLang="en-US" sz="2400" b="1">
              <a:solidFill>
                <a:srgbClr val="FF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Text Box 9">
            <a:extLst>
              <a:ext uri="{FF2B5EF4-FFF2-40B4-BE49-F238E27FC236}">
                <a16:creationId xmlns:a16="http://schemas.microsoft.com/office/drawing/2014/main" id="{D728C21E-45AB-4D94-9E1C-66BE17566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988" y="3022600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zh-CN" altLang="en-US" sz="2400" b="1">
              <a:solidFill>
                <a:srgbClr val="FF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Text Box 9">
            <a:extLst>
              <a:ext uri="{FF2B5EF4-FFF2-40B4-BE49-F238E27FC236}">
                <a16:creationId xmlns:a16="http://schemas.microsoft.com/office/drawing/2014/main" id="{95BD570D-B3F5-4B98-BE50-1AF351E61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925" y="3441700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4" name="Text Box 9">
            <a:extLst>
              <a:ext uri="{FF2B5EF4-FFF2-40B4-BE49-F238E27FC236}">
                <a16:creationId xmlns:a16="http://schemas.microsoft.com/office/drawing/2014/main" id="{B28CB4B2-E505-40A6-8F91-32E7CBB35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988" y="3846513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zh-CN" altLang="en-US" sz="2400" b="1">
              <a:solidFill>
                <a:srgbClr val="FF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D50CC8-407E-4E67-BC27-E0DB03FC8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313113"/>
            <a:ext cx="516225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 For    </a:t>
            </a:r>
            <a:r>
              <a:rPr lang="en-US" altLang="zh-CN" sz="2000" b="1" dirty="0">
                <a:solidFill>
                  <a:srgbClr val="00B0F0"/>
                </a:solidFill>
              </a:rPr>
              <a:t>F</a:t>
            </a:r>
            <a:r>
              <a:rPr lang="en-US" altLang="zh-CN" sz="2000" b="1" dirty="0">
                <a:solidFill>
                  <a:srgbClr val="00B0F0"/>
                </a:solidFill>
                <a:sym typeface="Wingdings" panose="05000000000000000000" pitchFamily="2" charset="2"/>
              </a:rPr>
              <a:t>     </a:t>
            </a:r>
            <a:r>
              <a:rPr lang="en-US" altLang="zh-CN" sz="2000" b="1" dirty="0">
                <a:solidFill>
                  <a:srgbClr val="00B0F0"/>
                </a:solidFill>
              </a:rPr>
              <a:t>F</a:t>
            </a:r>
            <a:r>
              <a:rPr lang="zh-CN" altLang="en-US" sz="2000" b="1" dirty="0">
                <a:solidFill>
                  <a:srgbClr val="00B0F0"/>
                </a:solidFill>
              </a:rPr>
              <a:t>’</a:t>
            </a:r>
            <a:r>
              <a:rPr lang="en-US" altLang="zh-CN" sz="2000" b="1" dirty="0">
                <a:solidFill>
                  <a:srgbClr val="7030A0"/>
                </a:solidFill>
              </a:rPr>
              <a:t>, Do: </a:t>
            </a:r>
            <a:r>
              <a:rPr lang="el-GR" altLang="zh-CN" sz="2000" b="1" dirty="0">
                <a:solidFill>
                  <a:srgbClr val="00B0F0"/>
                </a:solidFill>
              </a:rPr>
              <a:t>Σ</a:t>
            </a:r>
            <a:r>
              <a:rPr lang="en-US" altLang="zh-CN" sz="2000" b="1" dirty="0">
                <a:solidFill>
                  <a:srgbClr val="00B0F0"/>
                </a:solidFill>
                <a:sym typeface="Wingdings" panose="05000000000000000000" pitchFamily="2" charset="2"/>
              </a:rPr>
              <a:t></a:t>
            </a:r>
            <a:r>
              <a:rPr lang="el-GR" altLang="zh-CN" sz="2000" b="1" dirty="0">
                <a:solidFill>
                  <a:srgbClr val="00B0F0"/>
                </a:solidFill>
              </a:rPr>
              <a:t>Π</a:t>
            </a:r>
            <a:r>
              <a:rPr lang="en-US" altLang="zh-CN" sz="2000" b="1" dirty="0">
                <a:solidFill>
                  <a:srgbClr val="00B0F0"/>
                </a:solidFill>
              </a:rPr>
              <a:t>   and  j=</a:t>
            </a:r>
            <a:r>
              <a:rPr lang="en-US" altLang="zh-CN" sz="2000" b="1" dirty="0" err="1">
                <a:solidFill>
                  <a:srgbClr val="00B0F0"/>
                </a:solidFill>
              </a:rPr>
              <a:t>i</a:t>
            </a:r>
            <a:r>
              <a:rPr lang="en-US" altLang="zh-CN" sz="2000" b="1" dirty="0">
                <a:solidFill>
                  <a:srgbClr val="00B0F0"/>
                </a:solidFill>
              </a:rPr>
              <a:t>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 For    </a:t>
            </a:r>
            <a:r>
              <a:rPr lang="en-US" altLang="zh-CN" sz="2000" b="1" dirty="0">
                <a:solidFill>
                  <a:srgbClr val="00B0F0"/>
                </a:solidFill>
              </a:rPr>
              <a:t>F</a:t>
            </a:r>
            <a:r>
              <a:rPr lang="en-US" altLang="zh-CN" sz="2000" b="1" dirty="0">
                <a:solidFill>
                  <a:srgbClr val="00B0F0"/>
                </a:solidFill>
                <a:sym typeface="Wingdings" panose="05000000000000000000" pitchFamily="2" charset="2"/>
              </a:rPr>
              <a:t>     </a:t>
            </a:r>
            <a:r>
              <a:rPr lang="en-US" altLang="zh-CN" sz="2000" b="1" dirty="0">
                <a:solidFill>
                  <a:srgbClr val="00B0F0"/>
                </a:solidFill>
              </a:rPr>
              <a:t>F</a:t>
            </a:r>
            <a:r>
              <a:rPr lang="en-US" altLang="zh-CN" sz="2000" b="1" baseline="-25000" dirty="0">
                <a:solidFill>
                  <a:srgbClr val="00B0F0"/>
                </a:solidFill>
              </a:rPr>
              <a:t>D</a:t>
            </a:r>
            <a:r>
              <a:rPr lang="en-US" altLang="zh-CN" sz="2000" b="1" dirty="0">
                <a:solidFill>
                  <a:srgbClr val="00B0F0"/>
                </a:solidFill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</a:rPr>
              <a:t>, Do: </a:t>
            </a:r>
            <a:r>
              <a:rPr lang="el-GR" altLang="zh-CN" sz="2000" b="1" dirty="0">
                <a:solidFill>
                  <a:srgbClr val="00B0F0"/>
                </a:solidFill>
              </a:rPr>
              <a:t>Σ</a:t>
            </a:r>
            <a:r>
              <a:rPr lang="en-US" altLang="zh-CN" sz="2000" b="1" dirty="0">
                <a:solidFill>
                  <a:srgbClr val="00B0F0"/>
                </a:solidFill>
                <a:sym typeface="Wingdings" panose="05000000000000000000" pitchFamily="2" charset="2"/>
              </a:rPr>
              <a:t></a:t>
            </a:r>
            <a:r>
              <a:rPr lang="el-GR" altLang="zh-CN" sz="2000" b="1" dirty="0">
                <a:solidFill>
                  <a:srgbClr val="00B0F0"/>
                </a:solidFill>
              </a:rPr>
              <a:t>Π</a:t>
            </a:r>
            <a:r>
              <a:rPr lang="en-US" altLang="zh-CN" sz="2000" b="1" dirty="0">
                <a:solidFill>
                  <a:srgbClr val="00B0F0"/>
                </a:solidFill>
              </a:rPr>
              <a:t>   and j=n-</a:t>
            </a:r>
            <a:r>
              <a:rPr lang="en-US" altLang="zh-CN" sz="2000" b="1" dirty="0" err="1">
                <a:solidFill>
                  <a:srgbClr val="00B0F0"/>
                </a:solidFill>
              </a:rPr>
              <a:t>i</a:t>
            </a:r>
            <a:endParaRPr lang="zh-CN" altLang="zh-CN" sz="2000" b="1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 For </a:t>
            </a:r>
            <a:r>
              <a:rPr lang="en-US" altLang="zh-CN" sz="2000" b="1" dirty="0">
                <a:solidFill>
                  <a:srgbClr val="00B0F0"/>
                </a:solidFill>
              </a:rPr>
              <a:t>F</a:t>
            </a:r>
            <a:r>
              <a:rPr lang="en-US" altLang="zh-CN" sz="2000" b="1" baseline="-25000" dirty="0">
                <a:solidFill>
                  <a:srgbClr val="00B0F0"/>
                </a:solidFill>
              </a:rPr>
              <a:t>SOP</a:t>
            </a:r>
            <a:r>
              <a:rPr lang="en-US" altLang="zh-CN" sz="2000" b="1" dirty="0">
                <a:solidFill>
                  <a:srgbClr val="00B0F0"/>
                </a:solidFill>
              </a:rPr>
              <a:t> </a:t>
            </a:r>
            <a:r>
              <a:rPr lang="en-US" altLang="zh-CN" sz="2000" b="1" dirty="0">
                <a:solidFill>
                  <a:srgbClr val="00B0F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B0F0"/>
                </a:solidFill>
              </a:rPr>
              <a:t>F</a:t>
            </a:r>
            <a:r>
              <a:rPr lang="en-US" altLang="zh-CN" sz="2000" b="1" baseline="-25000" dirty="0">
                <a:solidFill>
                  <a:srgbClr val="00B0F0"/>
                </a:solidFill>
              </a:rPr>
              <a:t>POS </a:t>
            </a:r>
            <a:r>
              <a:rPr lang="en-US" altLang="zh-CN" sz="2000" b="1" dirty="0">
                <a:solidFill>
                  <a:srgbClr val="7030A0"/>
                </a:solidFill>
              </a:rPr>
              <a:t>, Do: </a:t>
            </a:r>
            <a:r>
              <a:rPr lang="el-GR" altLang="zh-CN" sz="2000" b="1" dirty="0">
                <a:solidFill>
                  <a:srgbClr val="00B0F0"/>
                </a:solidFill>
              </a:rPr>
              <a:t>Σ</a:t>
            </a:r>
            <a:r>
              <a:rPr lang="en-US" altLang="zh-CN" sz="2000" b="1" dirty="0">
                <a:solidFill>
                  <a:srgbClr val="00B0F0"/>
                </a:solidFill>
                <a:sym typeface="Wingdings" panose="05000000000000000000" pitchFamily="2" charset="2"/>
              </a:rPr>
              <a:t></a:t>
            </a:r>
            <a:r>
              <a:rPr lang="el-GR" altLang="zh-CN" sz="2000" b="1" dirty="0">
                <a:solidFill>
                  <a:srgbClr val="00B0F0"/>
                </a:solidFill>
              </a:rPr>
              <a:t>Π</a:t>
            </a:r>
            <a:r>
              <a:rPr lang="en-US" altLang="zh-CN" sz="2000" b="1" dirty="0">
                <a:solidFill>
                  <a:srgbClr val="00B0F0"/>
                </a:solidFill>
              </a:rPr>
              <a:t>   and  </a:t>
            </a:r>
            <a:r>
              <a:rPr lang="en-US" altLang="zh-CN" sz="2000" b="1" dirty="0" err="1">
                <a:solidFill>
                  <a:srgbClr val="00B0F0"/>
                </a:solidFill>
              </a:rPr>
              <a:t>j≠i</a:t>
            </a:r>
            <a:r>
              <a:rPr lang="en-US" altLang="zh-CN" sz="2000" b="1" dirty="0">
                <a:solidFill>
                  <a:srgbClr val="00B0F0"/>
                </a:solidFill>
              </a:rPr>
              <a:t> </a:t>
            </a:r>
            <a:endParaRPr lang="zh-CN" altLang="zh-CN" sz="2000" b="1" dirty="0">
              <a:solidFill>
                <a:srgbClr val="00B0F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3E2D0F-0386-474B-9777-05DA42233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503863"/>
            <a:ext cx="3690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  <a:r>
              <a:rPr kumimoji="1" lang="en-US" altLang="zh-CN" sz="1800" b="1" baseline="-2500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=X·Y’·Z         M</a:t>
            </a:r>
            <a:r>
              <a:rPr kumimoji="1" lang="en-US" altLang="zh-CN" sz="1800" b="1" baseline="-2500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=X’+Y+Z’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B3DADE-11DC-4463-8CC1-FFFA99D86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5849938"/>
            <a:ext cx="3867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  <a:r>
              <a:rPr kumimoji="1" lang="en-US" altLang="zh-CN" sz="1800" b="1" baseline="-2500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X·Y·Z’        M</a:t>
            </a:r>
            <a:r>
              <a:rPr kumimoji="1" lang="en-US" altLang="zh-CN" sz="1800" b="1" baseline="-2500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X’+Y’+Z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1E7B55-1802-447C-B582-D6B8AA161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5105400"/>
            <a:ext cx="368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  <a:r>
              <a:rPr kumimoji="1" lang="en-US" altLang="zh-CN" sz="1800" b="1" baseline="-2500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=X’·Y·Z         M</a:t>
            </a:r>
            <a:r>
              <a:rPr kumimoji="1" lang="en-US" altLang="zh-CN" sz="1800" b="1" baseline="-2500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kumimoji="1" lang="en-US" altLang="zh-CN" sz="18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X+Y’+Z’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8236129" y="4926312"/>
            <a:ext cx="442912" cy="27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9" tIns="34289" rIns="68579" bIns="34289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14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2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43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57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5715" algn="l" defTabSz="914288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2857" algn="l" defTabSz="914288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000" algn="l" defTabSz="914288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143" algn="l" defTabSz="914288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fld id="{58D454DD-1152-44A3-A343-0EBB17BC9A4B}" type="slidenum">
              <a:rPr lang="zh-CN" altLang="en-US" smtClean="0"/>
              <a:pPr eaLnBrk="1" hangingPunct="1">
                <a:defRPr/>
              </a:pPr>
              <a:t>38</a:t>
            </a:fld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5" name="Text Box 12"/>
          <p:cNvSpPr txBox="1">
            <a:spLocks noChangeArrowheads="1"/>
          </p:cNvSpPr>
          <p:nvPr/>
        </p:nvSpPr>
        <p:spPr bwMode="auto">
          <a:xfrm>
            <a:off x="341530" y="1223755"/>
            <a:ext cx="828040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79" tIns="34289" rIns="68579" bIns="3428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If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write: (1) The canonical product of </a:t>
            </a:r>
            <a:r>
              <a:rPr lang="en-US" altLang="zh-CN" sz="2100" b="1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100" b="1" baseline="-25000" dirty="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 , </a:t>
            </a:r>
            <a:r>
              <a:rPr lang="en-US" altLang="zh-CN" sz="2100" b="1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100" b="1" baseline="-25000" dirty="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’ and F</a:t>
            </a:r>
            <a:r>
              <a:rPr lang="en-US" altLang="zh-CN" sz="2100" b="1" baseline="30000" dirty="0">
                <a:latin typeface="Times New Roman" pitchFamily="18" charset="0"/>
                <a:ea typeface="黑体" pitchFamily="49" charset="-122"/>
              </a:rPr>
              <a:t>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           (2) The standard representation of </a:t>
            </a:r>
            <a:r>
              <a:rPr lang="en-US" altLang="zh-CN" sz="2100" b="1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100" b="1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100" b="1" baseline="-25000" dirty="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+</a:t>
            </a:r>
            <a:r>
              <a:rPr lang="en-US" altLang="zh-CN" sz="2100" b="1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100" b="1" baseline="-25000" dirty="0">
                <a:latin typeface="Times New Roman" pitchFamily="18" charset="0"/>
                <a:ea typeface="黑体" pitchFamily="49" charset="-122"/>
              </a:rPr>
              <a:t>2</a:t>
            </a:r>
            <a:endParaRPr lang="en-US" altLang="zh-CN" sz="2100" b="1" dirty="0">
              <a:latin typeface="Times New Roman" pitchFamily="18" charset="0"/>
              <a:ea typeface="黑体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           (3) The standard representation of </a:t>
            </a:r>
            <a:r>
              <a:rPr lang="en-US" altLang="zh-CN" sz="2100" b="1" i="1" dirty="0">
                <a:latin typeface="Times New Roman" pitchFamily="18" charset="0"/>
                <a:ea typeface="黑体" pitchFamily="49" charset="-122"/>
              </a:rPr>
              <a:t>G</a:t>
            </a: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100" b="1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100" b="1" baseline="-25000" dirty="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2100" b="1" dirty="0">
                <a:latin typeface="Times New Roman" pitchFamily="18" charset="0"/>
                <a:ea typeface="黑体" pitchFamily="49" charset="-122"/>
              </a:rPr>
              <a:t>·</a:t>
            </a:r>
            <a:r>
              <a:rPr lang="en-US" altLang="zh-CN" sz="2100" b="1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100" b="1" baseline="-25000" dirty="0">
                <a:latin typeface="Times New Roman" pitchFamily="18" charset="0"/>
                <a:ea typeface="黑体" pitchFamily="49" charset="-122"/>
              </a:rPr>
              <a:t>2</a:t>
            </a:r>
            <a:endParaRPr lang="en-US" altLang="zh-CN" sz="2100" b="1" dirty="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2355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41450"/>
              </p:ext>
            </p:extLst>
          </p:nvPr>
        </p:nvGraphicFramePr>
        <p:xfrm>
          <a:off x="719236" y="1299475"/>
          <a:ext cx="293854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5376" imgH="171570" progId="Equation.DSMT4">
                  <p:embed/>
                </p:oleObj>
              </mc:Choice>
              <mc:Fallback>
                <p:oleObj name="Equation" r:id="rId2" imgW="1495376" imgH="171570" progId="Equation.DSMT4">
                  <p:embed/>
                  <p:pic>
                    <p:nvPicPr>
                      <p:cNvPr id="2355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236" y="1299475"/>
                        <a:ext cx="293854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656541"/>
              </p:ext>
            </p:extLst>
          </p:nvPr>
        </p:nvGraphicFramePr>
        <p:xfrm>
          <a:off x="3712155" y="1287846"/>
          <a:ext cx="3428208" cy="439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205" imgH="171570" progId="Equation.DSMT4">
                  <p:embed/>
                </p:oleObj>
              </mc:Choice>
              <mc:Fallback>
                <p:oleObj name="Equation" r:id="rId4" imgW="1562205" imgH="171570" progId="Equation.DSMT4">
                  <p:embed/>
                  <p:pic>
                    <p:nvPicPr>
                      <p:cNvPr id="2355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2155" y="1287846"/>
                        <a:ext cx="3428208" cy="439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670283"/>
              </p:ext>
            </p:extLst>
          </p:nvPr>
        </p:nvGraphicFramePr>
        <p:xfrm>
          <a:off x="2186164" y="3334329"/>
          <a:ext cx="4323638" cy="37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1392" imgH="161858" progId="Equation.DSMT4">
                  <p:embed/>
                </p:oleObj>
              </mc:Choice>
              <mc:Fallback>
                <p:oleObj name="Equation" r:id="rId6" imgW="2381392" imgH="161858" progId="Equation.DSMT4">
                  <p:embed/>
                  <p:pic>
                    <p:nvPicPr>
                      <p:cNvPr id="52432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6164" y="3334329"/>
                        <a:ext cx="4323638" cy="378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2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617541"/>
              </p:ext>
            </p:extLst>
          </p:nvPr>
        </p:nvGraphicFramePr>
        <p:xfrm>
          <a:off x="2169353" y="4808363"/>
          <a:ext cx="4535137" cy="374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24265" imgH="161858" progId="Equation.DSMT4">
                  <p:embed/>
                </p:oleObj>
              </mc:Choice>
              <mc:Fallback>
                <p:oleObj name="Equation" r:id="rId8" imgW="2324265" imgH="161858" progId="Equation.DSMT4">
                  <p:embed/>
                  <p:pic>
                    <p:nvPicPr>
                      <p:cNvPr id="524324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9353" y="4808363"/>
                        <a:ext cx="4535137" cy="374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2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568574"/>
              </p:ext>
            </p:extLst>
          </p:nvPr>
        </p:nvGraphicFramePr>
        <p:xfrm>
          <a:off x="2199169" y="3757938"/>
          <a:ext cx="2586037" cy="372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0822" imgH="161858" progId="Equation.DSMT4">
                  <p:embed/>
                </p:oleObj>
              </mc:Choice>
              <mc:Fallback>
                <p:oleObj name="Equation" r:id="rId10" imgW="1390822" imgH="161858" progId="Equation.DSMT4">
                  <p:embed/>
                  <p:pic>
                    <p:nvPicPr>
                      <p:cNvPr id="52432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9169" y="3757938"/>
                        <a:ext cx="2586037" cy="372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2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122328"/>
              </p:ext>
            </p:extLst>
          </p:nvPr>
        </p:nvGraphicFramePr>
        <p:xfrm>
          <a:off x="2169352" y="5257116"/>
          <a:ext cx="2914650" cy="38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47950" imgH="161858" progId="Equation.DSMT4">
                  <p:embed/>
                </p:oleObj>
              </mc:Choice>
              <mc:Fallback>
                <p:oleObj name="Equation" r:id="rId12" imgW="1447950" imgH="161858" progId="Equation.DSMT4">
                  <p:embed/>
                  <p:pic>
                    <p:nvPicPr>
                      <p:cNvPr id="52432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9352" y="5257116"/>
                        <a:ext cx="2914650" cy="38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328" name="Rectangle 40"/>
          <p:cNvSpPr>
            <a:spLocks noChangeArrowheads="1"/>
          </p:cNvSpPr>
          <p:nvPr/>
        </p:nvSpPr>
        <p:spPr bwMode="auto">
          <a:xfrm>
            <a:off x="6798262" y="4808363"/>
            <a:ext cx="766875" cy="346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79" tIns="34289" rIns="68579" bIns="34289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a typeface="华文新魏" pitchFamily="2" charset="-122"/>
              </a:rPr>
              <a:t>union</a:t>
            </a:r>
            <a:endParaRPr lang="zh-CN" altLang="en-US" b="1" dirty="0">
              <a:solidFill>
                <a:srgbClr val="FF0000"/>
              </a:solidFill>
              <a:ea typeface="华文新魏" pitchFamily="2" charset="-122"/>
            </a:endParaRPr>
          </a:p>
        </p:txBody>
      </p:sp>
      <p:sp>
        <p:nvSpPr>
          <p:cNvPr id="524329" name="Rectangle 41"/>
          <p:cNvSpPr>
            <a:spLocks noChangeArrowheads="1"/>
          </p:cNvSpPr>
          <p:nvPr/>
        </p:nvSpPr>
        <p:spPr bwMode="auto">
          <a:xfrm>
            <a:off x="5306516" y="5333003"/>
            <a:ext cx="1446548" cy="346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79" tIns="34289" rIns="68579" bIns="34289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a typeface="华文新魏" pitchFamily="2" charset="-122"/>
              </a:rPr>
              <a:t>intersection</a:t>
            </a:r>
            <a:endParaRPr lang="zh-CN" altLang="en-US" b="1" dirty="0">
              <a:solidFill>
                <a:srgbClr val="FF0000"/>
              </a:solidFill>
              <a:ea typeface="华文新魏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8CEB29-C53C-410C-BE64-E199C917A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353" y="4116453"/>
            <a:ext cx="3895527" cy="49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marL="892153" lvl="1" indent="-892153" defTabSz="811193">
              <a:lnSpc>
                <a:spcPct val="150000"/>
              </a:lnSpc>
              <a:defRPr/>
            </a:pPr>
            <a:r>
              <a:rPr lang="en-US" altLang="zh-CN" i="1" dirty="0">
                <a:solidFill>
                  <a:srgbClr val="FF00FF"/>
                </a:solidFill>
                <a:latin typeface="Arial" charset="0"/>
              </a:rPr>
              <a:t>F</a:t>
            </a:r>
            <a:r>
              <a:rPr lang="en-US" altLang="zh-CN" i="1" baseline="-25000" dirty="0">
                <a:solidFill>
                  <a:srgbClr val="FF00FF"/>
                </a:solidFill>
                <a:latin typeface="Arial" charset="0"/>
              </a:rPr>
              <a:t>1</a:t>
            </a:r>
            <a:r>
              <a:rPr lang="en-US" altLang="zh-CN" i="1" baseline="30000" dirty="0">
                <a:solidFill>
                  <a:srgbClr val="FF00FF"/>
                </a:solidFill>
                <a:latin typeface="Arial" charset="0"/>
              </a:rPr>
              <a:t>D</a:t>
            </a:r>
            <a:r>
              <a:rPr lang="en-US" altLang="zh-CN" dirty="0">
                <a:solidFill>
                  <a:srgbClr val="FF00FF"/>
                </a:solidFill>
                <a:latin typeface="Arial" charset="0"/>
              </a:rPr>
              <a:t> = </a:t>
            </a:r>
            <a:r>
              <a:rPr lang="en-US" altLang="zh-CN" sz="2000" dirty="0" err="1">
                <a:solidFill>
                  <a:srgbClr val="FF00FF"/>
                </a:solidFill>
                <a:latin typeface="Symbol" pitchFamily="18" charset="2"/>
              </a:rPr>
              <a:t>P</a:t>
            </a:r>
            <a:r>
              <a:rPr lang="en-US" altLang="zh-CN" sz="2400" i="1" baseline="-25000" dirty="0" err="1">
                <a:solidFill>
                  <a:srgbClr val="FF00FF"/>
                </a:solidFill>
                <a:latin typeface="+mn-lt"/>
              </a:rPr>
              <a:t>wxyz</a:t>
            </a:r>
            <a:r>
              <a:rPr lang="en-US" altLang="zh-CN" sz="2400" i="1" baseline="-25000" dirty="0">
                <a:solidFill>
                  <a:srgbClr val="FF00FF"/>
                </a:solidFill>
                <a:latin typeface="+mn-lt"/>
              </a:rPr>
              <a:t> </a:t>
            </a:r>
            <a:r>
              <a:rPr lang="en-US" altLang="zh-CN" dirty="0">
                <a:solidFill>
                  <a:srgbClr val="FF00FF"/>
                </a:solidFill>
                <a:latin typeface="Arial" charset="0"/>
              </a:rPr>
              <a:t>(14, 10, 8, 6, 2)</a:t>
            </a:r>
            <a:r>
              <a:rPr lang="en-US" altLang="zh-CN" i="1" dirty="0">
                <a:solidFill>
                  <a:srgbClr val="FF00FF"/>
                </a:solidFill>
                <a:latin typeface="Arial" charset="0"/>
              </a:rPr>
              <a:t> </a:t>
            </a:r>
            <a:endParaRPr lang="en-US" altLang="zh-CN" dirty="0">
              <a:solidFill>
                <a:srgbClr val="FF00FF"/>
              </a:solidFill>
              <a:latin typeface="Arial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DF98B1-94A7-DC9A-DDB0-AE6BEB9EB7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9AB39DE-7591-409F-BB16-0AC2DC59591D}" type="slidenum">
              <a:rPr lang="zh-CN" altLang="en-US" sz="1100"/>
              <a:pPr/>
              <a:t>38</a:t>
            </a:fld>
            <a:endParaRPr lang="zh-CN" altLang="en-US" sz="1100"/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625B54D4-5852-93FD-0A84-8B5203645E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E837A186-3F93-4BF4-A451-AEC4A0F47E1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685A73A-945D-5546-8F30-C7700C60E521}"/>
              </a:ext>
            </a:extLst>
          </p:cNvPr>
          <p:cNvSpPr txBox="1">
            <a:spLocks/>
          </p:cNvSpPr>
          <p:nvPr/>
        </p:nvSpPr>
        <p:spPr>
          <a:xfrm>
            <a:off x="566738" y="233363"/>
            <a:ext cx="7772400" cy="6477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Exercise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58087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10A96C1D-3015-4B12-BD75-A02C52835D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39</a:t>
            </a:fld>
            <a:endParaRPr lang="zh-CN" altLang="en-US" sz="1100" dirty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770DA31-E043-449F-ABA9-4F6888993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184150"/>
            <a:ext cx="77724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sz="3600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3600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</a:t>
            </a:r>
            <a:endParaRPr lang="en-US" altLang="zh-CN" sz="4000" b="1">
              <a:solidFill>
                <a:srgbClr val="0A419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6168D-F1BB-4D36-87F1-0383E182B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998538"/>
            <a:ext cx="8075612" cy="518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1000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ea typeface="宋体" panose="02010600030101010101" pitchFamily="2" charset="-122"/>
              </a:rPr>
              <a:t>Six standard representations for any logic function: </a:t>
            </a:r>
          </a:p>
          <a:p>
            <a:pPr>
              <a:lnSpc>
                <a:spcPct val="150000"/>
              </a:lnSpc>
              <a:spcBef>
                <a:spcPct val="10000"/>
              </a:spcBef>
            </a:pPr>
            <a:endParaRPr lang="en-US" altLang="zh-CN" sz="1400" b="1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1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Simplification Goal</a:t>
            </a:r>
          </a:p>
          <a:p>
            <a:pPr lvl="1">
              <a:spcBef>
                <a:spcPct val="1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minimize the cost of realizing a logical function</a:t>
            </a:r>
          </a:p>
          <a:p>
            <a:pPr>
              <a:lnSpc>
                <a:spcPct val="150000"/>
              </a:lnSpc>
              <a:spcBef>
                <a:spcPct val="10000"/>
              </a:spcBef>
            </a:pPr>
            <a:r>
              <a:rPr lang="en-US" alt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Cost</a:t>
            </a:r>
            <a:r>
              <a:rPr lang="en-US" altLang="zh-CN" sz="2400" b="1">
                <a:ea typeface="宋体" panose="02010600030101010101" pitchFamily="2" charset="-122"/>
              </a:rPr>
              <a:t> measures and other considerations</a:t>
            </a:r>
          </a:p>
          <a:p>
            <a:pPr lvl="1">
              <a:spcBef>
                <a:spcPct val="1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Number of gates</a:t>
            </a:r>
          </a:p>
          <a:p>
            <a:pPr lvl="1">
              <a:spcBef>
                <a:spcPct val="1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Number of cascade levels</a:t>
            </a:r>
          </a:p>
          <a:p>
            <a:pPr lvl="1">
              <a:spcBef>
                <a:spcPct val="1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Gate fan in and/or fan out</a:t>
            </a:r>
          </a:p>
          <a:p>
            <a:pPr lvl="1">
              <a:spcBef>
                <a:spcPct val="1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Interconnection complexity</a:t>
            </a:r>
          </a:p>
          <a:p>
            <a:pPr>
              <a:lnSpc>
                <a:spcPct val="150000"/>
              </a:lnSpc>
              <a:spcBef>
                <a:spcPct val="1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Two-level realizations</a:t>
            </a:r>
          </a:p>
          <a:p>
            <a:pPr lvl="1">
              <a:spcBef>
                <a:spcPct val="1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Minimize the number of gates (terms in logical function)</a:t>
            </a:r>
          </a:p>
          <a:p>
            <a:pPr lvl="1">
              <a:spcBef>
                <a:spcPct val="1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Minimize the fan in (literals in logical function)</a:t>
            </a:r>
          </a:p>
        </p:txBody>
      </p:sp>
      <p:sp>
        <p:nvSpPr>
          <p:cNvPr id="45061" name="日期占位符 3">
            <a:extLst>
              <a:ext uri="{FF2B5EF4-FFF2-40B4-BE49-F238E27FC236}">
                <a16:creationId xmlns:a16="http://schemas.microsoft.com/office/drawing/2014/main" id="{DB41BE29-D354-473F-AFB0-552CE49012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47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4B66A80-FE5D-48AF-A3E8-19C5A658D58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6FCFBA-F872-41D0-9521-78B4B8B1B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1395413"/>
            <a:ext cx="89725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1000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ea typeface="宋体" panose="02010600030101010101" pitchFamily="2" charset="-122"/>
              </a:rPr>
              <a:t>True table/K map,  canonical SOP/minterm list, canonical POS/maxterm list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D97E0B14-54C7-4314-8192-4F436F9A8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850" y="3651250"/>
            <a:ext cx="25273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lvl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Formula Method 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lvl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K Map Method</a:t>
            </a:r>
          </a:p>
          <a:p>
            <a:pPr marL="0" lvl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</a:rPr>
              <a:t>Other Math Method </a:t>
            </a:r>
            <a:endParaRPr lang="en-US" altLang="zh-CN" sz="2000" b="1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A1223AAE-22C6-45FC-927E-86DFFC8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0"/>
            <a:ext cx="77724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Logic expression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</a:t>
            </a: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sym typeface="Symbol" pitchFamily="18" charset="2"/>
              </a:rPr>
              <a:t>simplify by manual: </a:t>
            </a:r>
            <a:endParaRPr lang="en-US" altLang="zh-CN" sz="3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981075">
              <a:defRPr/>
            </a:pPr>
            <a:r>
              <a:rPr lang="en-US" altLang="zh-CN" sz="24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    Formula Method depending on the laws</a:t>
            </a:r>
            <a:endParaRPr lang="zh-CN" altLang="en-US" sz="24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D56C82-C96C-4908-BAE2-6E0E0B96F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1179513"/>
            <a:ext cx="8802688" cy="499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Simplification theorems: </a:t>
            </a:r>
          </a:p>
          <a:p>
            <a:pPr marL="623888" indent="-266700">
              <a:lnSpc>
                <a:spcPct val="16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Combining Method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          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XY+XY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’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=X(Y+Y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’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)=X</a:t>
            </a:r>
          </a:p>
          <a:p>
            <a:pPr marL="623888" indent="-26670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Covering Method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             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X+XY=X(1+Y)=X</a:t>
            </a:r>
          </a:p>
          <a:p>
            <a:pPr marL="623888" indent="-266700">
              <a:lnSpc>
                <a:spcPct val="16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Remove literal Method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    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X+X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’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Y = X+Y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Idempotent laws: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                   X+X=X 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Inverse Laws :         		   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X+X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’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=1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Consensus theorem: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XY+X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’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Z+YZ = XY+X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’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65B33-0F5E-4752-AF15-685149154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8075" y="1158875"/>
            <a:ext cx="1804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P38 the laws</a:t>
            </a:r>
            <a:endParaRPr lang="zh-CN" altLang="en-US" sz="20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6085" name="日期占位符 3">
            <a:extLst>
              <a:ext uri="{FF2B5EF4-FFF2-40B4-BE49-F238E27FC236}">
                <a16:creationId xmlns:a16="http://schemas.microsoft.com/office/drawing/2014/main" id="{E0CC0E42-A640-49A3-972F-29051FBC6C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CD4C621-718B-41A4-A617-E92290CD5F17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F7E667-2A2D-4872-A42F-E4877D32D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3962400"/>
            <a:ext cx="25717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Could you write out the other expression of Dual pair?</a:t>
            </a:r>
            <a:endParaRPr lang="zh-CN" altLang="en-US" sz="18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Picture 21" descr="u=510799256,4278680063&amp;gp=28">
            <a:hlinkClick r:id="rId3"/>
            <a:extLst>
              <a:ext uri="{FF2B5EF4-FFF2-40B4-BE49-F238E27FC236}">
                <a16:creationId xmlns:a16="http://schemas.microsoft.com/office/drawing/2014/main" id="{F0537F0D-F894-4C45-BDEA-C853FDCF2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4540250"/>
            <a:ext cx="4476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灯片编号占位符 1">
            <a:extLst>
              <a:ext uri="{FF2B5EF4-FFF2-40B4-BE49-F238E27FC236}">
                <a16:creationId xmlns:a16="http://schemas.microsoft.com/office/drawing/2014/main" id="{DD610C8E-687D-4290-93A1-A1B6204CF08D}"/>
              </a:ext>
            </a:extLst>
          </p:cNvPr>
          <p:cNvSpPr txBox="1">
            <a:spLocks/>
          </p:cNvSpPr>
          <p:nvPr/>
        </p:nvSpPr>
        <p:spPr bwMode="auto">
          <a:xfrm>
            <a:off x="8316913" y="6356350"/>
            <a:ext cx="4429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eaLnBrk="1" hangingPunct="1">
              <a:buFontTx/>
              <a:buNone/>
              <a:defRPr sz="1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fld id="{6FDECB11-9D5A-4F45-88CD-57CEA88E7EC0}" type="slidenum">
              <a:rPr lang="zh-CN" altLang="en-US"/>
              <a:pPr/>
              <a:t>40</a:t>
            </a:fld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4137E17C-005C-4E90-B9FD-B6A06A4A21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62560894-9E66-4667-B84E-7111F52AED22}" type="slidenum">
              <a:rPr lang="zh-CN" altLang="en-US" sz="1100"/>
              <a:pPr/>
              <a:t>41</a:t>
            </a:fld>
            <a:endParaRPr lang="zh-CN" altLang="en-US" sz="1100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63CF945-D002-4A58-B410-62BE3CAAE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470025"/>
            <a:ext cx="213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Y’ + Z·W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D01A7875-C969-44EC-8BE9-15F677BA9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74725"/>
            <a:ext cx="640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A419B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F1 = X·Y’ + X·Z·W + X’·Y’ + X’·Z·W</a:t>
            </a:r>
            <a:endParaRPr kumimoji="1" lang="zh-CN" altLang="en-US" b="1">
              <a:solidFill>
                <a:srgbClr val="0A419B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09" name="日期占位符 3">
            <a:extLst>
              <a:ext uri="{FF2B5EF4-FFF2-40B4-BE49-F238E27FC236}">
                <a16:creationId xmlns:a16="http://schemas.microsoft.com/office/drawing/2014/main" id="{4F4E1DBA-11FD-4A81-86F3-D06ED3F79F1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9BF91707-0C22-42E1-969D-0486DF89CA57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2A222995-251A-4446-9CBE-6A0DA3A5E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0"/>
            <a:ext cx="77724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Logic expression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</a:t>
            </a: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sym typeface="Symbol" pitchFamily="18" charset="2"/>
              </a:rPr>
              <a:t>simplify by manual: </a:t>
            </a:r>
            <a:endParaRPr lang="en-US" altLang="zh-CN" sz="3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981075">
              <a:defRPr/>
            </a:pPr>
            <a:r>
              <a:rPr lang="en-US" altLang="zh-CN" sz="24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   Formula Method depending on the laws</a:t>
            </a:r>
            <a:endParaRPr lang="zh-CN" altLang="en-US" sz="24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C2DE346E-C338-40EF-ACD8-0E710AA8F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2324100"/>
            <a:ext cx="6938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A419B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F2 = X·Y + X·Y·Z’ + X·Y·W + X·Y·Z·W’</a:t>
            </a:r>
            <a:endParaRPr kumimoji="1" lang="zh-CN" altLang="en-US" b="1">
              <a:solidFill>
                <a:srgbClr val="0A419B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48569E81-948F-431F-ADA6-406FD5D61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2819400"/>
            <a:ext cx="5075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X·Y·( 1 + Z’ + W + Z·W’ )</a:t>
            </a:r>
            <a:endParaRPr kumimoji="1" lang="zh-CN" altLang="en-US" b="1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23D2DB59-7ADC-49A4-A4C0-03C6E700F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3314700"/>
            <a:ext cx="1189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X·Y</a:t>
            </a:r>
            <a:endParaRPr kumimoji="1"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39BE6A04-F17E-4047-A93F-B60D7E5D8492}"/>
              </a:ext>
            </a:extLst>
          </p:cNvPr>
          <p:cNvSpPr/>
          <p:nvPr/>
        </p:nvSpPr>
        <p:spPr>
          <a:xfrm>
            <a:off x="1241425" y="1042988"/>
            <a:ext cx="765175" cy="36988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5FA75CC6-FD09-41C1-B868-FBCECA7EB3D7}"/>
              </a:ext>
            </a:extLst>
          </p:cNvPr>
          <p:cNvSpPr/>
          <p:nvPr/>
        </p:nvSpPr>
        <p:spPr>
          <a:xfrm>
            <a:off x="2457450" y="1019175"/>
            <a:ext cx="1123950" cy="404813"/>
          </a:xfrm>
          <a:prstGeom prst="roundRect">
            <a:avLst/>
          </a:prstGeom>
          <a:solidFill>
            <a:srgbClr val="51EE12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ACFBA45C-A783-4044-A2A9-4674F40AEC5C}"/>
              </a:ext>
            </a:extLst>
          </p:cNvPr>
          <p:cNvSpPr/>
          <p:nvPr/>
        </p:nvSpPr>
        <p:spPr>
          <a:xfrm>
            <a:off x="1962150" y="2825750"/>
            <a:ext cx="3735388" cy="495300"/>
          </a:xfrm>
          <a:prstGeom prst="roundRect">
            <a:avLst/>
          </a:prstGeom>
          <a:solidFill>
            <a:srgbClr val="1ED9E2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E69C8FD9-F633-4E76-883E-A0479CF83DFC}"/>
              </a:ext>
            </a:extLst>
          </p:cNvPr>
          <p:cNvSpPr/>
          <p:nvPr/>
        </p:nvSpPr>
        <p:spPr>
          <a:xfrm>
            <a:off x="1150938" y="2414588"/>
            <a:ext cx="801687" cy="404812"/>
          </a:xfrm>
          <a:prstGeom prst="roundRect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944A0DE-58CD-4524-B818-53500F0EB116}"/>
              </a:ext>
            </a:extLst>
          </p:cNvPr>
          <p:cNvSpPr/>
          <p:nvPr/>
        </p:nvSpPr>
        <p:spPr>
          <a:xfrm>
            <a:off x="4032250" y="1065213"/>
            <a:ext cx="854075" cy="38417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894879AE-60BF-45CB-84E9-72B4016E39F9}"/>
              </a:ext>
            </a:extLst>
          </p:cNvPr>
          <p:cNvSpPr/>
          <p:nvPr/>
        </p:nvSpPr>
        <p:spPr>
          <a:xfrm>
            <a:off x="5292725" y="1019175"/>
            <a:ext cx="1304925" cy="404813"/>
          </a:xfrm>
          <a:prstGeom prst="roundRect">
            <a:avLst/>
          </a:prstGeom>
          <a:solidFill>
            <a:srgbClr val="51EE12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右弧形箭头 27">
            <a:extLst>
              <a:ext uri="{FF2B5EF4-FFF2-40B4-BE49-F238E27FC236}">
                <a16:creationId xmlns:a16="http://schemas.microsoft.com/office/drawing/2014/main" id="{90A2FA20-B37C-4B2F-A298-CD1B94EA0932}"/>
              </a:ext>
            </a:extLst>
          </p:cNvPr>
          <p:cNvSpPr/>
          <p:nvPr/>
        </p:nvSpPr>
        <p:spPr>
          <a:xfrm>
            <a:off x="6732588" y="1335088"/>
            <a:ext cx="314325" cy="495300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6B60B8-8D85-4DAC-9346-7CD11FA59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1335088"/>
            <a:ext cx="1800225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X·Y+X·Y’=X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D4674F46-4CE9-4BB7-A72D-818A3563F048}"/>
              </a:ext>
            </a:extLst>
          </p:cNvPr>
          <p:cNvSpPr/>
          <p:nvPr/>
        </p:nvSpPr>
        <p:spPr>
          <a:xfrm>
            <a:off x="2322513" y="2414588"/>
            <a:ext cx="628650" cy="404812"/>
          </a:xfrm>
          <a:prstGeom prst="roundRect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BF3A9A9B-3D7C-4847-B32F-179437070A16}"/>
              </a:ext>
            </a:extLst>
          </p:cNvPr>
          <p:cNvSpPr/>
          <p:nvPr/>
        </p:nvSpPr>
        <p:spPr>
          <a:xfrm>
            <a:off x="3897313" y="2414588"/>
            <a:ext cx="630237" cy="404812"/>
          </a:xfrm>
          <a:prstGeom prst="roundRect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72C0A534-A1AC-47C5-9057-FD6D3F433C72}"/>
              </a:ext>
            </a:extLst>
          </p:cNvPr>
          <p:cNvSpPr/>
          <p:nvPr/>
        </p:nvSpPr>
        <p:spPr>
          <a:xfrm>
            <a:off x="5472113" y="2414588"/>
            <a:ext cx="630237" cy="404812"/>
          </a:xfrm>
          <a:prstGeom prst="roundRect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" name="右弧形箭头 34">
            <a:extLst>
              <a:ext uri="{FF2B5EF4-FFF2-40B4-BE49-F238E27FC236}">
                <a16:creationId xmlns:a16="http://schemas.microsoft.com/office/drawing/2014/main" id="{729A6D35-5E7E-4D53-B240-14F9E1A9E33A}"/>
              </a:ext>
            </a:extLst>
          </p:cNvPr>
          <p:cNvSpPr/>
          <p:nvPr/>
        </p:nvSpPr>
        <p:spPr>
          <a:xfrm>
            <a:off x="6732588" y="2819400"/>
            <a:ext cx="314325" cy="720725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86136C-B607-4EED-BC15-7E163BFB9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8013" y="3000375"/>
            <a:ext cx="18002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X+X·Y = X</a:t>
            </a:r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68853A73-7A59-4D12-863F-FE82E0452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4089400"/>
            <a:ext cx="872013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A419B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F3=AC+B’C+BD’+CD’+A(B+C’)+A’BCD’+AB’DE</a:t>
            </a:r>
            <a:endParaRPr kumimoji="1" lang="zh-CN" altLang="en-US" b="1">
              <a:solidFill>
                <a:srgbClr val="0A419B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6441DAF4-FEBC-4C5B-B827-C913F80FC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4770438"/>
            <a:ext cx="58991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=AC+B’C+BD’ +A(B’C)’ +AB’DE</a:t>
            </a:r>
            <a:endParaRPr kumimoji="1"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1E60D68C-8260-43CF-8D8F-0D4DBE565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5472113"/>
            <a:ext cx="2516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A+B’C+BD’</a:t>
            </a:r>
            <a:endParaRPr kumimoji="1"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115C9088-1BB0-4B40-9508-4DAF40BE62EE}"/>
              </a:ext>
            </a:extLst>
          </p:cNvPr>
          <p:cNvSpPr/>
          <p:nvPr/>
        </p:nvSpPr>
        <p:spPr>
          <a:xfrm>
            <a:off x="3436938" y="4167188"/>
            <a:ext cx="666750" cy="404812"/>
          </a:xfrm>
          <a:prstGeom prst="roundRect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CD118860-314C-4148-94C1-7D7F52972AF0}"/>
              </a:ext>
            </a:extLst>
          </p:cNvPr>
          <p:cNvSpPr/>
          <p:nvPr/>
        </p:nvSpPr>
        <p:spPr>
          <a:xfrm>
            <a:off x="6091238" y="4167188"/>
            <a:ext cx="1216025" cy="404812"/>
          </a:xfrm>
          <a:prstGeom prst="roundRect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E0BD6663-5730-4433-A2D2-FC19AF844AE1}"/>
              </a:ext>
            </a:extLst>
          </p:cNvPr>
          <p:cNvSpPr/>
          <p:nvPr/>
        </p:nvSpPr>
        <p:spPr>
          <a:xfrm>
            <a:off x="5821363" y="4167188"/>
            <a:ext cx="1576387" cy="40481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B0A0D3F3-568A-47A5-91EE-A9E3277CFA03}"/>
              </a:ext>
            </a:extLst>
          </p:cNvPr>
          <p:cNvSpPr/>
          <p:nvPr/>
        </p:nvSpPr>
        <p:spPr>
          <a:xfrm>
            <a:off x="1725613" y="4167188"/>
            <a:ext cx="666750" cy="404812"/>
          </a:xfrm>
          <a:prstGeom prst="roundRect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4B8DAC70-98D2-422C-AD5D-CFC9D19A63DB}"/>
              </a:ext>
            </a:extLst>
          </p:cNvPr>
          <p:cNvSpPr/>
          <p:nvPr/>
        </p:nvSpPr>
        <p:spPr>
          <a:xfrm>
            <a:off x="2500313" y="4167188"/>
            <a:ext cx="666750" cy="404812"/>
          </a:xfrm>
          <a:prstGeom prst="roundRect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544FC6-B049-4B92-A5AE-AF09DC450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4483100"/>
            <a:ext cx="25923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XY+X’Z+YZ=XY+X’Z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58E12D93-465D-4D6B-A60E-32791FE6E33A}"/>
              </a:ext>
            </a:extLst>
          </p:cNvPr>
          <p:cNvSpPr/>
          <p:nvPr/>
        </p:nvSpPr>
        <p:spPr>
          <a:xfrm>
            <a:off x="3238500" y="4122738"/>
            <a:ext cx="933450" cy="50641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4ACEB78C-8CE1-40FB-A28F-75AE13122556}"/>
              </a:ext>
            </a:extLst>
          </p:cNvPr>
          <p:cNvSpPr/>
          <p:nvPr/>
        </p:nvSpPr>
        <p:spPr>
          <a:xfrm>
            <a:off x="3529013" y="4887913"/>
            <a:ext cx="1395412" cy="314325"/>
          </a:xfrm>
          <a:prstGeom prst="roundRect">
            <a:avLst/>
          </a:prstGeom>
          <a:solidFill>
            <a:srgbClr val="1ED9E2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B20834B8-37C9-4865-BA44-7EEC56906AD2}"/>
              </a:ext>
            </a:extLst>
          </p:cNvPr>
          <p:cNvSpPr/>
          <p:nvPr/>
        </p:nvSpPr>
        <p:spPr>
          <a:xfrm>
            <a:off x="1682750" y="4797425"/>
            <a:ext cx="676275" cy="450850"/>
          </a:xfrm>
          <a:prstGeom prst="roundRect">
            <a:avLst/>
          </a:prstGeom>
          <a:solidFill>
            <a:srgbClr val="1ED9E2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C01C5A-D024-45A1-B572-B92D49826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538" y="4841875"/>
            <a:ext cx="2116137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sz="18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X+X’Y=X+Y</a:t>
            </a:r>
            <a:endParaRPr kumimoji="1" lang="zh-CN" altLang="en-US" sz="1800" b="1">
              <a:solidFill>
                <a:schemeClr val="tx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70EF1451-D273-4009-858D-90DC24EEA533}"/>
              </a:ext>
            </a:extLst>
          </p:cNvPr>
          <p:cNvSpPr/>
          <p:nvPr/>
        </p:nvSpPr>
        <p:spPr>
          <a:xfrm>
            <a:off x="3843338" y="4752975"/>
            <a:ext cx="1128712" cy="584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6" name="右弧形箭头 65">
            <a:extLst>
              <a:ext uri="{FF2B5EF4-FFF2-40B4-BE49-F238E27FC236}">
                <a16:creationId xmlns:a16="http://schemas.microsoft.com/office/drawing/2014/main" id="{D4774E40-796C-49E7-B32B-9874E8E2339D}"/>
              </a:ext>
            </a:extLst>
          </p:cNvPr>
          <p:cNvSpPr/>
          <p:nvPr/>
        </p:nvSpPr>
        <p:spPr>
          <a:xfrm>
            <a:off x="6316663" y="4437063"/>
            <a:ext cx="134937" cy="585787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A742C8D-9D60-44EA-A486-A63C44F68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5292725"/>
            <a:ext cx="21145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  <a:buSzPct val="75000"/>
              <a:buFontTx/>
              <a:buNone/>
            </a:pPr>
            <a:r>
              <a:rPr kumimoji="1" lang="en-US" altLang="zh-CN" sz="18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X+XY=X</a:t>
            </a:r>
            <a:endParaRPr kumimoji="1" lang="zh-CN" altLang="en-US" sz="1800" b="1">
              <a:solidFill>
                <a:schemeClr val="tx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右弧形箭头 67">
            <a:extLst>
              <a:ext uri="{FF2B5EF4-FFF2-40B4-BE49-F238E27FC236}">
                <a16:creationId xmlns:a16="http://schemas.microsoft.com/office/drawing/2014/main" id="{0147568A-A570-41BE-A0F9-16D9140068FA}"/>
              </a:ext>
            </a:extLst>
          </p:cNvPr>
          <p:cNvSpPr/>
          <p:nvPr/>
        </p:nvSpPr>
        <p:spPr>
          <a:xfrm>
            <a:off x="6407150" y="5113338"/>
            <a:ext cx="314325" cy="719137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C904FAAE-8E74-4C16-AAA0-84069D931AB5}"/>
              </a:ext>
            </a:extLst>
          </p:cNvPr>
          <p:cNvSpPr/>
          <p:nvPr/>
        </p:nvSpPr>
        <p:spPr>
          <a:xfrm>
            <a:off x="836613" y="4778375"/>
            <a:ext cx="674687" cy="450850"/>
          </a:xfrm>
          <a:prstGeom prst="roundRect">
            <a:avLst/>
          </a:prstGeom>
          <a:solidFill>
            <a:schemeClr val="bg1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5BA779E7-627A-4ABC-9301-EA8A8213A360}"/>
              </a:ext>
            </a:extLst>
          </p:cNvPr>
          <p:cNvSpPr/>
          <p:nvPr/>
        </p:nvSpPr>
        <p:spPr>
          <a:xfrm>
            <a:off x="3492500" y="4778375"/>
            <a:ext cx="404813" cy="450850"/>
          </a:xfrm>
          <a:prstGeom prst="roundRect">
            <a:avLst/>
          </a:prstGeom>
          <a:solidFill>
            <a:schemeClr val="bg1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812D2488-CAE2-48FB-A674-3B53BF4C6A5B}"/>
              </a:ext>
            </a:extLst>
          </p:cNvPr>
          <p:cNvSpPr/>
          <p:nvPr/>
        </p:nvSpPr>
        <p:spPr>
          <a:xfrm>
            <a:off x="5157788" y="4824413"/>
            <a:ext cx="1169987" cy="449262"/>
          </a:xfrm>
          <a:prstGeom prst="roundRect">
            <a:avLst/>
          </a:prstGeom>
          <a:solidFill>
            <a:schemeClr val="bg1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844122-A8C7-43F3-9914-795C4073B63A}"/>
              </a:ext>
            </a:extLst>
          </p:cNvPr>
          <p:cNvSpPr txBox="1"/>
          <p:nvPr/>
        </p:nvSpPr>
        <p:spPr>
          <a:xfrm>
            <a:off x="3267075" y="5634038"/>
            <a:ext cx="3035300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i="1" u="sng" dirty="0">
                <a:solidFill>
                  <a:srgbClr val="FF0000"/>
                </a:solidFill>
                <a:latin typeface="+mn-lt"/>
              </a:rPr>
              <a:t>So difficult~~~~~</a:t>
            </a:r>
            <a:endParaRPr lang="zh-CN" altLang="en-US" sz="3200" b="1" i="1" u="sng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849C9-2B04-407F-B52C-24D610AB2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9144000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Karnaugh map (K-map) is a convenient tool for representing logical functions of 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three to five variables</a:t>
            </a:r>
            <a:r>
              <a:rPr lang="en-US" altLang="zh-CN" sz="2000" b="1"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Logic functions are mapped (or plotted) by placing the function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000" b="1">
                <a:ea typeface="宋体" panose="02010600030101010101" pitchFamily="2" charset="-122"/>
              </a:rPr>
              <a:t>s 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value (</a:t>
            </a:r>
            <a:r>
              <a:rPr lang="en-US" altLang="zh-CN" sz="2000" b="1" i="1">
                <a:solidFill>
                  <a:srgbClr val="FF0000"/>
                </a:solidFill>
                <a:ea typeface="宋体" panose="02010600030101010101" pitchFamily="2" charset="-122"/>
              </a:rPr>
              <a:t>0,1,d 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b="1">
                <a:ea typeface="宋体" panose="02010600030101010101" pitchFamily="2" charset="-122"/>
              </a:rPr>
              <a:t>in each cell of the map.</a:t>
            </a:r>
            <a:endParaRPr lang="zh-CN" altLang="en-US" sz="2000" b="1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K-map cells are arranged such that 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adjacent cells </a:t>
            </a:r>
            <a:r>
              <a:rPr lang="en-US" altLang="zh-CN" sz="2000" b="1">
                <a:ea typeface="宋体" panose="02010600030101010101" pitchFamily="2" charset="-122"/>
              </a:rPr>
              <a:t>correspond to 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truth table rows</a:t>
            </a:r>
            <a:r>
              <a:rPr lang="en-US" altLang="zh-CN" sz="2000" b="1">
                <a:ea typeface="宋体" panose="02010600030101010101" pitchFamily="2" charset="-122"/>
              </a:rPr>
              <a:t> that differ in only one bit position (</a:t>
            </a:r>
            <a:r>
              <a:rPr lang="en-US" altLang="zh-CN" sz="1800" b="1" i="1">
                <a:ea typeface="宋体" panose="02010600030101010101" pitchFamily="2" charset="-122"/>
              </a:rPr>
              <a:t>logical adjacency</a:t>
            </a:r>
            <a:r>
              <a:rPr lang="en-US" altLang="zh-CN" sz="1800" b="1">
                <a:ea typeface="宋体" panose="02010600030101010101" pitchFamily="2" charset="-122"/>
              </a:rPr>
              <a:t>). </a:t>
            </a:r>
            <a:endParaRPr lang="en-US" altLang="zh-CN" sz="2000" b="1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K-maps form the basis of useful heuristics for finding MSOP and MPOS representations by 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combining cells</a:t>
            </a:r>
            <a:r>
              <a:rPr lang="en-US" altLang="zh-CN" sz="2000" b="1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ACFA7A-DA5B-4CD6-86A8-F98F97A70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4541838"/>
            <a:ext cx="4292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A419B"/>
                </a:solidFill>
              </a:rPr>
              <a:t>K-map Minimization Steps</a:t>
            </a: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1D8E3462-BA97-4A59-AD64-A2581C367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228600"/>
            <a:ext cx="903605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 :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664FD44-20B5-4946-BF41-D5F25A693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5003800"/>
            <a:ext cx="6840537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5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sz="2000" b="1">
                <a:solidFill>
                  <a:srgbClr val="0A419B"/>
                </a:solidFill>
              </a:rPr>
              <a:t>Draw maps</a:t>
            </a:r>
            <a:endParaRPr lang="zh-CN" altLang="en-US" sz="2000" b="1">
              <a:solidFill>
                <a:srgbClr val="0A419B"/>
              </a:solidFill>
            </a:endParaRPr>
          </a:p>
          <a:p>
            <a:pPr>
              <a:lnSpc>
                <a:spcPct val="105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sz="2000" b="1">
                <a:solidFill>
                  <a:srgbClr val="0A419B"/>
                </a:solidFill>
              </a:rPr>
              <a:t>Circle 1-cells or 0-cells</a:t>
            </a:r>
            <a:endParaRPr lang="zh-CN" altLang="en-US" sz="2000" b="1">
              <a:solidFill>
                <a:srgbClr val="0A419B"/>
              </a:solidFill>
            </a:endParaRPr>
          </a:p>
          <a:p>
            <a:pPr>
              <a:lnSpc>
                <a:spcPct val="105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sz="2000" b="1">
                <a:solidFill>
                  <a:srgbClr val="0A419B"/>
                </a:solidFill>
              </a:rPr>
              <a:t>Read maps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63419A-F9D9-4A10-AAC0-FB2833512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3873500"/>
            <a:ext cx="1685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u="sng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Minimal SOP</a:t>
            </a:r>
            <a:endParaRPr lang="zh-CN" altLang="en-US" sz="20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C7A66A8-13AA-4A17-98B7-6261E410387E}"/>
              </a:ext>
            </a:extLst>
          </p:cNvPr>
          <p:cNvSpPr/>
          <p:nvPr/>
        </p:nvSpPr>
        <p:spPr>
          <a:xfrm>
            <a:off x="7239000" y="3651250"/>
            <a:ext cx="809625" cy="314325"/>
          </a:xfrm>
          <a:prstGeom prst="roundRect">
            <a:avLst/>
          </a:prstGeom>
          <a:solidFill>
            <a:srgbClr val="7030A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B643AD-47AA-4916-937C-882389410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888" y="4184650"/>
            <a:ext cx="1858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u="sng">
                <a:solidFill>
                  <a:srgbClr val="EC6D0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Canonical SOP</a:t>
            </a:r>
            <a:endParaRPr lang="zh-CN" altLang="en-US" sz="2000" b="1" u="sng">
              <a:solidFill>
                <a:srgbClr val="EC6D0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7" name="日期占位符 1">
            <a:extLst>
              <a:ext uri="{FF2B5EF4-FFF2-40B4-BE49-F238E27FC236}">
                <a16:creationId xmlns:a16="http://schemas.microsoft.com/office/drawing/2014/main" id="{D8B27B66-3D7E-4599-8833-BB424240AC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5F25DA29-E434-48E8-9AF7-CB15A7F7AA3E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8139" name="矩形 13">
            <a:extLst>
              <a:ext uri="{FF2B5EF4-FFF2-40B4-BE49-F238E27FC236}">
                <a16:creationId xmlns:a16="http://schemas.microsoft.com/office/drawing/2014/main" id="{50763297-18EC-4050-96A3-ECA6EAFA7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450" y="5791200"/>
            <a:ext cx="1260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Chap3.3.2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96099D-1BAC-878E-8D1F-2F7A8A263F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42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0CD2E1B-14DB-4979-8B7E-3466821B0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209551"/>
            <a:ext cx="7981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A419B"/>
                </a:solidFill>
              </a:rPr>
              <a:t>Step1</a:t>
            </a:r>
            <a:r>
              <a:rPr lang="zh-CN" altLang="en-US" sz="3600" b="1" dirty="0">
                <a:solidFill>
                  <a:srgbClr val="0A419B"/>
                </a:solidFill>
              </a:rPr>
              <a:t>：</a:t>
            </a:r>
            <a:r>
              <a:rPr lang="en-US" altLang="zh-CN" sz="3600" b="1" dirty="0">
                <a:solidFill>
                  <a:srgbClr val="0A419B"/>
                </a:solidFill>
              </a:rPr>
              <a:t>Draw Karnaugh Map</a:t>
            </a:r>
            <a:endParaRPr lang="zh-CN" altLang="en-US" sz="2400" b="1" dirty="0">
              <a:solidFill>
                <a:srgbClr val="0A419B"/>
              </a:solidFill>
            </a:endParaRP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8806035E-E76F-4C75-8B54-42665D05BD8C}"/>
              </a:ext>
            </a:extLst>
          </p:cNvPr>
          <p:cNvGrpSpPr>
            <a:grpSpLocks/>
          </p:cNvGrpSpPr>
          <p:nvPr/>
        </p:nvGrpSpPr>
        <p:grpSpPr bwMode="auto">
          <a:xfrm>
            <a:off x="746575" y="1811415"/>
            <a:ext cx="2543175" cy="1231900"/>
            <a:chOff x="977" y="2916"/>
            <a:chExt cx="1602" cy="776"/>
          </a:xfrm>
        </p:grpSpPr>
        <p:sp>
          <p:nvSpPr>
            <p:cNvPr id="49254" name="Text Box 19">
              <a:extLst>
                <a:ext uri="{FF2B5EF4-FFF2-40B4-BE49-F238E27FC236}">
                  <a16:creationId xmlns:a16="http://schemas.microsoft.com/office/drawing/2014/main" id="{0D4E446D-720A-4173-B41F-908216B2A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931"/>
              <a:ext cx="2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 dirty="0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1600" b="1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9255" name="Text Box 20">
              <a:extLst>
                <a:ext uri="{FF2B5EF4-FFF2-40B4-BE49-F238E27FC236}">
                  <a16:creationId xmlns:a16="http://schemas.microsoft.com/office/drawing/2014/main" id="{6F2072E4-69DE-4CCE-9FA0-2B6655662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5" y="2916"/>
              <a:ext cx="2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16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9256" name="Text Box 21">
              <a:extLst>
                <a:ext uri="{FF2B5EF4-FFF2-40B4-BE49-F238E27FC236}">
                  <a16:creationId xmlns:a16="http://schemas.microsoft.com/office/drawing/2014/main" id="{7DC87206-88C9-48E6-89D4-F0984D3A4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2" y="2916"/>
              <a:ext cx="2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16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49257" name="Text Box 22">
              <a:extLst>
                <a:ext uri="{FF2B5EF4-FFF2-40B4-BE49-F238E27FC236}">
                  <a16:creationId xmlns:a16="http://schemas.microsoft.com/office/drawing/2014/main" id="{8E5E9C92-52BF-47EF-8ACA-8B3EB2BB6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1" y="2916"/>
              <a:ext cx="31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16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9258" name="Text Box 23">
              <a:extLst>
                <a:ext uri="{FF2B5EF4-FFF2-40B4-BE49-F238E27FC236}">
                  <a16:creationId xmlns:a16="http://schemas.microsoft.com/office/drawing/2014/main" id="{72C9FFFA-02AC-46AF-A7FF-C2511B512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" y="3299"/>
              <a:ext cx="2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16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9259" name="Text Box 24">
              <a:extLst>
                <a:ext uri="{FF2B5EF4-FFF2-40B4-BE49-F238E27FC236}">
                  <a16:creationId xmlns:a16="http://schemas.microsoft.com/office/drawing/2014/main" id="{8B843452-1BE8-4ABA-9230-E05631DAC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3299"/>
              <a:ext cx="2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16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9260" name="Text Box 25">
              <a:extLst>
                <a:ext uri="{FF2B5EF4-FFF2-40B4-BE49-F238E27FC236}">
                  <a16:creationId xmlns:a16="http://schemas.microsoft.com/office/drawing/2014/main" id="{BB02DFBE-FCFE-41F1-BA2C-208138A54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3299"/>
              <a:ext cx="2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16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49261" name="Text Box 26">
              <a:extLst>
                <a:ext uri="{FF2B5EF4-FFF2-40B4-BE49-F238E27FC236}">
                  <a16:creationId xmlns:a16="http://schemas.microsoft.com/office/drawing/2014/main" id="{A2EA8A63-5D91-4696-ADD6-F586F1CCC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3299"/>
              <a:ext cx="2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16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9262" name="Text Box 19">
              <a:extLst>
                <a:ext uri="{FF2B5EF4-FFF2-40B4-BE49-F238E27FC236}">
                  <a16:creationId xmlns:a16="http://schemas.microsoft.com/office/drawing/2014/main" id="{25E3F677-AE74-4A6A-9FF4-472216723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" y="3134"/>
              <a:ext cx="4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4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Row0</a:t>
              </a:r>
              <a:endParaRPr kumimoji="1" lang="en-US" altLang="zh-CN" sz="1400" b="1" baseline="-2500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263" name="Text Box 19">
              <a:extLst>
                <a:ext uri="{FF2B5EF4-FFF2-40B4-BE49-F238E27FC236}">
                  <a16:creationId xmlns:a16="http://schemas.microsoft.com/office/drawing/2014/main" id="{4DE77C6A-4ECF-41BA-BC47-E60DB9F7E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3134"/>
              <a:ext cx="4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4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Row2</a:t>
              </a:r>
              <a:endParaRPr kumimoji="1" lang="en-US" altLang="zh-CN" sz="1400" b="1" baseline="-2500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264" name="Text Box 19">
              <a:extLst>
                <a:ext uri="{FF2B5EF4-FFF2-40B4-BE49-F238E27FC236}">
                  <a16:creationId xmlns:a16="http://schemas.microsoft.com/office/drawing/2014/main" id="{B9963D93-DD83-4F64-A02F-6C2814A1F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9" y="3134"/>
              <a:ext cx="4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4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Row6</a:t>
              </a:r>
              <a:endParaRPr kumimoji="1" lang="en-US" altLang="zh-CN" sz="1400" b="1" baseline="-2500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265" name="Text Box 19">
              <a:extLst>
                <a:ext uri="{FF2B5EF4-FFF2-40B4-BE49-F238E27FC236}">
                  <a16:creationId xmlns:a16="http://schemas.microsoft.com/office/drawing/2014/main" id="{BF220F5D-1E1F-4649-9798-765EF6342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6" y="3134"/>
              <a:ext cx="4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4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Row4</a:t>
              </a:r>
              <a:endParaRPr kumimoji="1" lang="en-US" altLang="zh-CN" sz="1400" b="1" baseline="-2500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266" name="Text Box 19">
              <a:extLst>
                <a:ext uri="{FF2B5EF4-FFF2-40B4-BE49-F238E27FC236}">
                  <a16:creationId xmlns:a16="http://schemas.microsoft.com/office/drawing/2014/main" id="{7D35D319-2040-4509-BB0F-E79EB853A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" y="3498"/>
              <a:ext cx="4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4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Row1</a:t>
              </a:r>
              <a:endParaRPr kumimoji="1" lang="en-US" altLang="zh-CN" sz="1400" b="1" baseline="-2500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267" name="Text Box 19">
              <a:extLst>
                <a:ext uri="{FF2B5EF4-FFF2-40B4-BE49-F238E27FC236}">
                  <a16:creationId xmlns:a16="http://schemas.microsoft.com/office/drawing/2014/main" id="{AA12FBDD-BD1F-45C4-8E26-72E2648F2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" y="3498"/>
              <a:ext cx="4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4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Row3</a:t>
              </a:r>
              <a:endParaRPr kumimoji="1" lang="en-US" altLang="zh-CN" sz="1400" b="1" baseline="-2500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268" name="Text Box 19">
              <a:extLst>
                <a:ext uri="{FF2B5EF4-FFF2-40B4-BE49-F238E27FC236}">
                  <a16:creationId xmlns:a16="http://schemas.microsoft.com/office/drawing/2014/main" id="{81070EC3-4EE6-431E-B4CA-49C073650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2" y="3498"/>
              <a:ext cx="4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4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Row7</a:t>
              </a:r>
              <a:endParaRPr kumimoji="1" lang="en-US" altLang="zh-CN" sz="1400" b="1" baseline="-2500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269" name="Text Box 19">
              <a:extLst>
                <a:ext uri="{FF2B5EF4-FFF2-40B4-BE49-F238E27FC236}">
                  <a16:creationId xmlns:a16="http://schemas.microsoft.com/office/drawing/2014/main" id="{CD0E8E34-4C3D-4546-91C3-1482F15E7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9" y="3498"/>
              <a:ext cx="4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4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Row5</a:t>
              </a:r>
              <a:endParaRPr kumimoji="1" lang="en-US" altLang="zh-CN" sz="1400" b="1" baseline="-2500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28">
            <a:extLst>
              <a:ext uri="{FF2B5EF4-FFF2-40B4-BE49-F238E27FC236}">
                <a16:creationId xmlns:a16="http://schemas.microsoft.com/office/drawing/2014/main" id="{6B6EA814-1E6E-41DD-A80B-553267E8F694}"/>
              </a:ext>
            </a:extLst>
          </p:cNvPr>
          <p:cNvGrpSpPr>
            <a:grpSpLocks/>
          </p:cNvGrpSpPr>
          <p:nvPr/>
        </p:nvGrpSpPr>
        <p:grpSpPr bwMode="auto">
          <a:xfrm>
            <a:off x="259213" y="1152603"/>
            <a:ext cx="2970212" cy="1897062"/>
            <a:chOff x="383" y="2933"/>
            <a:chExt cx="1871" cy="1195"/>
          </a:xfrm>
        </p:grpSpPr>
        <p:grpSp>
          <p:nvGrpSpPr>
            <p:cNvPr id="49242" name="Group 29">
              <a:extLst>
                <a:ext uri="{FF2B5EF4-FFF2-40B4-BE49-F238E27FC236}">
                  <a16:creationId xmlns:a16="http://schemas.microsoft.com/office/drawing/2014/main" id="{AFDE4A7B-5FC0-44FC-B25B-EA8242B6BC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" y="3120"/>
              <a:ext cx="1776" cy="1008"/>
              <a:chOff x="519" y="3024"/>
              <a:chExt cx="1776" cy="1008"/>
            </a:xfrm>
          </p:grpSpPr>
          <p:sp>
            <p:nvSpPr>
              <p:cNvPr id="49248" name="Line 30">
                <a:extLst>
                  <a:ext uri="{FF2B5EF4-FFF2-40B4-BE49-F238E27FC236}">
                    <a16:creationId xmlns:a16="http://schemas.microsoft.com/office/drawing/2014/main" id="{EC074E89-F8CF-49F5-A1B3-DF9E0A7D7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49" name="Line 31">
                <a:extLst>
                  <a:ext uri="{FF2B5EF4-FFF2-40B4-BE49-F238E27FC236}">
                    <a16:creationId xmlns:a16="http://schemas.microsoft.com/office/drawing/2014/main" id="{70FE8A7D-B6F5-4252-9DC1-9B9F91A10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50" name="Line 32">
                <a:extLst>
                  <a:ext uri="{FF2B5EF4-FFF2-40B4-BE49-F238E27FC236}">
                    <a16:creationId xmlns:a16="http://schemas.microsoft.com/office/drawing/2014/main" id="{1956AD00-E7AE-4AA4-A1BF-2D3DE9B6F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51" name="Line 33">
                <a:extLst>
                  <a:ext uri="{FF2B5EF4-FFF2-40B4-BE49-F238E27FC236}">
                    <a16:creationId xmlns:a16="http://schemas.microsoft.com/office/drawing/2014/main" id="{14867AFA-F782-4327-9290-5CCDB5974F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52" name="Rectangle 34">
                <a:extLst>
                  <a:ext uri="{FF2B5EF4-FFF2-40B4-BE49-F238E27FC236}">
                    <a16:creationId xmlns:a16="http://schemas.microsoft.com/office/drawing/2014/main" id="{8DDBB4F7-5466-449A-8038-2EAE6E77F6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49253" name="Line 35">
                <a:extLst>
                  <a:ext uri="{FF2B5EF4-FFF2-40B4-BE49-F238E27FC236}">
                    <a16:creationId xmlns:a16="http://schemas.microsoft.com/office/drawing/2014/main" id="{87525842-93F6-408D-8765-B34D673922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9243" name="Text Box 36">
              <a:extLst>
                <a:ext uri="{FF2B5EF4-FFF2-40B4-BE49-F238E27FC236}">
                  <a16:creationId xmlns:a16="http://schemas.microsoft.com/office/drawing/2014/main" id="{F3C4F0B7-9504-4918-93D5-E6E2CA751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" y="3136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49244" name="Text Box 37">
              <a:extLst>
                <a:ext uri="{FF2B5EF4-FFF2-40B4-BE49-F238E27FC236}">
                  <a16:creationId xmlns:a16="http://schemas.microsoft.com/office/drawing/2014/main" id="{633C63B1-F518-4A90-9697-DB6537FC3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" y="2933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  <p:sp>
          <p:nvSpPr>
            <p:cNvPr id="49245" name="Text Box 38">
              <a:extLst>
                <a:ext uri="{FF2B5EF4-FFF2-40B4-BE49-F238E27FC236}">
                  <a16:creationId xmlns:a16="http://schemas.microsoft.com/office/drawing/2014/main" id="{D589B681-115A-43D3-9B80-A23C5E696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" y="3131"/>
              <a:ext cx="14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00   01   11   10</a:t>
              </a:r>
            </a:p>
          </p:txBody>
        </p:sp>
        <p:sp>
          <p:nvSpPr>
            <p:cNvPr id="49246" name="Text Box 39">
              <a:extLst>
                <a:ext uri="{FF2B5EF4-FFF2-40B4-BE49-F238E27FC236}">
                  <a16:creationId xmlns:a16="http://schemas.microsoft.com/office/drawing/2014/main" id="{CA789849-8A46-466A-80D0-9F187FC01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342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9247" name="Text Box 40">
              <a:extLst>
                <a:ext uri="{FF2B5EF4-FFF2-40B4-BE49-F238E27FC236}">
                  <a16:creationId xmlns:a16="http://schemas.microsoft.com/office/drawing/2014/main" id="{51DA641A-4603-4FEF-9A78-F13D1DB11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379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8" name="Group 41">
            <a:extLst>
              <a:ext uri="{FF2B5EF4-FFF2-40B4-BE49-F238E27FC236}">
                <a16:creationId xmlns:a16="http://schemas.microsoft.com/office/drawing/2014/main" id="{AED00284-E042-4E43-9B5C-88024F16F637}"/>
              </a:ext>
            </a:extLst>
          </p:cNvPr>
          <p:cNvGrpSpPr>
            <a:grpSpLocks/>
          </p:cNvGrpSpPr>
          <p:nvPr/>
        </p:nvGrpSpPr>
        <p:grpSpPr bwMode="auto">
          <a:xfrm>
            <a:off x="3266855" y="3023955"/>
            <a:ext cx="3179763" cy="3111579"/>
            <a:chOff x="2805" y="1440"/>
            <a:chExt cx="2003" cy="2064"/>
          </a:xfrm>
        </p:grpSpPr>
        <p:sp>
          <p:nvSpPr>
            <p:cNvPr id="49223" name="Text Box 42">
              <a:extLst>
                <a:ext uri="{FF2B5EF4-FFF2-40B4-BE49-F238E27FC236}">
                  <a16:creationId xmlns:a16="http://schemas.microsoft.com/office/drawing/2014/main" id="{9926D0E5-C641-4894-8B70-284E61678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" y="1723"/>
              <a:ext cx="3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YZ</a:t>
              </a:r>
            </a:p>
          </p:txBody>
        </p:sp>
        <p:sp>
          <p:nvSpPr>
            <p:cNvPr id="49224" name="Text Box 43">
              <a:extLst>
                <a:ext uri="{FF2B5EF4-FFF2-40B4-BE49-F238E27FC236}">
                  <a16:creationId xmlns:a16="http://schemas.microsoft.com/office/drawing/2014/main" id="{A2C3A85E-DBED-45E8-A689-CBB6B630C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440"/>
              <a:ext cx="4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latin typeface="Tahoma" panose="020B0604030504040204" pitchFamily="34" charset="0"/>
                  <a:ea typeface="宋体" panose="02010600030101010101" pitchFamily="2" charset="-122"/>
                </a:rPr>
                <a:t>WX</a:t>
              </a:r>
            </a:p>
          </p:txBody>
        </p:sp>
        <p:sp>
          <p:nvSpPr>
            <p:cNvPr id="49225" name="Text Box 44">
              <a:extLst>
                <a:ext uri="{FF2B5EF4-FFF2-40B4-BE49-F238E27FC236}">
                  <a16:creationId xmlns:a16="http://schemas.microsoft.com/office/drawing/2014/main" id="{21AEC08C-B145-4545-9FC8-2D5A2A4A1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" y="1657"/>
              <a:ext cx="33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00</a:t>
              </a:r>
            </a:p>
          </p:txBody>
        </p:sp>
        <p:sp>
          <p:nvSpPr>
            <p:cNvPr id="49226" name="Text Box 45">
              <a:extLst>
                <a:ext uri="{FF2B5EF4-FFF2-40B4-BE49-F238E27FC236}">
                  <a16:creationId xmlns:a16="http://schemas.microsoft.com/office/drawing/2014/main" id="{38DAFFC4-A274-42D2-8C39-554443AD9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039"/>
              <a:ext cx="33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00</a:t>
              </a:r>
            </a:p>
          </p:txBody>
        </p:sp>
        <p:grpSp>
          <p:nvGrpSpPr>
            <p:cNvPr id="49227" name="Group 46">
              <a:extLst>
                <a:ext uri="{FF2B5EF4-FFF2-40B4-BE49-F238E27FC236}">
                  <a16:creationId xmlns:a16="http://schemas.microsoft.com/office/drawing/2014/main" id="{4314CC8B-3798-4B70-89E5-98D284FB9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2" y="1728"/>
              <a:ext cx="1776" cy="1776"/>
              <a:chOff x="3456" y="192"/>
              <a:chExt cx="1776" cy="1776"/>
            </a:xfrm>
          </p:grpSpPr>
          <p:sp>
            <p:nvSpPr>
              <p:cNvPr id="49234" name="Line 47">
                <a:extLst>
                  <a:ext uri="{FF2B5EF4-FFF2-40B4-BE49-F238E27FC236}">
                    <a16:creationId xmlns:a16="http://schemas.microsoft.com/office/drawing/2014/main" id="{4054419E-7949-4309-8E2C-6E5B8A3DF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816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35" name="Line 48">
                <a:extLst>
                  <a:ext uri="{FF2B5EF4-FFF2-40B4-BE49-F238E27FC236}">
                    <a16:creationId xmlns:a16="http://schemas.microsoft.com/office/drawing/2014/main" id="{8B104ABE-5471-4153-A3EB-537CBBFFD6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432"/>
                <a:ext cx="0" cy="15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36" name="Line 49">
                <a:extLst>
                  <a:ext uri="{FF2B5EF4-FFF2-40B4-BE49-F238E27FC236}">
                    <a16:creationId xmlns:a16="http://schemas.microsoft.com/office/drawing/2014/main" id="{0CFB08EB-5A8F-4A02-AA4A-D99D1C100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432"/>
                <a:ext cx="0" cy="15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37" name="Line 50">
                <a:extLst>
                  <a:ext uri="{FF2B5EF4-FFF2-40B4-BE49-F238E27FC236}">
                    <a16:creationId xmlns:a16="http://schemas.microsoft.com/office/drawing/2014/main" id="{0FB8C717-B758-4191-BB13-370B2604A0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432"/>
                <a:ext cx="0" cy="15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38" name="Rectangle 51">
                <a:extLst>
                  <a:ext uri="{FF2B5EF4-FFF2-40B4-BE49-F238E27FC236}">
                    <a16:creationId xmlns:a16="http://schemas.microsoft.com/office/drawing/2014/main" id="{40196F75-39F6-44FA-9A15-3A5C0F8DE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432"/>
                <a:ext cx="1536" cy="1536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49239" name="Line 52">
                <a:extLst>
                  <a:ext uri="{FF2B5EF4-FFF2-40B4-BE49-F238E27FC236}">
                    <a16:creationId xmlns:a16="http://schemas.microsoft.com/office/drawing/2014/main" id="{046AB97B-9671-49AB-BA6D-40BCDBA89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56" y="192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40" name="Line 53">
                <a:extLst>
                  <a:ext uri="{FF2B5EF4-FFF2-40B4-BE49-F238E27FC236}">
                    <a16:creationId xmlns:a16="http://schemas.microsoft.com/office/drawing/2014/main" id="{4A43A5D8-3DD2-4309-BDA3-699C294CF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200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241" name="Line 54">
                <a:extLst>
                  <a:ext uri="{FF2B5EF4-FFF2-40B4-BE49-F238E27FC236}">
                    <a16:creationId xmlns:a16="http://schemas.microsoft.com/office/drawing/2014/main" id="{2591E4FE-8074-42DF-9276-065A9BA43D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584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9228" name="Text Box 55">
              <a:extLst>
                <a:ext uri="{FF2B5EF4-FFF2-40B4-BE49-F238E27FC236}">
                  <a16:creationId xmlns:a16="http://schemas.microsoft.com/office/drawing/2014/main" id="{6FF3E947-0FE1-45C9-B31E-C70A4A15E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4" y="2423"/>
              <a:ext cx="33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</a:p>
          </p:txBody>
        </p:sp>
        <p:sp>
          <p:nvSpPr>
            <p:cNvPr id="49229" name="Text Box 56">
              <a:extLst>
                <a:ext uri="{FF2B5EF4-FFF2-40B4-BE49-F238E27FC236}">
                  <a16:creationId xmlns:a16="http://schemas.microsoft.com/office/drawing/2014/main" id="{9599ECA9-2691-4409-B91C-75853D4BB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4" y="2807"/>
              <a:ext cx="33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49230" name="Text Box 57">
              <a:extLst>
                <a:ext uri="{FF2B5EF4-FFF2-40B4-BE49-F238E27FC236}">
                  <a16:creationId xmlns:a16="http://schemas.microsoft.com/office/drawing/2014/main" id="{FD3DE845-B5C9-4DF2-A61E-93DC4FFE3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4" y="3191"/>
              <a:ext cx="33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9231" name="Text Box 58">
              <a:extLst>
                <a:ext uri="{FF2B5EF4-FFF2-40B4-BE49-F238E27FC236}">
                  <a16:creationId xmlns:a16="http://schemas.microsoft.com/office/drawing/2014/main" id="{06025D7F-FABD-407E-A640-DB0EC3EC6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2" y="1657"/>
              <a:ext cx="33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</a:p>
          </p:txBody>
        </p:sp>
        <p:sp>
          <p:nvSpPr>
            <p:cNvPr id="49232" name="Text Box 59">
              <a:extLst>
                <a:ext uri="{FF2B5EF4-FFF2-40B4-BE49-F238E27FC236}">
                  <a16:creationId xmlns:a16="http://schemas.microsoft.com/office/drawing/2014/main" id="{B4C47D6D-3803-4EFC-BF97-940BCA3A3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6" y="1657"/>
              <a:ext cx="33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49233" name="Text Box 60">
              <a:extLst>
                <a:ext uri="{FF2B5EF4-FFF2-40B4-BE49-F238E27FC236}">
                  <a16:creationId xmlns:a16="http://schemas.microsoft.com/office/drawing/2014/main" id="{79553C81-CC61-49BA-8EC9-99EF35CF9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0" y="1657"/>
              <a:ext cx="33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sp>
        <p:nvSpPr>
          <p:cNvPr id="47161" name="Text Box 62">
            <a:extLst>
              <a:ext uri="{FF2B5EF4-FFF2-40B4-BE49-F238E27FC236}">
                <a16:creationId xmlns:a16="http://schemas.microsoft.com/office/drawing/2014/main" id="{ED16A170-1B23-4DC1-A4FA-9CF598E79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983" y="3833890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62" name="Text Box 63">
            <a:extLst>
              <a:ext uri="{FF2B5EF4-FFF2-40B4-BE49-F238E27FC236}">
                <a16:creationId xmlns:a16="http://schemas.microsoft.com/office/drawing/2014/main" id="{0038171D-6E91-4335-ADB9-39E8400C0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583" y="3833890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63" name="Text Box 64">
            <a:extLst>
              <a:ext uri="{FF2B5EF4-FFF2-40B4-BE49-F238E27FC236}">
                <a16:creationId xmlns:a16="http://schemas.microsoft.com/office/drawing/2014/main" id="{B1911492-D721-4CEA-B7E1-CD1B396E1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258" y="383389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12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64" name="Text Box 65">
            <a:extLst>
              <a:ext uri="{FF2B5EF4-FFF2-40B4-BE49-F238E27FC236}">
                <a16:creationId xmlns:a16="http://schemas.microsoft.com/office/drawing/2014/main" id="{87980162-113E-45B5-BA00-2D8569B5F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983" y="4443490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65" name="Text Box 66">
            <a:extLst>
              <a:ext uri="{FF2B5EF4-FFF2-40B4-BE49-F238E27FC236}">
                <a16:creationId xmlns:a16="http://schemas.microsoft.com/office/drawing/2014/main" id="{27EC7C4E-04D5-4FB5-870C-EC86D5160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583" y="4443490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66" name="Text Box 67">
            <a:extLst>
              <a:ext uri="{FF2B5EF4-FFF2-40B4-BE49-F238E27FC236}">
                <a16:creationId xmlns:a16="http://schemas.microsoft.com/office/drawing/2014/main" id="{C8579439-41F0-4298-84A5-E9974EA77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258" y="444349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13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67" name="Text Box 68">
            <a:extLst>
              <a:ext uri="{FF2B5EF4-FFF2-40B4-BE49-F238E27FC236}">
                <a16:creationId xmlns:a16="http://schemas.microsoft.com/office/drawing/2014/main" id="{DC75B9AF-32EE-447D-97F7-CCDB5D67B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783" y="4443490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9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68" name="Text Box 69">
            <a:extLst>
              <a:ext uri="{FF2B5EF4-FFF2-40B4-BE49-F238E27FC236}">
                <a16:creationId xmlns:a16="http://schemas.microsoft.com/office/drawing/2014/main" id="{399A3B1B-5BAD-41DF-8F83-B0760CBEC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983" y="5059440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69" name="Text Box 70">
            <a:extLst>
              <a:ext uri="{FF2B5EF4-FFF2-40B4-BE49-F238E27FC236}">
                <a16:creationId xmlns:a16="http://schemas.microsoft.com/office/drawing/2014/main" id="{B3D45F7D-4806-4C80-9708-06CB3A5B4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583" y="5068965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70" name="Text Box 71">
            <a:extLst>
              <a:ext uri="{FF2B5EF4-FFF2-40B4-BE49-F238E27FC236}">
                <a16:creationId xmlns:a16="http://schemas.microsoft.com/office/drawing/2014/main" id="{87CBB9D9-BAEF-40C0-931A-2D3D4EBFD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796" y="505309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71" name="Text Box 72">
            <a:extLst>
              <a:ext uri="{FF2B5EF4-FFF2-40B4-BE49-F238E27FC236}">
                <a16:creationId xmlns:a16="http://schemas.microsoft.com/office/drawing/2014/main" id="{0AF870A3-DF8E-4AB0-8A6E-8A57F6C93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8333" y="5662690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72" name="Text Box 73">
            <a:extLst>
              <a:ext uri="{FF2B5EF4-FFF2-40B4-BE49-F238E27FC236}">
                <a16:creationId xmlns:a16="http://schemas.microsoft.com/office/drawing/2014/main" id="{E785150A-5E66-4245-B42F-C342EB6A3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583" y="5678565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73" name="Text Box 74">
            <a:extLst>
              <a:ext uri="{FF2B5EF4-FFF2-40B4-BE49-F238E27FC236}">
                <a16:creationId xmlns:a16="http://schemas.microsoft.com/office/drawing/2014/main" id="{80291BC4-C82D-41D4-9F49-30A2DEA8E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796" y="566269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14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74" name="Text Box 75">
            <a:extLst>
              <a:ext uri="{FF2B5EF4-FFF2-40B4-BE49-F238E27FC236}">
                <a16:creationId xmlns:a16="http://schemas.microsoft.com/office/drawing/2014/main" id="{311237E7-74E0-438A-8BE3-495C0BDA4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858" y="566269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75" name="Text Box 76">
            <a:extLst>
              <a:ext uri="{FF2B5EF4-FFF2-40B4-BE49-F238E27FC236}">
                <a16:creationId xmlns:a16="http://schemas.microsoft.com/office/drawing/2014/main" id="{B32A37AB-B807-4DD4-927F-B2644C88E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783" y="3833890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76" name="Text Box 77">
            <a:extLst>
              <a:ext uri="{FF2B5EF4-FFF2-40B4-BE49-F238E27FC236}">
                <a16:creationId xmlns:a16="http://schemas.microsoft.com/office/drawing/2014/main" id="{FD182E00-254E-4EDA-BB26-CE940CDCB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858" y="505309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  <a:endParaRPr kumimoji="1" lang="en-US" altLang="zh-CN" sz="20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" name="Text Box 78">
            <a:extLst>
              <a:ext uri="{FF2B5EF4-FFF2-40B4-BE49-F238E27FC236}">
                <a16:creationId xmlns:a16="http://schemas.microsoft.com/office/drawing/2014/main" id="{33611403-5BC8-4541-9F9F-9CCFCFFB9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2443" y="1286255"/>
            <a:ext cx="2654300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Put the Truth Table Row number (the </a:t>
            </a:r>
            <a:r>
              <a:rPr lang="en-US" altLang="zh-CN" sz="1800" b="1" dirty="0" err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minterm</a:t>
            </a:r>
            <a:r>
              <a:rPr lang="en-US" altLang="zh-CN" sz="18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number ) so we can copy the Truth Table values into the K-map straight-forward.</a:t>
            </a:r>
          </a:p>
        </p:txBody>
      </p:sp>
      <p:sp>
        <p:nvSpPr>
          <p:cNvPr id="49167" name="Oval 81">
            <a:extLst>
              <a:ext uri="{FF2B5EF4-FFF2-40B4-BE49-F238E27FC236}">
                <a16:creationId xmlns:a16="http://schemas.microsoft.com/office/drawing/2014/main" id="{E065BB2E-5EAF-465F-8B44-4A7A1F1DC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433" y="3360565"/>
            <a:ext cx="2546350" cy="384425"/>
          </a:xfrm>
          <a:prstGeom prst="ellipse">
            <a:avLst/>
          </a:prstGeom>
          <a:noFill/>
          <a:ln w="28575" cap="sq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95" name="Oval 81">
            <a:extLst>
              <a:ext uri="{FF2B5EF4-FFF2-40B4-BE49-F238E27FC236}">
                <a16:creationId xmlns:a16="http://schemas.microsoft.com/office/drawing/2014/main" id="{231D19A0-3F27-4994-A8A2-CB35F5306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583" y="3911115"/>
            <a:ext cx="450850" cy="2264337"/>
          </a:xfrm>
          <a:prstGeom prst="ellipse">
            <a:avLst/>
          </a:prstGeom>
          <a:noFill/>
          <a:ln w="28575" cap="sq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153" name="Oval 81">
            <a:extLst>
              <a:ext uri="{FF2B5EF4-FFF2-40B4-BE49-F238E27FC236}">
                <a16:creationId xmlns:a16="http://schemas.microsoft.com/office/drawing/2014/main" id="{A426C18D-906E-4CE4-B932-C814C1C38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288" y="1474865"/>
            <a:ext cx="2386012" cy="404813"/>
          </a:xfrm>
          <a:prstGeom prst="ellipse">
            <a:avLst/>
          </a:prstGeom>
          <a:noFill/>
          <a:ln w="28575" cap="sq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154" name="Text Box 82">
            <a:extLst>
              <a:ext uri="{FF2B5EF4-FFF2-40B4-BE49-F238E27FC236}">
                <a16:creationId xmlns:a16="http://schemas.microsoft.com/office/drawing/2014/main" id="{68F934BF-73B3-4D7D-8A72-2B2DD0A8C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200" y="1024015"/>
            <a:ext cx="171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C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Gray code</a:t>
            </a:r>
          </a:p>
        </p:txBody>
      </p:sp>
      <p:sp>
        <p:nvSpPr>
          <p:cNvPr id="169" name="AutoShape 6">
            <a:extLst>
              <a:ext uri="{FF2B5EF4-FFF2-40B4-BE49-F238E27FC236}">
                <a16:creationId xmlns:a16="http://schemas.microsoft.com/office/drawing/2014/main" id="{A8A8409E-78F0-4156-B227-F2F3B6577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403" y="4509120"/>
            <a:ext cx="1182004" cy="958045"/>
          </a:xfrm>
          <a:prstGeom prst="wedgeRoundRectCallout">
            <a:avLst>
              <a:gd name="adj1" fmla="val -99264"/>
              <a:gd name="adj2" fmla="val -140976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Be careful the order of the variables</a:t>
            </a:r>
          </a:p>
        </p:txBody>
      </p:sp>
      <p:sp>
        <p:nvSpPr>
          <p:cNvPr id="49201" name="日期占位符 1">
            <a:extLst>
              <a:ext uri="{FF2B5EF4-FFF2-40B4-BE49-F238E27FC236}">
                <a16:creationId xmlns:a16="http://schemas.microsoft.com/office/drawing/2014/main" id="{CE610958-4EF7-4CDC-B13C-B1E1CB75721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A85E3FA4-EB45-49A2-AD74-CE7A7B67515A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9202" name="灯片编号占位符 2">
            <a:extLst>
              <a:ext uri="{FF2B5EF4-FFF2-40B4-BE49-F238E27FC236}">
                <a16:creationId xmlns:a16="http://schemas.microsoft.com/office/drawing/2014/main" id="{61152B5F-95F4-46F4-B3AA-8EB10746D5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7AB96EE9-DA44-4D65-82C2-4E46E5B67ECE}" type="slidenum">
              <a:rPr lang="zh-CN" altLang="en-US" sz="1100"/>
              <a:pPr/>
              <a:t>43</a:t>
            </a:fld>
            <a:endParaRPr lang="zh-CN" altLang="en-US" sz="11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1C56FCE-09C0-60B4-3E9B-44FBBA45C3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6437125"/>
              </p:ext>
            </p:extLst>
          </p:nvPr>
        </p:nvGraphicFramePr>
        <p:xfrm>
          <a:off x="3334832" y="1199717"/>
          <a:ext cx="2171387" cy="1782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615269" imgH="2657969" progId="Word.Document.8">
                  <p:embed/>
                </p:oleObj>
              </mc:Choice>
              <mc:Fallback>
                <p:oleObj name="Document" r:id="rId2" imgW="3615269" imgH="2657969" progId="Word.Document.8">
                  <p:embed/>
                  <p:pic>
                    <p:nvPicPr>
                      <p:cNvPr id="3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4832" y="1199717"/>
                        <a:ext cx="2171387" cy="1782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54BAACE-DFF4-F52F-BEB0-9101418A8A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284663"/>
              </p:ext>
            </p:extLst>
          </p:nvPr>
        </p:nvGraphicFramePr>
        <p:xfrm>
          <a:off x="618002" y="3713164"/>
          <a:ext cx="2701925" cy="219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628916" imgH="2463185" progId="Word.Document.8">
                  <p:embed/>
                </p:oleObj>
              </mc:Choice>
              <mc:Fallback>
                <p:oleObj name="Document" r:id="rId4" imgW="3628916" imgH="2463185" progId="Word.Document.8">
                  <p:embed/>
                  <p:pic>
                    <p:nvPicPr>
                      <p:cNvPr id="138" name="对象 137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02" y="3713164"/>
                        <a:ext cx="2701925" cy="2194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0B431EBF-D767-4F7D-BC05-36F948043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3190875"/>
            <a:ext cx="990600" cy="465138"/>
          </a:xfrm>
          <a:prstGeom prst="roundRect">
            <a:avLst>
              <a:gd name="adj" fmla="val 48185"/>
            </a:avLst>
          </a:prstGeom>
          <a:noFill/>
          <a:ln w="38100" cap="sq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Ø"/>
            </a:pPr>
            <a:endParaRPr kumimoji="1"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E6A438A9-9017-4FE3-AC6A-064EB47CF17D}"/>
              </a:ext>
            </a:extLst>
          </p:cNvPr>
          <p:cNvGrpSpPr>
            <a:grpSpLocks/>
          </p:cNvGrpSpPr>
          <p:nvPr/>
        </p:nvGrpSpPr>
        <p:grpSpPr bwMode="auto">
          <a:xfrm>
            <a:off x="1217613" y="3808413"/>
            <a:ext cx="2438400" cy="458787"/>
            <a:chOff x="912" y="2976"/>
            <a:chExt cx="1536" cy="289"/>
          </a:xfrm>
        </p:grpSpPr>
        <p:grpSp>
          <p:nvGrpSpPr>
            <p:cNvPr id="50310" name="Group 4">
              <a:extLst>
                <a:ext uri="{FF2B5EF4-FFF2-40B4-BE49-F238E27FC236}">
                  <a16:creationId xmlns:a16="http://schemas.microsoft.com/office/drawing/2014/main" id="{61AE4187-17FD-42D9-A2BC-5B0109810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976"/>
              <a:ext cx="336" cy="289"/>
              <a:chOff x="2160" y="3312"/>
              <a:chExt cx="336" cy="289"/>
            </a:xfrm>
          </p:grpSpPr>
          <p:sp>
            <p:nvSpPr>
              <p:cNvPr id="50315" name="Arc 5">
                <a:extLst>
                  <a:ext uri="{FF2B5EF4-FFF2-40B4-BE49-F238E27FC236}">
                    <a16:creationId xmlns:a16="http://schemas.microsoft.com/office/drawing/2014/main" id="{225D715D-9BE7-4932-A61F-884EA082C41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60" y="3313"/>
                <a:ext cx="166" cy="288"/>
              </a:xfrm>
              <a:custGeom>
                <a:avLst/>
                <a:gdLst>
                  <a:gd name="T0" fmla="*/ 0 w 24935"/>
                  <a:gd name="T1" fmla="*/ 0 h 43200"/>
                  <a:gd name="T2" fmla="*/ 0 w 24935"/>
                  <a:gd name="T3" fmla="*/ 0 h 43200"/>
                  <a:gd name="T4" fmla="*/ 0 w 249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935"/>
                  <a:gd name="T10" fmla="*/ 0 h 43200"/>
                  <a:gd name="T11" fmla="*/ 24935 w 249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35" h="43200" fill="none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</a:path>
                  <a:path w="24935" h="43200" stroke="0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  <a:lnTo>
                      <a:pt x="3335" y="21600"/>
                    </a:lnTo>
                    <a:lnTo>
                      <a:pt x="3334" y="0"/>
                    </a:lnTo>
                    <a:close/>
                  </a:path>
                </a:pathLst>
              </a:custGeom>
              <a:noFill/>
              <a:ln w="57150" cmpd="thinThick">
                <a:solidFill>
                  <a:srgbClr val="0066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316" name="Line 6">
                <a:extLst>
                  <a:ext uri="{FF2B5EF4-FFF2-40B4-BE49-F238E27FC236}">
                    <a16:creationId xmlns:a16="http://schemas.microsoft.com/office/drawing/2014/main" id="{2AC38890-FCCD-4402-A737-9CB4605F9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312"/>
                <a:ext cx="192" cy="0"/>
              </a:xfrm>
              <a:prstGeom prst="line">
                <a:avLst/>
              </a:prstGeom>
              <a:noFill/>
              <a:ln w="57150" cmpd="thinThick">
                <a:solidFill>
                  <a:srgbClr val="0066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317" name="Line 7">
                <a:extLst>
                  <a:ext uri="{FF2B5EF4-FFF2-40B4-BE49-F238E27FC236}">
                    <a16:creationId xmlns:a16="http://schemas.microsoft.com/office/drawing/2014/main" id="{C7400AB6-8F47-4885-A697-6733C8C97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600"/>
                <a:ext cx="192" cy="0"/>
              </a:xfrm>
              <a:prstGeom prst="line">
                <a:avLst/>
              </a:prstGeom>
              <a:noFill/>
              <a:ln w="57150" cmpd="thinThick">
                <a:solidFill>
                  <a:srgbClr val="0066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0311" name="Group 8">
              <a:extLst>
                <a:ext uri="{FF2B5EF4-FFF2-40B4-BE49-F238E27FC236}">
                  <a16:creationId xmlns:a16="http://schemas.microsoft.com/office/drawing/2014/main" id="{4773082D-8599-43C7-8942-13FC3EC30B1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12" y="2976"/>
              <a:ext cx="336" cy="289"/>
              <a:chOff x="2160" y="3312"/>
              <a:chExt cx="336" cy="289"/>
            </a:xfrm>
          </p:grpSpPr>
          <p:sp>
            <p:nvSpPr>
              <p:cNvPr id="50312" name="Arc 9">
                <a:extLst>
                  <a:ext uri="{FF2B5EF4-FFF2-40B4-BE49-F238E27FC236}">
                    <a16:creationId xmlns:a16="http://schemas.microsoft.com/office/drawing/2014/main" id="{E027A636-07DB-4BAD-96D7-6FD838F6795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60" y="3313"/>
                <a:ext cx="166" cy="288"/>
              </a:xfrm>
              <a:custGeom>
                <a:avLst/>
                <a:gdLst>
                  <a:gd name="T0" fmla="*/ 0 w 24935"/>
                  <a:gd name="T1" fmla="*/ 0 h 43200"/>
                  <a:gd name="T2" fmla="*/ 0 w 24935"/>
                  <a:gd name="T3" fmla="*/ 0 h 43200"/>
                  <a:gd name="T4" fmla="*/ 0 w 249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935"/>
                  <a:gd name="T10" fmla="*/ 0 h 43200"/>
                  <a:gd name="T11" fmla="*/ 24935 w 249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35" h="43200" fill="none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</a:path>
                  <a:path w="24935" h="43200" stroke="0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  <a:lnTo>
                      <a:pt x="3335" y="21600"/>
                    </a:lnTo>
                    <a:lnTo>
                      <a:pt x="3334" y="0"/>
                    </a:lnTo>
                    <a:close/>
                  </a:path>
                </a:pathLst>
              </a:custGeom>
              <a:noFill/>
              <a:ln w="57150" cmpd="thinThick">
                <a:solidFill>
                  <a:srgbClr val="0066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313" name="Line 10">
                <a:extLst>
                  <a:ext uri="{FF2B5EF4-FFF2-40B4-BE49-F238E27FC236}">
                    <a16:creationId xmlns:a16="http://schemas.microsoft.com/office/drawing/2014/main" id="{2F87EDB8-9A2B-45C4-9311-00F2B5693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312"/>
                <a:ext cx="192" cy="0"/>
              </a:xfrm>
              <a:prstGeom prst="line">
                <a:avLst/>
              </a:prstGeom>
              <a:noFill/>
              <a:ln w="57150" cmpd="thinThick">
                <a:solidFill>
                  <a:srgbClr val="0066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314" name="Line 11">
                <a:extLst>
                  <a:ext uri="{FF2B5EF4-FFF2-40B4-BE49-F238E27FC236}">
                    <a16:creationId xmlns:a16="http://schemas.microsoft.com/office/drawing/2014/main" id="{7F73DDFD-5C7A-4D96-82D3-F04CE5ED03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600"/>
                <a:ext cx="192" cy="0"/>
              </a:xfrm>
              <a:prstGeom prst="line">
                <a:avLst/>
              </a:prstGeom>
              <a:noFill/>
              <a:ln w="57150" cmpd="thinThick">
                <a:solidFill>
                  <a:srgbClr val="0066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12">
            <a:extLst>
              <a:ext uri="{FF2B5EF4-FFF2-40B4-BE49-F238E27FC236}">
                <a16:creationId xmlns:a16="http://schemas.microsoft.com/office/drawing/2014/main" id="{FD61F1B6-7A5B-4AB5-9230-AF4FB0FBCD1F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538288"/>
            <a:ext cx="398463" cy="1890712"/>
            <a:chOff x="4032" y="2256"/>
            <a:chExt cx="289" cy="1536"/>
          </a:xfrm>
        </p:grpSpPr>
        <p:grpSp>
          <p:nvGrpSpPr>
            <p:cNvPr id="50302" name="Group 13">
              <a:extLst>
                <a:ext uri="{FF2B5EF4-FFF2-40B4-BE49-F238E27FC236}">
                  <a16:creationId xmlns:a16="http://schemas.microsoft.com/office/drawing/2014/main" id="{27E38B0B-9143-4846-80A2-4103D3BC103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09" y="3479"/>
              <a:ext cx="336" cy="289"/>
              <a:chOff x="2160" y="3312"/>
              <a:chExt cx="336" cy="289"/>
            </a:xfrm>
          </p:grpSpPr>
          <p:sp>
            <p:nvSpPr>
              <p:cNvPr id="50307" name="Arc 14">
                <a:extLst>
                  <a:ext uri="{FF2B5EF4-FFF2-40B4-BE49-F238E27FC236}">
                    <a16:creationId xmlns:a16="http://schemas.microsoft.com/office/drawing/2014/main" id="{675D977C-979E-4FDF-8F51-A4492205549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60" y="3313"/>
                <a:ext cx="166" cy="288"/>
              </a:xfrm>
              <a:custGeom>
                <a:avLst/>
                <a:gdLst>
                  <a:gd name="T0" fmla="*/ 0 w 24935"/>
                  <a:gd name="T1" fmla="*/ 0 h 43200"/>
                  <a:gd name="T2" fmla="*/ 0 w 24935"/>
                  <a:gd name="T3" fmla="*/ 0 h 43200"/>
                  <a:gd name="T4" fmla="*/ 0 w 249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935"/>
                  <a:gd name="T10" fmla="*/ 0 h 43200"/>
                  <a:gd name="T11" fmla="*/ 24935 w 249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35" h="43200" fill="none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</a:path>
                  <a:path w="24935" h="43200" stroke="0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  <a:lnTo>
                      <a:pt x="3335" y="21600"/>
                    </a:lnTo>
                    <a:lnTo>
                      <a:pt x="3334" y="0"/>
                    </a:lnTo>
                    <a:close/>
                  </a:path>
                </a:pathLst>
              </a:cu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0308" name="Line 15">
                <a:extLst>
                  <a:ext uri="{FF2B5EF4-FFF2-40B4-BE49-F238E27FC236}">
                    <a16:creationId xmlns:a16="http://schemas.microsoft.com/office/drawing/2014/main" id="{A6E2E3F3-38D3-4834-A2FA-010686FAA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312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309" name="Line 16">
                <a:extLst>
                  <a:ext uri="{FF2B5EF4-FFF2-40B4-BE49-F238E27FC236}">
                    <a16:creationId xmlns:a16="http://schemas.microsoft.com/office/drawing/2014/main" id="{ED907EC6-DD3D-4D88-9E3B-F80AD7A0A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600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303" name="Group 17">
              <a:extLst>
                <a:ext uri="{FF2B5EF4-FFF2-40B4-BE49-F238E27FC236}">
                  <a16:creationId xmlns:a16="http://schemas.microsoft.com/office/drawing/2014/main" id="{0F5E6406-5D4A-40C1-967D-EFAB4A7B1C8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009" y="2279"/>
              <a:ext cx="336" cy="289"/>
              <a:chOff x="2160" y="3312"/>
              <a:chExt cx="336" cy="289"/>
            </a:xfrm>
          </p:grpSpPr>
          <p:sp>
            <p:nvSpPr>
              <p:cNvPr id="50304" name="Arc 18">
                <a:extLst>
                  <a:ext uri="{FF2B5EF4-FFF2-40B4-BE49-F238E27FC236}">
                    <a16:creationId xmlns:a16="http://schemas.microsoft.com/office/drawing/2014/main" id="{7A655901-E7F0-4077-A5EE-84743F6ECA3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60" y="3313"/>
                <a:ext cx="166" cy="288"/>
              </a:xfrm>
              <a:custGeom>
                <a:avLst/>
                <a:gdLst>
                  <a:gd name="T0" fmla="*/ 0 w 24935"/>
                  <a:gd name="T1" fmla="*/ 0 h 43200"/>
                  <a:gd name="T2" fmla="*/ 0 w 24935"/>
                  <a:gd name="T3" fmla="*/ 0 h 43200"/>
                  <a:gd name="T4" fmla="*/ 0 w 249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935"/>
                  <a:gd name="T10" fmla="*/ 0 h 43200"/>
                  <a:gd name="T11" fmla="*/ 24935 w 249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35" h="43200" fill="none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</a:path>
                  <a:path w="24935" h="43200" stroke="0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  <a:lnTo>
                      <a:pt x="3335" y="21600"/>
                    </a:lnTo>
                    <a:lnTo>
                      <a:pt x="3334" y="0"/>
                    </a:lnTo>
                    <a:close/>
                  </a:path>
                </a:pathLst>
              </a:cu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0305" name="Line 19">
                <a:extLst>
                  <a:ext uri="{FF2B5EF4-FFF2-40B4-BE49-F238E27FC236}">
                    <a16:creationId xmlns:a16="http://schemas.microsoft.com/office/drawing/2014/main" id="{6B4B209B-F7C4-4C8A-93A5-27F47D338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312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306" name="Line 20">
                <a:extLst>
                  <a:ext uri="{FF2B5EF4-FFF2-40B4-BE49-F238E27FC236}">
                    <a16:creationId xmlns:a16="http://schemas.microsoft.com/office/drawing/2014/main" id="{538B2205-39AE-4CCF-A7B8-8E453B90D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600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21">
            <a:extLst>
              <a:ext uri="{FF2B5EF4-FFF2-40B4-BE49-F238E27FC236}">
                <a16:creationId xmlns:a16="http://schemas.microsoft.com/office/drawing/2014/main" id="{B8922CBD-6E32-4853-9C77-C6B6CD1ADFE8}"/>
              </a:ext>
            </a:extLst>
          </p:cNvPr>
          <p:cNvGrpSpPr>
            <a:grpSpLocks/>
          </p:cNvGrpSpPr>
          <p:nvPr/>
        </p:nvGrpSpPr>
        <p:grpSpPr bwMode="auto">
          <a:xfrm>
            <a:off x="5949950" y="2581275"/>
            <a:ext cx="2119313" cy="352425"/>
            <a:chOff x="3216" y="3072"/>
            <a:chExt cx="1536" cy="289"/>
          </a:xfrm>
        </p:grpSpPr>
        <p:grpSp>
          <p:nvGrpSpPr>
            <p:cNvPr id="50294" name="Group 22">
              <a:extLst>
                <a:ext uri="{FF2B5EF4-FFF2-40B4-BE49-F238E27FC236}">
                  <a16:creationId xmlns:a16="http://schemas.microsoft.com/office/drawing/2014/main" id="{8928DABD-AE7B-4CA2-B41B-C440FE7D6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3072"/>
              <a:ext cx="336" cy="289"/>
              <a:chOff x="2160" y="3312"/>
              <a:chExt cx="336" cy="289"/>
            </a:xfrm>
          </p:grpSpPr>
          <p:sp>
            <p:nvSpPr>
              <p:cNvPr id="50299" name="Arc 23">
                <a:extLst>
                  <a:ext uri="{FF2B5EF4-FFF2-40B4-BE49-F238E27FC236}">
                    <a16:creationId xmlns:a16="http://schemas.microsoft.com/office/drawing/2014/main" id="{4C8FF9FE-FE67-4DAD-820F-F7AA03F6F0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60" y="3313"/>
                <a:ext cx="166" cy="288"/>
              </a:xfrm>
              <a:custGeom>
                <a:avLst/>
                <a:gdLst>
                  <a:gd name="T0" fmla="*/ 0 w 24935"/>
                  <a:gd name="T1" fmla="*/ 0 h 43200"/>
                  <a:gd name="T2" fmla="*/ 0 w 24935"/>
                  <a:gd name="T3" fmla="*/ 0 h 43200"/>
                  <a:gd name="T4" fmla="*/ 0 w 249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935"/>
                  <a:gd name="T10" fmla="*/ 0 h 43200"/>
                  <a:gd name="T11" fmla="*/ 24935 w 249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35" h="43200" fill="none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</a:path>
                  <a:path w="24935" h="43200" stroke="0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  <a:lnTo>
                      <a:pt x="3335" y="21600"/>
                    </a:lnTo>
                    <a:lnTo>
                      <a:pt x="3334" y="0"/>
                    </a:lnTo>
                    <a:close/>
                  </a:path>
                </a:pathLst>
              </a:cu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0300" name="Line 24">
                <a:extLst>
                  <a:ext uri="{FF2B5EF4-FFF2-40B4-BE49-F238E27FC236}">
                    <a16:creationId xmlns:a16="http://schemas.microsoft.com/office/drawing/2014/main" id="{457B453D-D9BC-420C-93F3-A129E9207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312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301" name="Line 25">
                <a:extLst>
                  <a:ext uri="{FF2B5EF4-FFF2-40B4-BE49-F238E27FC236}">
                    <a16:creationId xmlns:a16="http://schemas.microsoft.com/office/drawing/2014/main" id="{FE88F496-36E1-4630-AB3D-FC84DF681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600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295" name="Group 26">
              <a:extLst>
                <a:ext uri="{FF2B5EF4-FFF2-40B4-BE49-F238E27FC236}">
                  <a16:creationId xmlns:a16="http://schemas.microsoft.com/office/drawing/2014/main" id="{B41AC9FC-048F-4488-ACE1-0DE079AE6EEE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3216" y="3072"/>
              <a:ext cx="336" cy="289"/>
              <a:chOff x="2160" y="3312"/>
              <a:chExt cx="336" cy="289"/>
            </a:xfrm>
          </p:grpSpPr>
          <p:sp>
            <p:nvSpPr>
              <p:cNvPr id="50296" name="Arc 27">
                <a:extLst>
                  <a:ext uri="{FF2B5EF4-FFF2-40B4-BE49-F238E27FC236}">
                    <a16:creationId xmlns:a16="http://schemas.microsoft.com/office/drawing/2014/main" id="{2E28AE6C-EE6D-4031-9460-A9CCD402296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60" y="3313"/>
                <a:ext cx="166" cy="288"/>
              </a:xfrm>
              <a:custGeom>
                <a:avLst/>
                <a:gdLst>
                  <a:gd name="T0" fmla="*/ 0 w 24935"/>
                  <a:gd name="T1" fmla="*/ 0 h 43200"/>
                  <a:gd name="T2" fmla="*/ 0 w 24935"/>
                  <a:gd name="T3" fmla="*/ 0 h 43200"/>
                  <a:gd name="T4" fmla="*/ 0 w 249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935"/>
                  <a:gd name="T10" fmla="*/ 0 h 43200"/>
                  <a:gd name="T11" fmla="*/ 24935 w 249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35" h="43200" fill="none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</a:path>
                  <a:path w="24935" h="43200" stroke="0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  <a:lnTo>
                      <a:pt x="3335" y="21600"/>
                    </a:lnTo>
                    <a:lnTo>
                      <a:pt x="3334" y="0"/>
                    </a:lnTo>
                    <a:close/>
                  </a:path>
                </a:pathLst>
              </a:cu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0297" name="Line 28">
                <a:extLst>
                  <a:ext uri="{FF2B5EF4-FFF2-40B4-BE49-F238E27FC236}">
                    <a16:creationId xmlns:a16="http://schemas.microsoft.com/office/drawing/2014/main" id="{3E158CD0-56C1-4079-99BB-9AEF4DCC0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312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98" name="Line 29">
                <a:extLst>
                  <a:ext uri="{FF2B5EF4-FFF2-40B4-BE49-F238E27FC236}">
                    <a16:creationId xmlns:a16="http://schemas.microsoft.com/office/drawing/2014/main" id="{41ED7E40-88A2-40A5-A59C-BAFEF3C91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600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1" name="AutoShape 30">
            <a:extLst>
              <a:ext uri="{FF2B5EF4-FFF2-40B4-BE49-F238E27FC236}">
                <a16:creationId xmlns:a16="http://schemas.microsoft.com/office/drawing/2014/main" id="{68F8F3BF-AA9B-45C4-AA2F-A93C51C02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2105025"/>
            <a:ext cx="396875" cy="828675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2AFE444A-2264-4171-8A9D-5CB6DB255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963" y="2081213"/>
            <a:ext cx="927100" cy="403225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3257" name="Text Box 32">
            <a:extLst>
              <a:ext uri="{FF2B5EF4-FFF2-40B4-BE49-F238E27FC236}">
                <a16:creationId xmlns:a16="http://schemas.microsoft.com/office/drawing/2014/main" id="{D9FB9215-0410-4B9A-AA5B-16BD095FA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1022350"/>
            <a:ext cx="4630738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Two </a:t>
            </a:r>
            <a:r>
              <a:rPr lang="en-US" altLang="zh-CN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logical adjacent cells can be used to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cancel one literal</a:t>
            </a:r>
            <a:r>
              <a:rPr lang="en-US" altLang="zh-CN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.  </a:t>
            </a:r>
            <a:endParaRPr lang="zh-CN" altLang="en-US" sz="2400" b="1" dirty="0"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cs typeface="Arial" charset="0"/>
            </a:endParaRPr>
          </a:p>
        </p:txBody>
      </p:sp>
      <p:grpSp>
        <p:nvGrpSpPr>
          <p:cNvPr id="12" name="Group 33">
            <a:extLst>
              <a:ext uri="{FF2B5EF4-FFF2-40B4-BE49-F238E27FC236}">
                <a16:creationId xmlns:a16="http://schemas.microsoft.com/office/drawing/2014/main" id="{3FC29378-4D87-411A-B84A-DCD532DEA107}"/>
              </a:ext>
            </a:extLst>
          </p:cNvPr>
          <p:cNvGrpSpPr>
            <a:grpSpLocks/>
          </p:cNvGrpSpPr>
          <p:nvPr/>
        </p:nvGrpSpPr>
        <p:grpSpPr bwMode="auto">
          <a:xfrm>
            <a:off x="1352550" y="3198813"/>
            <a:ext cx="2455863" cy="1071562"/>
            <a:chOff x="960" y="2976"/>
            <a:chExt cx="1547" cy="675"/>
          </a:xfrm>
        </p:grpSpPr>
        <p:sp>
          <p:nvSpPr>
            <p:cNvPr id="50286" name="Text Box 34">
              <a:extLst>
                <a:ext uri="{FF2B5EF4-FFF2-40B4-BE49-F238E27FC236}">
                  <a16:creationId xmlns:a16="http://schemas.microsoft.com/office/drawing/2014/main" id="{EEF64517-23EC-4C30-A642-17289A10EE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97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87" name="Text Box 35">
              <a:extLst>
                <a:ext uri="{FF2B5EF4-FFF2-40B4-BE49-F238E27FC236}">
                  <a16:creationId xmlns:a16="http://schemas.microsoft.com/office/drawing/2014/main" id="{C1F4FCA2-8A8D-4B07-8019-B44A463CD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97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88" name="Text Box 36">
              <a:extLst>
                <a:ext uri="{FF2B5EF4-FFF2-40B4-BE49-F238E27FC236}">
                  <a16:creationId xmlns:a16="http://schemas.microsoft.com/office/drawing/2014/main" id="{859C2887-11AD-4248-A944-43BD23AC8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97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89" name="Text Box 37">
              <a:extLst>
                <a:ext uri="{FF2B5EF4-FFF2-40B4-BE49-F238E27FC236}">
                  <a16:creationId xmlns:a16="http://schemas.microsoft.com/office/drawing/2014/main" id="{2277800D-6A71-4FA5-84B2-49A17E6C9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976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90" name="Text Box 38">
              <a:extLst>
                <a:ext uri="{FF2B5EF4-FFF2-40B4-BE49-F238E27FC236}">
                  <a16:creationId xmlns:a16="http://schemas.microsoft.com/office/drawing/2014/main" id="{7FCC5DB0-370B-4FF4-9333-B9BDA8CD0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360"/>
              <a:ext cx="1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91" name="Text Box 39">
              <a:extLst>
                <a:ext uri="{FF2B5EF4-FFF2-40B4-BE49-F238E27FC236}">
                  <a16:creationId xmlns:a16="http://schemas.microsoft.com/office/drawing/2014/main" id="{3FF0F677-8285-41C8-9B53-A8FED1665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418"/>
              <a:ext cx="1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92" name="Text Box 40">
              <a:extLst>
                <a:ext uri="{FF2B5EF4-FFF2-40B4-BE49-F238E27FC236}">
                  <a16:creationId xmlns:a16="http://schemas.microsoft.com/office/drawing/2014/main" id="{523A4F74-AAC7-4164-B213-FCA20CA67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93" name="Text Box 41">
              <a:extLst>
                <a:ext uri="{FF2B5EF4-FFF2-40B4-BE49-F238E27FC236}">
                  <a16:creationId xmlns:a16="http://schemas.microsoft.com/office/drawing/2014/main" id="{78F77041-AE4E-419E-A0D1-9BDB9768E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36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42">
            <a:extLst>
              <a:ext uri="{FF2B5EF4-FFF2-40B4-BE49-F238E27FC236}">
                <a16:creationId xmlns:a16="http://schemas.microsoft.com/office/drawing/2014/main" id="{FCB05743-1623-4734-9367-3F2E508E36D3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360613"/>
            <a:ext cx="3044825" cy="1981200"/>
            <a:chOff x="578" y="2448"/>
            <a:chExt cx="1918" cy="1248"/>
          </a:xfrm>
        </p:grpSpPr>
        <p:grpSp>
          <p:nvGrpSpPr>
            <p:cNvPr id="50274" name="Group 43">
              <a:extLst>
                <a:ext uri="{FF2B5EF4-FFF2-40B4-BE49-F238E27FC236}">
                  <a16:creationId xmlns:a16="http://schemas.microsoft.com/office/drawing/2014/main" id="{EF802775-DB7F-43F4-8AAB-23C569E1F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688"/>
              <a:ext cx="1776" cy="1008"/>
              <a:chOff x="519" y="3024"/>
              <a:chExt cx="1776" cy="1008"/>
            </a:xfrm>
          </p:grpSpPr>
          <p:sp>
            <p:nvSpPr>
              <p:cNvPr id="50280" name="Line 44">
                <a:extLst>
                  <a:ext uri="{FF2B5EF4-FFF2-40B4-BE49-F238E27FC236}">
                    <a16:creationId xmlns:a16="http://schemas.microsoft.com/office/drawing/2014/main" id="{B1C1E8D2-8BEA-4652-A848-9F03D6FD8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281" name="Line 45">
                <a:extLst>
                  <a:ext uri="{FF2B5EF4-FFF2-40B4-BE49-F238E27FC236}">
                    <a16:creationId xmlns:a16="http://schemas.microsoft.com/office/drawing/2014/main" id="{6471817C-4A8D-4065-B108-EE14CF85D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282" name="Line 46">
                <a:extLst>
                  <a:ext uri="{FF2B5EF4-FFF2-40B4-BE49-F238E27FC236}">
                    <a16:creationId xmlns:a16="http://schemas.microsoft.com/office/drawing/2014/main" id="{20845E65-FF7C-4886-8D80-52F5A81BDA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283" name="Line 47">
                <a:extLst>
                  <a:ext uri="{FF2B5EF4-FFF2-40B4-BE49-F238E27FC236}">
                    <a16:creationId xmlns:a16="http://schemas.microsoft.com/office/drawing/2014/main" id="{FDC9BD0A-8597-44C7-BB60-502203547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284" name="Rectangle 48">
                <a:extLst>
                  <a:ext uri="{FF2B5EF4-FFF2-40B4-BE49-F238E27FC236}">
                    <a16:creationId xmlns:a16="http://schemas.microsoft.com/office/drawing/2014/main" id="{D4C36062-F4D7-4147-A8CE-86B8106E8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50285" name="Line 49">
                <a:extLst>
                  <a:ext uri="{FF2B5EF4-FFF2-40B4-BE49-F238E27FC236}">
                    <a16:creationId xmlns:a16="http://schemas.microsoft.com/office/drawing/2014/main" id="{FD2852C9-0E6C-413C-B6EC-AA88C2E4D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0275" name="Text Box 50">
              <a:extLst>
                <a:ext uri="{FF2B5EF4-FFF2-40B4-BE49-F238E27FC236}">
                  <a16:creationId xmlns:a16="http://schemas.microsoft.com/office/drawing/2014/main" id="{56FFBE0D-C1ED-4A44-9D37-4699C883F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" y="2736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50276" name="Text Box 51">
              <a:extLst>
                <a:ext uri="{FF2B5EF4-FFF2-40B4-BE49-F238E27FC236}">
                  <a16:creationId xmlns:a16="http://schemas.microsoft.com/office/drawing/2014/main" id="{01D784C0-BA4E-4A10-B411-5AEB04E5C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" y="2448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  <p:sp>
          <p:nvSpPr>
            <p:cNvPr id="50277" name="Text Box 52">
              <a:extLst>
                <a:ext uri="{FF2B5EF4-FFF2-40B4-BE49-F238E27FC236}">
                  <a16:creationId xmlns:a16="http://schemas.microsoft.com/office/drawing/2014/main" id="{82E2A600-12BF-432D-AD3D-1FF0265C2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40"/>
              <a:ext cx="14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00   01   11   10</a:t>
              </a:r>
            </a:p>
          </p:txBody>
        </p:sp>
        <p:sp>
          <p:nvSpPr>
            <p:cNvPr id="50278" name="Text Box 53">
              <a:extLst>
                <a:ext uri="{FF2B5EF4-FFF2-40B4-BE49-F238E27FC236}">
                  <a16:creationId xmlns:a16="http://schemas.microsoft.com/office/drawing/2014/main" id="{C639B5AD-0735-4409-83DF-87A89054E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" y="299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0279" name="Text Box 54">
              <a:extLst>
                <a:ext uri="{FF2B5EF4-FFF2-40B4-BE49-F238E27FC236}">
                  <a16:creationId xmlns:a16="http://schemas.microsoft.com/office/drawing/2014/main" id="{983B30FD-6CC6-4394-A0B1-35BF5D3771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" y="336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56" name="AutoShape 55">
            <a:extLst>
              <a:ext uri="{FF2B5EF4-FFF2-40B4-BE49-F238E27FC236}">
                <a16:creationId xmlns:a16="http://schemas.microsoft.com/office/drawing/2014/main" id="{F95B3D9E-C540-45C1-B0C9-25C6E7239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3198813"/>
            <a:ext cx="457200" cy="990600"/>
          </a:xfrm>
          <a:prstGeom prst="roundRect">
            <a:avLst>
              <a:gd name="adj" fmla="val 48264"/>
            </a:avLst>
          </a:prstGeom>
          <a:noFill/>
          <a:ln w="38100" cap="sq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15" name="Group 56">
            <a:extLst>
              <a:ext uri="{FF2B5EF4-FFF2-40B4-BE49-F238E27FC236}">
                <a16:creationId xmlns:a16="http://schemas.microsoft.com/office/drawing/2014/main" id="{2C8AED52-F0E8-44E4-A7EB-E8980C22BCAA}"/>
              </a:ext>
            </a:extLst>
          </p:cNvPr>
          <p:cNvGrpSpPr>
            <a:grpSpLocks/>
          </p:cNvGrpSpPr>
          <p:nvPr/>
        </p:nvGrpSpPr>
        <p:grpSpPr bwMode="auto">
          <a:xfrm>
            <a:off x="5157788" y="908050"/>
            <a:ext cx="2924175" cy="2520950"/>
            <a:chOff x="2976" y="1584"/>
            <a:chExt cx="2120" cy="2064"/>
          </a:xfrm>
        </p:grpSpPr>
        <p:grpSp>
          <p:nvGrpSpPr>
            <p:cNvPr id="50246" name="Group 57">
              <a:extLst>
                <a:ext uri="{FF2B5EF4-FFF2-40B4-BE49-F238E27FC236}">
                  <a16:creationId xmlns:a16="http://schemas.microsoft.com/office/drawing/2014/main" id="{08B09279-9F62-46ED-84FF-4562748FB7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584"/>
              <a:ext cx="2120" cy="2064"/>
              <a:chOff x="2976" y="2064"/>
              <a:chExt cx="2120" cy="2064"/>
            </a:xfrm>
          </p:grpSpPr>
          <p:sp>
            <p:nvSpPr>
              <p:cNvPr id="50255" name="Text Box 58">
                <a:extLst>
                  <a:ext uri="{FF2B5EF4-FFF2-40B4-BE49-F238E27FC236}">
                    <a16:creationId xmlns:a16="http://schemas.microsoft.com/office/drawing/2014/main" id="{D936C61F-FAFA-4343-B476-8EC2195D05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400"/>
                <a:ext cx="3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YZ</a:t>
                </a:r>
              </a:p>
            </p:txBody>
          </p:sp>
          <p:sp>
            <p:nvSpPr>
              <p:cNvPr id="50256" name="Text Box 59">
                <a:extLst>
                  <a:ext uri="{FF2B5EF4-FFF2-40B4-BE49-F238E27FC236}">
                    <a16:creationId xmlns:a16="http://schemas.microsoft.com/office/drawing/2014/main" id="{B319CC72-4DE0-4C72-BE23-C881375D44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2064"/>
                <a:ext cx="4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WX</a:t>
                </a:r>
              </a:p>
            </p:txBody>
          </p:sp>
          <p:sp>
            <p:nvSpPr>
              <p:cNvPr id="50257" name="Text Box 60">
                <a:extLst>
                  <a:ext uri="{FF2B5EF4-FFF2-40B4-BE49-F238E27FC236}">
                    <a16:creationId xmlns:a16="http://schemas.microsoft.com/office/drawing/2014/main" id="{72F51F59-7AF4-49D7-AF49-1F4B53DFD3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6" y="2281"/>
                <a:ext cx="330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00</a:t>
                </a:r>
              </a:p>
            </p:txBody>
          </p:sp>
          <p:sp>
            <p:nvSpPr>
              <p:cNvPr id="50258" name="Text Box 61">
                <a:extLst>
                  <a:ext uri="{FF2B5EF4-FFF2-40B4-BE49-F238E27FC236}">
                    <a16:creationId xmlns:a16="http://schemas.microsoft.com/office/drawing/2014/main" id="{0D421227-9DC4-4736-A405-2E187DA60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663"/>
                <a:ext cx="330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00</a:t>
                </a:r>
              </a:p>
            </p:txBody>
          </p:sp>
          <p:grpSp>
            <p:nvGrpSpPr>
              <p:cNvPr id="50259" name="Group 62">
                <a:extLst>
                  <a:ext uri="{FF2B5EF4-FFF2-40B4-BE49-F238E27FC236}">
                    <a16:creationId xmlns:a16="http://schemas.microsoft.com/office/drawing/2014/main" id="{19F8E73E-374D-468E-9901-6A913A9A16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352"/>
                <a:ext cx="1776" cy="1776"/>
                <a:chOff x="3456" y="192"/>
                <a:chExt cx="1776" cy="1776"/>
              </a:xfrm>
            </p:grpSpPr>
            <p:sp>
              <p:nvSpPr>
                <p:cNvPr id="50266" name="Line 63">
                  <a:extLst>
                    <a:ext uri="{FF2B5EF4-FFF2-40B4-BE49-F238E27FC236}">
                      <a16:creationId xmlns:a16="http://schemas.microsoft.com/office/drawing/2014/main" id="{4D865B10-B505-4D23-9F96-195532FC0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816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67" name="Line 64">
                  <a:extLst>
                    <a:ext uri="{FF2B5EF4-FFF2-40B4-BE49-F238E27FC236}">
                      <a16:creationId xmlns:a16="http://schemas.microsoft.com/office/drawing/2014/main" id="{880A6305-D847-4AB8-A0FF-45D18A2EA2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68" name="Line 65">
                  <a:extLst>
                    <a:ext uri="{FF2B5EF4-FFF2-40B4-BE49-F238E27FC236}">
                      <a16:creationId xmlns:a16="http://schemas.microsoft.com/office/drawing/2014/main" id="{D6D037E6-4CF2-42FD-B406-E225453444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4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69" name="Line 66">
                  <a:extLst>
                    <a:ext uri="{FF2B5EF4-FFF2-40B4-BE49-F238E27FC236}">
                      <a16:creationId xmlns:a16="http://schemas.microsoft.com/office/drawing/2014/main" id="{F8687375-61BF-49E5-96DC-70447EFD16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70" name="Rectangle 67">
                  <a:extLst>
                    <a:ext uri="{FF2B5EF4-FFF2-40B4-BE49-F238E27FC236}">
                      <a16:creationId xmlns:a16="http://schemas.microsoft.com/office/drawing/2014/main" id="{3C110CF3-039D-4B55-A07E-8A712AE3C2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432"/>
                  <a:ext cx="1536" cy="1536"/>
                </a:xfrm>
                <a:prstGeom prst="rect">
                  <a:avLst/>
                </a:prstGeom>
                <a:noFill/>
                <a:ln w="19050" cap="sq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kumimoji="1" lang="zh-CN" altLang="en-US" sz="2400" b="1">
                    <a:latin typeface="Symbol" panose="05050102010706020507" pitchFamily="18" charset="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271" name="Line 68">
                  <a:extLst>
                    <a:ext uri="{FF2B5EF4-FFF2-40B4-BE49-F238E27FC236}">
                      <a16:creationId xmlns:a16="http://schemas.microsoft.com/office/drawing/2014/main" id="{A5331959-F539-422F-BC84-8884E9EAA4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456" y="192"/>
                  <a:ext cx="240" cy="24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72" name="Line 69">
                  <a:extLst>
                    <a:ext uri="{FF2B5EF4-FFF2-40B4-BE49-F238E27FC236}">
                      <a16:creationId xmlns:a16="http://schemas.microsoft.com/office/drawing/2014/main" id="{17B224C7-68CE-44F4-B92A-F14570AD10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1200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73" name="Line 70">
                  <a:extLst>
                    <a:ext uri="{FF2B5EF4-FFF2-40B4-BE49-F238E27FC236}">
                      <a16:creationId xmlns:a16="http://schemas.microsoft.com/office/drawing/2014/main" id="{DEC4D2B3-916A-48AC-820A-1C61FC5AF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1584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0260" name="Text Box 71">
                <a:extLst>
                  <a:ext uri="{FF2B5EF4-FFF2-40B4-BE49-F238E27FC236}">
                    <a16:creationId xmlns:a16="http://schemas.microsoft.com/office/drawing/2014/main" id="{40455A6D-FF89-4EC3-A2AE-94FDCACA3B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2" y="3047"/>
                <a:ext cx="330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01</a:t>
                </a:r>
              </a:p>
            </p:txBody>
          </p:sp>
          <p:sp>
            <p:nvSpPr>
              <p:cNvPr id="50261" name="Text Box 72">
                <a:extLst>
                  <a:ext uri="{FF2B5EF4-FFF2-40B4-BE49-F238E27FC236}">
                    <a16:creationId xmlns:a16="http://schemas.microsoft.com/office/drawing/2014/main" id="{81965A16-A2B5-41BF-9C8D-0B7BECBC80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2" y="3431"/>
                <a:ext cx="330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50262" name="Text Box 73">
                <a:extLst>
                  <a:ext uri="{FF2B5EF4-FFF2-40B4-BE49-F238E27FC236}">
                    <a16:creationId xmlns:a16="http://schemas.microsoft.com/office/drawing/2014/main" id="{9BC2AB48-D06A-43A5-BE34-782B6370D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2" y="3815"/>
                <a:ext cx="330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50263" name="Text Box 74">
                <a:extLst>
                  <a:ext uri="{FF2B5EF4-FFF2-40B4-BE49-F238E27FC236}">
                    <a16:creationId xmlns:a16="http://schemas.microsoft.com/office/drawing/2014/main" id="{48F0B845-44C6-4341-BD9F-F453728F7D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0" y="2281"/>
                <a:ext cx="330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01</a:t>
                </a:r>
              </a:p>
            </p:txBody>
          </p:sp>
          <p:sp>
            <p:nvSpPr>
              <p:cNvPr id="50264" name="Text Box 75">
                <a:extLst>
                  <a:ext uri="{FF2B5EF4-FFF2-40B4-BE49-F238E27FC236}">
                    <a16:creationId xmlns:a16="http://schemas.microsoft.com/office/drawing/2014/main" id="{40EC89DB-4CE1-4CEE-952C-9F84D41AF9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4" y="2281"/>
                <a:ext cx="330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50265" name="Text Box 76">
                <a:extLst>
                  <a:ext uri="{FF2B5EF4-FFF2-40B4-BE49-F238E27FC236}">
                    <a16:creationId xmlns:a16="http://schemas.microsoft.com/office/drawing/2014/main" id="{31B316A4-9DB9-4F8E-A302-D765BF71F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8" y="2281"/>
                <a:ext cx="330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sp>
          <p:nvSpPr>
            <p:cNvPr id="50247" name="Text Box 77">
              <a:extLst>
                <a:ext uri="{FF2B5EF4-FFF2-40B4-BE49-F238E27FC236}">
                  <a16:creationId xmlns:a16="http://schemas.microsoft.com/office/drawing/2014/main" id="{15003D6C-C557-4414-A043-E45FDB1AB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16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48" name="Text Box 78">
              <a:extLst>
                <a:ext uri="{FF2B5EF4-FFF2-40B4-BE49-F238E27FC236}">
                  <a16:creationId xmlns:a16="http://schemas.microsoft.com/office/drawing/2014/main" id="{62AD833F-2462-488F-B2A0-1378DC73C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544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49" name="Text Box 79">
              <a:extLst>
                <a:ext uri="{FF2B5EF4-FFF2-40B4-BE49-F238E27FC236}">
                  <a16:creationId xmlns:a16="http://schemas.microsoft.com/office/drawing/2014/main" id="{AA588317-B3BA-41ED-8AC8-9F1AAC34F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544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50" name="Text Box 80">
              <a:extLst>
                <a:ext uri="{FF2B5EF4-FFF2-40B4-BE49-F238E27FC236}">
                  <a16:creationId xmlns:a16="http://schemas.microsoft.com/office/drawing/2014/main" id="{9B109613-722D-4A9F-AC8C-6417B332B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928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51" name="Text Box 81">
              <a:extLst>
                <a:ext uri="{FF2B5EF4-FFF2-40B4-BE49-F238E27FC236}">
                  <a16:creationId xmlns:a16="http://schemas.microsoft.com/office/drawing/2014/main" id="{1A6051B4-8CD4-46DD-9D50-4AC84F1AC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544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52" name="Text Box 82">
              <a:extLst>
                <a:ext uri="{FF2B5EF4-FFF2-40B4-BE49-F238E27FC236}">
                  <a16:creationId xmlns:a16="http://schemas.microsoft.com/office/drawing/2014/main" id="{22C824F7-9C48-4EBE-9A32-28189E12A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928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53" name="Text Box 83">
              <a:extLst>
                <a:ext uri="{FF2B5EF4-FFF2-40B4-BE49-F238E27FC236}">
                  <a16:creationId xmlns:a16="http://schemas.microsoft.com/office/drawing/2014/main" id="{5231D554-07CA-4B8D-817C-5C607382C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928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54" name="Text Box 84">
              <a:extLst>
                <a:ext uri="{FF2B5EF4-FFF2-40B4-BE49-F238E27FC236}">
                  <a16:creationId xmlns:a16="http://schemas.microsoft.com/office/drawing/2014/main" id="{AB500D1F-90AD-433C-A263-4C291B0E5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312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8" name="Group 85">
            <a:extLst>
              <a:ext uri="{FF2B5EF4-FFF2-40B4-BE49-F238E27FC236}">
                <a16:creationId xmlns:a16="http://schemas.microsoft.com/office/drawing/2014/main" id="{13E2AEE6-0E9C-4403-B655-7AE9B54FB9CF}"/>
              </a:ext>
            </a:extLst>
          </p:cNvPr>
          <p:cNvGrpSpPr>
            <a:grpSpLocks/>
          </p:cNvGrpSpPr>
          <p:nvPr/>
        </p:nvGrpSpPr>
        <p:grpSpPr bwMode="auto">
          <a:xfrm>
            <a:off x="1141413" y="4143375"/>
            <a:ext cx="2767012" cy="1147763"/>
            <a:chOff x="1008" y="2304"/>
            <a:chExt cx="1743" cy="723"/>
          </a:xfrm>
        </p:grpSpPr>
        <p:sp>
          <p:nvSpPr>
            <p:cNvPr id="50244" name="Text Box 86">
              <a:extLst>
                <a:ext uri="{FF2B5EF4-FFF2-40B4-BE49-F238E27FC236}">
                  <a16:creationId xmlns:a16="http://schemas.microsoft.com/office/drawing/2014/main" id="{3A9C17BF-9B7E-4065-AE79-A56A8F5C1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736"/>
              <a:ext cx="174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66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XYZ’+ XYZ = XY </a:t>
              </a:r>
            </a:p>
          </p:txBody>
        </p:sp>
        <p:sp>
          <p:nvSpPr>
            <p:cNvPr id="50245" name="Line 87">
              <a:extLst>
                <a:ext uri="{FF2B5EF4-FFF2-40B4-BE49-F238E27FC236}">
                  <a16:creationId xmlns:a16="http://schemas.microsoft.com/office/drawing/2014/main" id="{262CD740-23BE-4BF6-9F51-A0AAA5E7C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304"/>
              <a:ext cx="0" cy="38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9" name="Group 88">
            <a:extLst>
              <a:ext uri="{FF2B5EF4-FFF2-40B4-BE49-F238E27FC236}">
                <a16:creationId xmlns:a16="http://schemas.microsoft.com/office/drawing/2014/main" id="{F0D12959-1637-4513-9123-1B34D89F337A}"/>
              </a:ext>
            </a:extLst>
          </p:cNvPr>
          <p:cNvGrpSpPr>
            <a:grpSpLocks/>
          </p:cNvGrpSpPr>
          <p:nvPr/>
        </p:nvGrpSpPr>
        <p:grpSpPr bwMode="auto">
          <a:xfrm>
            <a:off x="836613" y="4206875"/>
            <a:ext cx="3206750" cy="1770063"/>
            <a:chOff x="816" y="2392"/>
            <a:chExt cx="2020" cy="1115"/>
          </a:xfrm>
        </p:grpSpPr>
        <p:sp>
          <p:nvSpPr>
            <p:cNvPr id="50242" name="Text Box 89">
              <a:extLst>
                <a:ext uri="{FF2B5EF4-FFF2-40B4-BE49-F238E27FC236}">
                  <a16:creationId xmlns:a16="http://schemas.microsoft.com/office/drawing/2014/main" id="{3831F244-91A1-441A-8C0B-759A874E1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216"/>
              <a:ext cx="20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66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X’Y’Z + XY’Z = Y’Z </a:t>
              </a:r>
            </a:p>
          </p:txBody>
        </p:sp>
        <p:cxnSp>
          <p:nvCxnSpPr>
            <p:cNvPr id="50243" name="AutoShape 90">
              <a:extLst>
                <a:ext uri="{FF2B5EF4-FFF2-40B4-BE49-F238E27FC236}">
                  <a16:creationId xmlns:a16="http://schemas.microsoft.com/office/drawing/2014/main" id="{861F2DE2-A38E-4FE2-8AF1-5B8AF966DF87}"/>
                </a:ext>
              </a:extLst>
            </p:cNvPr>
            <p:cNvCxnSpPr>
              <a:cxnSpLocks noChangeShapeType="1"/>
              <a:endCxn id="50242" idx="1"/>
            </p:cNvCxnSpPr>
            <p:nvPr/>
          </p:nvCxnSpPr>
          <p:spPr bwMode="auto">
            <a:xfrm rot="5400000">
              <a:off x="586" y="2622"/>
              <a:ext cx="970" cy="510"/>
            </a:xfrm>
            <a:prstGeom prst="curvedConnector4">
              <a:avLst>
                <a:gd name="adj1" fmla="val 42500"/>
                <a:gd name="adj2" fmla="val 128231"/>
              </a:avLst>
            </a:prstGeom>
            <a:noFill/>
            <a:ln w="38100">
              <a:solidFill>
                <a:srgbClr val="0066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0191" name="Rectangle 2">
            <a:extLst>
              <a:ext uri="{FF2B5EF4-FFF2-40B4-BE49-F238E27FC236}">
                <a16:creationId xmlns:a16="http://schemas.microsoft.com/office/drawing/2014/main" id="{2946AC7D-191F-47D2-AEA5-41507BC69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3350"/>
            <a:ext cx="8839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3600" b="1">
                <a:solidFill>
                  <a:srgbClr val="0A419B"/>
                </a:solidFill>
              </a:rPr>
              <a:t>Step2</a:t>
            </a:r>
            <a:r>
              <a:rPr lang="zh-CN" altLang="en-US" sz="3600" b="1">
                <a:solidFill>
                  <a:srgbClr val="0A419B"/>
                </a:solidFill>
              </a:rPr>
              <a:t>：</a:t>
            </a:r>
            <a:r>
              <a:rPr lang="en-US" altLang="zh-CN" sz="3600" b="1">
                <a:solidFill>
                  <a:srgbClr val="0A419B"/>
                </a:solidFill>
              </a:rPr>
              <a:t>Circle logical adjacent 1-cells</a:t>
            </a:r>
            <a:endParaRPr lang="zh-CN" altLang="en-US" sz="3600" b="1">
              <a:solidFill>
                <a:srgbClr val="0A419B"/>
              </a:solidFill>
            </a:endParaRPr>
          </a:p>
        </p:txBody>
      </p:sp>
      <p:grpSp>
        <p:nvGrpSpPr>
          <p:cNvPr id="20" name="Group 88">
            <a:extLst>
              <a:ext uri="{FF2B5EF4-FFF2-40B4-BE49-F238E27FC236}">
                <a16:creationId xmlns:a16="http://schemas.microsoft.com/office/drawing/2014/main" id="{D1BB39F2-4E0E-4091-8A09-F2CFF7256F98}"/>
              </a:ext>
            </a:extLst>
          </p:cNvPr>
          <p:cNvGrpSpPr>
            <a:grpSpLocks/>
          </p:cNvGrpSpPr>
          <p:nvPr/>
        </p:nvGrpSpPr>
        <p:grpSpPr bwMode="auto">
          <a:xfrm>
            <a:off x="1420813" y="1943100"/>
            <a:ext cx="3736975" cy="1271588"/>
            <a:chOff x="589" y="2525"/>
            <a:chExt cx="1786" cy="801"/>
          </a:xfrm>
        </p:grpSpPr>
        <p:sp>
          <p:nvSpPr>
            <p:cNvPr id="50240" name="Text Box 89">
              <a:extLst>
                <a:ext uri="{FF2B5EF4-FFF2-40B4-BE49-F238E27FC236}">
                  <a16:creationId xmlns:a16="http://schemas.microsoft.com/office/drawing/2014/main" id="{EC2E7E86-100D-484C-BB51-A54A4E963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" y="2525"/>
              <a:ext cx="17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AE129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X’Y’Z’+X’YZ’=X’Z’ </a:t>
              </a:r>
            </a:p>
          </p:txBody>
        </p:sp>
        <p:cxnSp>
          <p:nvCxnSpPr>
            <p:cNvPr id="50241" name="AutoShape 90">
              <a:extLst>
                <a:ext uri="{FF2B5EF4-FFF2-40B4-BE49-F238E27FC236}">
                  <a16:creationId xmlns:a16="http://schemas.microsoft.com/office/drawing/2014/main" id="{2DF8942E-1813-4D4C-9D4F-92B15D3D6C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46" y="3071"/>
              <a:ext cx="510" cy="0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rgbClr val="AE129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DCEF90DC-BDEA-4013-9E52-0C83837CE17C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4238625"/>
            <a:ext cx="398463" cy="1890713"/>
            <a:chOff x="4032" y="2256"/>
            <a:chExt cx="289" cy="1536"/>
          </a:xfrm>
        </p:grpSpPr>
        <p:grpSp>
          <p:nvGrpSpPr>
            <p:cNvPr id="50232" name="Group 13">
              <a:extLst>
                <a:ext uri="{FF2B5EF4-FFF2-40B4-BE49-F238E27FC236}">
                  <a16:creationId xmlns:a16="http://schemas.microsoft.com/office/drawing/2014/main" id="{52FE54FC-B6F2-49D1-BE2A-2597AC0890F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09" y="3479"/>
              <a:ext cx="336" cy="289"/>
              <a:chOff x="2160" y="3312"/>
              <a:chExt cx="336" cy="289"/>
            </a:xfrm>
          </p:grpSpPr>
          <p:sp>
            <p:nvSpPr>
              <p:cNvPr id="133" name="Arc 14">
                <a:extLst>
                  <a:ext uri="{FF2B5EF4-FFF2-40B4-BE49-F238E27FC236}">
                    <a16:creationId xmlns:a16="http://schemas.microsoft.com/office/drawing/2014/main" id="{D598843C-4893-4219-8E27-D5457F888B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60" y="3309"/>
                <a:ext cx="166" cy="289"/>
              </a:xfrm>
              <a:custGeom>
                <a:avLst/>
                <a:gdLst>
                  <a:gd name="T0" fmla="*/ 0 w 24935"/>
                  <a:gd name="T1" fmla="*/ 0 h 43200"/>
                  <a:gd name="T2" fmla="*/ 0 w 24935"/>
                  <a:gd name="T3" fmla="*/ 0 h 43200"/>
                  <a:gd name="T4" fmla="*/ 0 w 249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935"/>
                  <a:gd name="T10" fmla="*/ 0 h 43200"/>
                  <a:gd name="T11" fmla="*/ 24935 w 249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35" h="43200" fill="none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</a:path>
                  <a:path w="24935" h="43200" stroke="0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  <a:lnTo>
                      <a:pt x="3335" y="21600"/>
                    </a:lnTo>
                    <a:close/>
                  </a:path>
                </a:pathLst>
              </a:custGeom>
              <a:noFill/>
              <a:ln w="38100" cap="sq">
                <a:solidFill>
                  <a:schemeClr val="accent6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4" name="Line 15">
                <a:extLst>
                  <a:ext uri="{FF2B5EF4-FFF2-40B4-BE49-F238E27FC236}">
                    <a16:creationId xmlns:a16="http://schemas.microsoft.com/office/drawing/2014/main" id="{2CC9421F-6CCF-4B7A-81DD-95E7D2519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308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accent6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5" name="Line 16">
                <a:extLst>
                  <a:ext uri="{FF2B5EF4-FFF2-40B4-BE49-F238E27FC236}">
                    <a16:creationId xmlns:a16="http://schemas.microsoft.com/office/drawing/2014/main" id="{1A2EAE6C-F723-4F9B-92DA-F43569EC7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597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accent6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50233" name="Group 17">
              <a:extLst>
                <a:ext uri="{FF2B5EF4-FFF2-40B4-BE49-F238E27FC236}">
                  <a16:creationId xmlns:a16="http://schemas.microsoft.com/office/drawing/2014/main" id="{11F48B17-80E3-4926-80DF-8749C2D1FEA6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009" y="2279"/>
              <a:ext cx="336" cy="289"/>
              <a:chOff x="2160" y="3312"/>
              <a:chExt cx="336" cy="289"/>
            </a:xfrm>
          </p:grpSpPr>
          <p:sp>
            <p:nvSpPr>
              <p:cNvPr id="130" name="Arc 18">
                <a:extLst>
                  <a:ext uri="{FF2B5EF4-FFF2-40B4-BE49-F238E27FC236}">
                    <a16:creationId xmlns:a16="http://schemas.microsoft.com/office/drawing/2014/main" id="{045FF12C-441F-4C05-A6FF-251A0A69563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070" y="3313"/>
                <a:ext cx="166" cy="288"/>
              </a:xfrm>
              <a:custGeom>
                <a:avLst/>
                <a:gdLst>
                  <a:gd name="T0" fmla="*/ 0 w 24935"/>
                  <a:gd name="T1" fmla="*/ 0 h 43200"/>
                  <a:gd name="T2" fmla="*/ 0 w 24935"/>
                  <a:gd name="T3" fmla="*/ 0 h 43200"/>
                  <a:gd name="T4" fmla="*/ 0 w 249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935"/>
                  <a:gd name="T10" fmla="*/ 0 h 43200"/>
                  <a:gd name="T11" fmla="*/ 24935 w 249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35" h="43200" fill="none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</a:path>
                  <a:path w="24935" h="43200" stroke="0" extrusionOk="0">
                    <a:moveTo>
                      <a:pt x="3334" y="0"/>
                    </a:moveTo>
                    <a:cubicBezTo>
                      <a:pt x="15264" y="0"/>
                      <a:pt x="24935" y="9670"/>
                      <a:pt x="24935" y="21600"/>
                    </a:cubicBezTo>
                    <a:cubicBezTo>
                      <a:pt x="24935" y="33529"/>
                      <a:pt x="15264" y="43200"/>
                      <a:pt x="3335" y="43200"/>
                    </a:cubicBezTo>
                    <a:cubicBezTo>
                      <a:pt x="2218" y="43200"/>
                      <a:pt x="1103" y="43113"/>
                      <a:pt x="0" y="42940"/>
                    </a:cubicBezTo>
                    <a:lnTo>
                      <a:pt x="3335" y="21600"/>
                    </a:lnTo>
                    <a:close/>
                  </a:path>
                </a:pathLst>
              </a:custGeom>
              <a:noFill/>
              <a:ln w="38100" cap="sq">
                <a:solidFill>
                  <a:schemeClr val="accent6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1" name="Line 19">
                <a:extLst>
                  <a:ext uri="{FF2B5EF4-FFF2-40B4-BE49-F238E27FC236}">
                    <a16:creationId xmlns:a16="http://schemas.microsoft.com/office/drawing/2014/main" id="{1BA9A6D1-D24D-4EF6-B702-5F1B93894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1" y="3308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accent6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2" name="Line 20">
                <a:extLst>
                  <a:ext uri="{FF2B5EF4-FFF2-40B4-BE49-F238E27FC236}">
                    <a16:creationId xmlns:a16="http://schemas.microsoft.com/office/drawing/2014/main" id="{8C8C478E-FF39-4540-8DE6-9AAFF9625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1" y="3597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accent6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145" name="AutoShape 30">
            <a:extLst>
              <a:ext uri="{FF2B5EF4-FFF2-40B4-BE49-F238E27FC236}">
                <a16:creationId xmlns:a16="http://schemas.microsoft.com/office/drawing/2014/main" id="{A7A62201-FE04-4FDD-9119-D78892DAA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4805363"/>
            <a:ext cx="396875" cy="828675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chemeClr val="accent6">
                <a:lumMod val="7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kumimoji="1" lang="zh-CN" altLang="en-US" sz="2400" b="1">
              <a:latin typeface="Symbol" pitchFamily="18" charset="2"/>
            </a:endParaRPr>
          </a:p>
        </p:txBody>
      </p:sp>
      <p:grpSp>
        <p:nvGrpSpPr>
          <p:cNvPr id="24" name="Group 56">
            <a:extLst>
              <a:ext uri="{FF2B5EF4-FFF2-40B4-BE49-F238E27FC236}">
                <a16:creationId xmlns:a16="http://schemas.microsoft.com/office/drawing/2014/main" id="{BF32BAD3-5406-46F6-9296-E2EDEB940871}"/>
              </a:ext>
            </a:extLst>
          </p:cNvPr>
          <p:cNvGrpSpPr>
            <a:grpSpLocks/>
          </p:cNvGrpSpPr>
          <p:nvPr/>
        </p:nvGrpSpPr>
        <p:grpSpPr bwMode="auto">
          <a:xfrm>
            <a:off x="5157788" y="3608388"/>
            <a:ext cx="2924175" cy="2520950"/>
            <a:chOff x="2976" y="1584"/>
            <a:chExt cx="2120" cy="2064"/>
          </a:xfrm>
        </p:grpSpPr>
        <p:grpSp>
          <p:nvGrpSpPr>
            <p:cNvPr id="50204" name="Group 57">
              <a:extLst>
                <a:ext uri="{FF2B5EF4-FFF2-40B4-BE49-F238E27FC236}">
                  <a16:creationId xmlns:a16="http://schemas.microsoft.com/office/drawing/2014/main" id="{905AABB3-373D-4335-B2F0-E8C4E74B24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584"/>
              <a:ext cx="2120" cy="2064"/>
              <a:chOff x="2976" y="2064"/>
              <a:chExt cx="2120" cy="2064"/>
            </a:xfrm>
          </p:grpSpPr>
          <p:sp>
            <p:nvSpPr>
              <p:cNvPr id="50213" name="Text Box 58">
                <a:extLst>
                  <a:ext uri="{FF2B5EF4-FFF2-40B4-BE49-F238E27FC236}">
                    <a16:creationId xmlns:a16="http://schemas.microsoft.com/office/drawing/2014/main" id="{D97EEF17-9122-49F5-B93E-14FBFC79AC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400"/>
                <a:ext cx="3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YZ</a:t>
                </a:r>
              </a:p>
            </p:txBody>
          </p:sp>
          <p:sp>
            <p:nvSpPr>
              <p:cNvPr id="50214" name="Text Box 59">
                <a:extLst>
                  <a:ext uri="{FF2B5EF4-FFF2-40B4-BE49-F238E27FC236}">
                    <a16:creationId xmlns:a16="http://schemas.microsoft.com/office/drawing/2014/main" id="{E38B4F34-0FFF-490D-96EB-787A1C59A0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2064"/>
                <a:ext cx="4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WX</a:t>
                </a:r>
              </a:p>
            </p:txBody>
          </p:sp>
          <p:sp>
            <p:nvSpPr>
              <p:cNvPr id="50215" name="Text Box 60">
                <a:extLst>
                  <a:ext uri="{FF2B5EF4-FFF2-40B4-BE49-F238E27FC236}">
                    <a16:creationId xmlns:a16="http://schemas.microsoft.com/office/drawing/2014/main" id="{01D68324-780C-42DD-9EFB-58ACEE11A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6" y="2281"/>
                <a:ext cx="330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00</a:t>
                </a:r>
              </a:p>
            </p:txBody>
          </p:sp>
          <p:sp>
            <p:nvSpPr>
              <p:cNvPr id="50216" name="Text Box 61">
                <a:extLst>
                  <a:ext uri="{FF2B5EF4-FFF2-40B4-BE49-F238E27FC236}">
                    <a16:creationId xmlns:a16="http://schemas.microsoft.com/office/drawing/2014/main" id="{3C8427AC-4E80-49C8-83A7-34AA60ADEE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663"/>
                <a:ext cx="330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00</a:t>
                </a:r>
              </a:p>
            </p:txBody>
          </p:sp>
          <p:grpSp>
            <p:nvGrpSpPr>
              <p:cNvPr id="50217" name="Group 62">
                <a:extLst>
                  <a:ext uri="{FF2B5EF4-FFF2-40B4-BE49-F238E27FC236}">
                    <a16:creationId xmlns:a16="http://schemas.microsoft.com/office/drawing/2014/main" id="{60CC9434-457C-448A-9D44-CE619084E1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352"/>
                <a:ext cx="1776" cy="1776"/>
                <a:chOff x="3456" y="192"/>
                <a:chExt cx="1776" cy="1776"/>
              </a:xfrm>
            </p:grpSpPr>
            <p:sp>
              <p:nvSpPr>
                <p:cNvPr id="50224" name="Line 63">
                  <a:extLst>
                    <a:ext uri="{FF2B5EF4-FFF2-40B4-BE49-F238E27FC236}">
                      <a16:creationId xmlns:a16="http://schemas.microsoft.com/office/drawing/2014/main" id="{C23EA23B-04CC-4377-998C-47D3F7DAE7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816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25" name="Line 64">
                  <a:extLst>
                    <a:ext uri="{FF2B5EF4-FFF2-40B4-BE49-F238E27FC236}">
                      <a16:creationId xmlns:a16="http://schemas.microsoft.com/office/drawing/2014/main" id="{E4B5FBB3-DDCB-4CDF-9F27-67752AD22A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26" name="Line 65">
                  <a:extLst>
                    <a:ext uri="{FF2B5EF4-FFF2-40B4-BE49-F238E27FC236}">
                      <a16:creationId xmlns:a16="http://schemas.microsoft.com/office/drawing/2014/main" id="{5E96BC63-B203-4B4B-A3FF-16E2203128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4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27" name="Line 66">
                  <a:extLst>
                    <a:ext uri="{FF2B5EF4-FFF2-40B4-BE49-F238E27FC236}">
                      <a16:creationId xmlns:a16="http://schemas.microsoft.com/office/drawing/2014/main" id="{335F6308-2B91-4D1A-9097-1D4B68371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28" name="Rectangle 67">
                  <a:extLst>
                    <a:ext uri="{FF2B5EF4-FFF2-40B4-BE49-F238E27FC236}">
                      <a16:creationId xmlns:a16="http://schemas.microsoft.com/office/drawing/2014/main" id="{01C61E16-5106-4BBD-98FD-EB9A5D73D1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432"/>
                  <a:ext cx="1536" cy="1536"/>
                </a:xfrm>
                <a:prstGeom prst="rect">
                  <a:avLst/>
                </a:prstGeom>
                <a:noFill/>
                <a:ln w="19050" cap="sq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kumimoji="1" lang="zh-CN" altLang="en-US" sz="2400" b="1">
                    <a:latin typeface="Symbol" panose="05050102010706020507" pitchFamily="18" charset="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229" name="Line 68">
                  <a:extLst>
                    <a:ext uri="{FF2B5EF4-FFF2-40B4-BE49-F238E27FC236}">
                      <a16:creationId xmlns:a16="http://schemas.microsoft.com/office/drawing/2014/main" id="{E62BEEA7-84D5-497F-8CC4-4D8F649C75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456" y="192"/>
                  <a:ext cx="240" cy="24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30" name="Line 69">
                  <a:extLst>
                    <a:ext uri="{FF2B5EF4-FFF2-40B4-BE49-F238E27FC236}">
                      <a16:creationId xmlns:a16="http://schemas.microsoft.com/office/drawing/2014/main" id="{2F70ED6F-7C7B-4503-B0B0-00FE6A235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1200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31" name="Line 70">
                  <a:extLst>
                    <a:ext uri="{FF2B5EF4-FFF2-40B4-BE49-F238E27FC236}">
                      <a16:creationId xmlns:a16="http://schemas.microsoft.com/office/drawing/2014/main" id="{2B35553D-8118-4CA2-99F2-89D0AACDA8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1584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0218" name="Text Box 71">
                <a:extLst>
                  <a:ext uri="{FF2B5EF4-FFF2-40B4-BE49-F238E27FC236}">
                    <a16:creationId xmlns:a16="http://schemas.microsoft.com/office/drawing/2014/main" id="{13BA165E-74D3-40CF-B5CC-4AA624229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2" y="3047"/>
                <a:ext cx="330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01</a:t>
                </a:r>
              </a:p>
            </p:txBody>
          </p:sp>
          <p:sp>
            <p:nvSpPr>
              <p:cNvPr id="50219" name="Text Box 72">
                <a:extLst>
                  <a:ext uri="{FF2B5EF4-FFF2-40B4-BE49-F238E27FC236}">
                    <a16:creationId xmlns:a16="http://schemas.microsoft.com/office/drawing/2014/main" id="{F3F6A3E1-A101-4356-B063-6998FC458C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2" y="3431"/>
                <a:ext cx="330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50220" name="Text Box 73">
                <a:extLst>
                  <a:ext uri="{FF2B5EF4-FFF2-40B4-BE49-F238E27FC236}">
                    <a16:creationId xmlns:a16="http://schemas.microsoft.com/office/drawing/2014/main" id="{BCF262C8-42EC-4AF9-8192-812EABA6AC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2" y="3815"/>
                <a:ext cx="330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50221" name="Text Box 74">
                <a:extLst>
                  <a:ext uri="{FF2B5EF4-FFF2-40B4-BE49-F238E27FC236}">
                    <a16:creationId xmlns:a16="http://schemas.microsoft.com/office/drawing/2014/main" id="{7834CF5D-75F8-4DDD-97EB-7CA97E52F7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0" y="2281"/>
                <a:ext cx="330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01</a:t>
                </a:r>
              </a:p>
            </p:txBody>
          </p:sp>
          <p:sp>
            <p:nvSpPr>
              <p:cNvPr id="50222" name="Text Box 75">
                <a:extLst>
                  <a:ext uri="{FF2B5EF4-FFF2-40B4-BE49-F238E27FC236}">
                    <a16:creationId xmlns:a16="http://schemas.microsoft.com/office/drawing/2014/main" id="{9ECB3A9D-C100-4461-B119-13E9806CF8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4" y="2281"/>
                <a:ext cx="330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50223" name="Text Box 76">
                <a:extLst>
                  <a:ext uri="{FF2B5EF4-FFF2-40B4-BE49-F238E27FC236}">
                    <a16:creationId xmlns:a16="http://schemas.microsoft.com/office/drawing/2014/main" id="{04E2D520-D171-4826-BB2B-254E759EE9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8" y="2281"/>
                <a:ext cx="330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sp>
          <p:nvSpPr>
            <p:cNvPr id="50205" name="Text Box 77">
              <a:extLst>
                <a:ext uri="{FF2B5EF4-FFF2-40B4-BE49-F238E27FC236}">
                  <a16:creationId xmlns:a16="http://schemas.microsoft.com/office/drawing/2014/main" id="{01ECF713-6CAF-48E9-91DE-A8ADE3630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16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06" name="Text Box 78">
              <a:extLst>
                <a:ext uri="{FF2B5EF4-FFF2-40B4-BE49-F238E27FC236}">
                  <a16:creationId xmlns:a16="http://schemas.microsoft.com/office/drawing/2014/main" id="{9DE131CD-1088-444C-AE0B-841F55C6C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544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07" name="Text Box 79">
              <a:extLst>
                <a:ext uri="{FF2B5EF4-FFF2-40B4-BE49-F238E27FC236}">
                  <a16:creationId xmlns:a16="http://schemas.microsoft.com/office/drawing/2014/main" id="{2530B26A-B492-47F4-9E72-DD72404D6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544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08" name="Text Box 80">
              <a:extLst>
                <a:ext uri="{FF2B5EF4-FFF2-40B4-BE49-F238E27FC236}">
                  <a16:creationId xmlns:a16="http://schemas.microsoft.com/office/drawing/2014/main" id="{A5ECEFD7-CAEB-47EF-926E-661A1894B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928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09" name="Text Box 81">
              <a:extLst>
                <a:ext uri="{FF2B5EF4-FFF2-40B4-BE49-F238E27FC236}">
                  <a16:creationId xmlns:a16="http://schemas.microsoft.com/office/drawing/2014/main" id="{C297F66A-411D-453E-9ACA-39ECFA445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0" y="2542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10" name="Text Box 82">
              <a:extLst>
                <a:ext uri="{FF2B5EF4-FFF2-40B4-BE49-F238E27FC236}">
                  <a16:creationId xmlns:a16="http://schemas.microsoft.com/office/drawing/2014/main" id="{DB1319FC-F288-461A-9DE9-2AA5ACFF3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928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11" name="Text Box 83">
              <a:extLst>
                <a:ext uri="{FF2B5EF4-FFF2-40B4-BE49-F238E27FC236}">
                  <a16:creationId xmlns:a16="http://schemas.microsoft.com/office/drawing/2014/main" id="{BAE2E5DC-CD27-4500-8FDF-9547C01F0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928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212" name="Text Box 84">
              <a:extLst>
                <a:ext uri="{FF2B5EF4-FFF2-40B4-BE49-F238E27FC236}">
                  <a16:creationId xmlns:a16="http://schemas.microsoft.com/office/drawing/2014/main" id="{F338921E-298B-400F-9439-D475946CF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312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76" name="AutoShape 30">
            <a:extLst>
              <a:ext uri="{FF2B5EF4-FFF2-40B4-BE49-F238E27FC236}">
                <a16:creationId xmlns:a16="http://schemas.microsoft.com/office/drawing/2014/main" id="{74B97090-9F38-466A-BE6D-87F1CC62F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329113"/>
            <a:ext cx="396875" cy="828675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chemeClr val="accent6">
                <a:lumMod val="7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kumimoji="1" lang="zh-CN" altLang="en-US" sz="2400" b="1">
              <a:latin typeface="Symbol" pitchFamily="18" charset="2"/>
            </a:endParaRPr>
          </a:p>
        </p:txBody>
      </p:sp>
      <p:sp>
        <p:nvSpPr>
          <p:cNvPr id="177" name="AutoShape 30">
            <a:extLst>
              <a:ext uri="{FF2B5EF4-FFF2-40B4-BE49-F238E27FC236}">
                <a16:creationId xmlns:a16="http://schemas.microsoft.com/office/drawing/2014/main" id="{9A15C26F-9031-4FF0-ABA4-9AEB1C7C1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663" y="4778375"/>
            <a:ext cx="398462" cy="830263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chemeClr val="accent6">
                <a:lumMod val="7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kumimoji="1" lang="zh-CN" altLang="en-US" sz="2400" b="1">
              <a:latin typeface="Symbol" pitchFamily="18" charset="2"/>
            </a:endParaRPr>
          </a:p>
        </p:txBody>
      </p:sp>
      <p:sp>
        <p:nvSpPr>
          <p:cNvPr id="178" name="AutoShape 31">
            <a:extLst>
              <a:ext uri="{FF2B5EF4-FFF2-40B4-BE49-F238E27FC236}">
                <a16:creationId xmlns:a16="http://schemas.microsoft.com/office/drawing/2014/main" id="{4BDE1BBD-DB2F-4364-9818-5D209BCC5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413" y="5229225"/>
            <a:ext cx="927100" cy="401638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EC6D0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pic>
        <p:nvPicPr>
          <p:cNvPr id="179" name="Picture 21" descr="u=510799256,4278680063&amp;gp=28">
            <a:hlinkClick r:id="rId2"/>
            <a:extLst>
              <a:ext uri="{FF2B5EF4-FFF2-40B4-BE49-F238E27FC236}">
                <a16:creationId xmlns:a16="http://schemas.microsoft.com/office/drawing/2014/main" id="{B6387ACA-85B3-4FB9-B34D-7E92CD34F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938" y="3338513"/>
            <a:ext cx="808037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31DE25FB-3A61-46DD-AB57-82D9586BF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4513" y="2889250"/>
            <a:ext cx="979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items</a:t>
            </a:r>
            <a:endParaRPr lang="zh-CN" altLang="en-US" sz="1800" b="1">
              <a:solidFill>
                <a:srgbClr val="0A419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9B85C71-6EA2-465F-B3B8-7D8F83A4B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4513" y="4149725"/>
            <a:ext cx="979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 items</a:t>
            </a:r>
            <a:endParaRPr lang="zh-CN" altLang="en-US" sz="1800" b="1">
              <a:solidFill>
                <a:srgbClr val="0A419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202" name="日期占位符 1">
            <a:extLst>
              <a:ext uri="{FF2B5EF4-FFF2-40B4-BE49-F238E27FC236}">
                <a16:creationId xmlns:a16="http://schemas.microsoft.com/office/drawing/2014/main" id="{52870D0F-733C-4261-94AD-D4D71B3DA8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FEB8BAB-ABEE-4AF0-95FA-D3953A74CFE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E08E9E5-BCDD-5DA0-E306-BE4CE474CF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44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6C2C50-D3E2-4840-A942-435B819A3EB9}"/>
              </a:ext>
            </a:extLst>
          </p:cNvPr>
          <p:cNvGrpSpPr>
            <a:grpSpLocks/>
          </p:cNvGrpSpPr>
          <p:nvPr/>
        </p:nvGrpSpPr>
        <p:grpSpPr bwMode="auto">
          <a:xfrm>
            <a:off x="5157788" y="1347788"/>
            <a:ext cx="3136900" cy="3124200"/>
            <a:chOff x="2968" y="1248"/>
            <a:chExt cx="1976" cy="1968"/>
          </a:xfrm>
        </p:grpSpPr>
        <p:grpSp>
          <p:nvGrpSpPr>
            <p:cNvPr id="51272" name="Group 3">
              <a:extLst>
                <a:ext uri="{FF2B5EF4-FFF2-40B4-BE49-F238E27FC236}">
                  <a16:creationId xmlns:a16="http://schemas.microsoft.com/office/drawing/2014/main" id="{4DA4F32C-CD12-4A01-8C4C-5559392C0E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8" y="1248"/>
              <a:ext cx="1976" cy="1968"/>
              <a:chOff x="2968" y="1248"/>
              <a:chExt cx="1976" cy="1968"/>
            </a:xfrm>
          </p:grpSpPr>
          <p:sp>
            <p:nvSpPr>
              <p:cNvPr id="51289" name="Text Box 4">
                <a:extLst>
                  <a:ext uri="{FF2B5EF4-FFF2-40B4-BE49-F238E27FC236}">
                    <a16:creationId xmlns:a16="http://schemas.microsoft.com/office/drawing/2014/main" id="{D15B8A37-73BF-4BD1-95BD-6AC16CDA52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8" y="1488"/>
                <a:ext cx="3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XY</a:t>
                </a:r>
              </a:p>
            </p:txBody>
          </p:sp>
          <p:sp>
            <p:nvSpPr>
              <p:cNvPr id="51290" name="Text Box 5">
                <a:extLst>
                  <a:ext uri="{FF2B5EF4-FFF2-40B4-BE49-F238E27FC236}">
                    <a16:creationId xmlns:a16="http://schemas.microsoft.com/office/drawing/2014/main" id="{B86B1F33-9AB4-417C-950B-F945C30DBC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1248"/>
                <a:ext cx="4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ZW</a:t>
                </a:r>
              </a:p>
            </p:txBody>
          </p:sp>
          <p:sp>
            <p:nvSpPr>
              <p:cNvPr id="51291" name="Text Box 6">
                <a:extLst>
                  <a:ext uri="{FF2B5EF4-FFF2-40B4-BE49-F238E27FC236}">
                    <a16:creationId xmlns:a16="http://schemas.microsoft.com/office/drawing/2014/main" id="{287B9E33-1913-4200-B2BD-535DB3EEAA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8" y="1430"/>
                <a:ext cx="14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00    01    11    10</a:t>
                </a:r>
              </a:p>
            </p:txBody>
          </p:sp>
          <p:sp>
            <p:nvSpPr>
              <p:cNvPr id="51292" name="Text Box 7">
                <a:extLst>
                  <a:ext uri="{FF2B5EF4-FFF2-40B4-BE49-F238E27FC236}">
                    <a16:creationId xmlns:a16="http://schemas.microsoft.com/office/drawing/2014/main" id="{885E12A4-26D9-4C29-AD49-1443CEE5FC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" y="1766"/>
                <a:ext cx="320" cy="1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00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01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11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grpSp>
            <p:nvGrpSpPr>
              <p:cNvPr id="51293" name="Group 8">
                <a:extLst>
                  <a:ext uri="{FF2B5EF4-FFF2-40B4-BE49-F238E27FC236}">
                    <a16:creationId xmlns:a16="http://schemas.microsoft.com/office/drawing/2014/main" id="{D7A86192-E638-4321-AB08-BBFA2A6480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440"/>
                <a:ext cx="1776" cy="1776"/>
                <a:chOff x="3168" y="1440"/>
                <a:chExt cx="1776" cy="1776"/>
              </a:xfrm>
            </p:grpSpPr>
            <p:sp>
              <p:nvSpPr>
                <p:cNvPr id="51294" name="Line 9">
                  <a:extLst>
                    <a:ext uri="{FF2B5EF4-FFF2-40B4-BE49-F238E27FC236}">
                      <a16:creationId xmlns:a16="http://schemas.microsoft.com/office/drawing/2014/main" id="{076715C2-936D-485E-B677-BACD7C20EF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8" y="2064"/>
                  <a:ext cx="1536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95" name="Line 10">
                  <a:extLst>
                    <a:ext uri="{FF2B5EF4-FFF2-40B4-BE49-F238E27FC236}">
                      <a16:creationId xmlns:a16="http://schemas.microsoft.com/office/drawing/2014/main" id="{0D857EE6-ED92-45FF-9A3F-1CB58D7E8E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2" y="1680"/>
                  <a:ext cx="0" cy="1536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96" name="Line 11">
                  <a:extLst>
                    <a:ext uri="{FF2B5EF4-FFF2-40B4-BE49-F238E27FC236}">
                      <a16:creationId xmlns:a16="http://schemas.microsoft.com/office/drawing/2014/main" id="{FC030757-4381-4EE5-B7D6-DE7179F733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1680"/>
                  <a:ext cx="0" cy="1536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97" name="Line 12">
                  <a:extLst>
                    <a:ext uri="{FF2B5EF4-FFF2-40B4-BE49-F238E27FC236}">
                      <a16:creationId xmlns:a16="http://schemas.microsoft.com/office/drawing/2014/main" id="{3B4F8740-DEB4-4990-9F17-2BB6E08565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0" y="1680"/>
                  <a:ext cx="0" cy="1536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98" name="Rectangle 13">
                  <a:extLst>
                    <a:ext uri="{FF2B5EF4-FFF2-40B4-BE49-F238E27FC236}">
                      <a16:creationId xmlns:a16="http://schemas.microsoft.com/office/drawing/2014/main" id="{CAA82E46-8306-47B4-8D3A-D5B437656E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8" y="1680"/>
                  <a:ext cx="1536" cy="1536"/>
                </a:xfrm>
                <a:prstGeom prst="rect">
                  <a:avLst/>
                </a:prstGeom>
                <a:noFill/>
                <a:ln w="28575" cap="sq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kumimoji="1" lang="zh-CN" altLang="en-US" sz="2400" b="1">
                    <a:latin typeface="Symbol" panose="05050102010706020507" pitchFamily="18" charset="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299" name="Line 14">
                  <a:extLst>
                    <a:ext uri="{FF2B5EF4-FFF2-40B4-BE49-F238E27FC236}">
                      <a16:creationId xmlns:a16="http://schemas.microsoft.com/office/drawing/2014/main" id="{3D1C33B8-6B43-4BF5-8212-C5FDCCA4E4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168" y="1440"/>
                  <a:ext cx="240" cy="24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300" name="Line 15">
                  <a:extLst>
                    <a:ext uri="{FF2B5EF4-FFF2-40B4-BE49-F238E27FC236}">
                      <a16:creationId xmlns:a16="http://schemas.microsoft.com/office/drawing/2014/main" id="{DBF0FFBC-BEB5-41F1-B352-FDE0C84124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8" y="2448"/>
                  <a:ext cx="1536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301" name="Line 16">
                  <a:extLst>
                    <a:ext uri="{FF2B5EF4-FFF2-40B4-BE49-F238E27FC236}">
                      <a16:creationId xmlns:a16="http://schemas.microsoft.com/office/drawing/2014/main" id="{CC60AF54-7278-4711-9999-3A43E474F4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8" y="2832"/>
                  <a:ext cx="1536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1273" name="Text Box 17">
              <a:extLst>
                <a:ext uri="{FF2B5EF4-FFF2-40B4-BE49-F238E27FC236}">
                  <a16:creationId xmlns:a16="http://schemas.microsoft.com/office/drawing/2014/main" id="{C0BCC10F-F0B0-45C8-B530-ED4EA5147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74" name="Text Box 18">
              <a:extLst>
                <a:ext uri="{FF2B5EF4-FFF2-40B4-BE49-F238E27FC236}">
                  <a16:creationId xmlns:a16="http://schemas.microsoft.com/office/drawing/2014/main" id="{550662DB-7AE4-48A9-AEF0-C48308EE8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104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75" name="Text Box 20">
              <a:extLst>
                <a:ext uri="{FF2B5EF4-FFF2-40B4-BE49-F238E27FC236}">
                  <a16:creationId xmlns:a16="http://schemas.microsoft.com/office/drawing/2014/main" id="{4DA61785-77D5-4CD3-9EEB-DAE9DB83D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872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76" name="Text Box 21">
              <a:extLst>
                <a:ext uri="{FF2B5EF4-FFF2-40B4-BE49-F238E27FC236}">
                  <a16:creationId xmlns:a16="http://schemas.microsoft.com/office/drawing/2014/main" id="{FB83E026-CCF7-49B6-A892-C9F2C4EECC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72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77" name="Text Box 24">
              <a:extLst>
                <a:ext uri="{FF2B5EF4-FFF2-40B4-BE49-F238E27FC236}">
                  <a16:creationId xmlns:a16="http://schemas.microsoft.com/office/drawing/2014/main" id="{ED0BDFEF-9DE1-4734-BBC4-3B9B79EAF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872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78" name="Text Box 25">
              <a:extLst>
                <a:ext uri="{FF2B5EF4-FFF2-40B4-BE49-F238E27FC236}">
                  <a16:creationId xmlns:a16="http://schemas.microsoft.com/office/drawing/2014/main" id="{CEB114FB-FAD1-40B3-9C9E-5B49D09DC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49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79" name="Text Box 26">
              <a:extLst>
                <a:ext uri="{FF2B5EF4-FFF2-40B4-BE49-F238E27FC236}">
                  <a16:creationId xmlns:a16="http://schemas.microsoft.com/office/drawing/2014/main" id="{DDD5315A-C1AF-4184-B693-55659C6FA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72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80" name="Text Box 27">
              <a:extLst>
                <a:ext uri="{FF2B5EF4-FFF2-40B4-BE49-F238E27FC236}">
                  <a16:creationId xmlns:a16="http://schemas.microsoft.com/office/drawing/2014/main" id="{24E63B6E-F041-455A-8DE1-40625E92E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2488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81" name="Text Box 29">
              <a:extLst>
                <a:ext uri="{FF2B5EF4-FFF2-40B4-BE49-F238E27FC236}">
                  <a16:creationId xmlns:a16="http://schemas.microsoft.com/office/drawing/2014/main" id="{6983F9B2-BF00-40FD-AAD1-7D537C217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2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82" name="Text Box 30">
              <a:extLst>
                <a:ext uri="{FF2B5EF4-FFF2-40B4-BE49-F238E27FC236}">
                  <a16:creationId xmlns:a16="http://schemas.microsoft.com/office/drawing/2014/main" id="{247D2BB3-DF45-4F8F-9E76-A02242B08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112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83" name="Text Box 32">
              <a:extLst>
                <a:ext uri="{FF2B5EF4-FFF2-40B4-BE49-F238E27FC236}">
                  <a16:creationId xmlns:a16="http://schemas.microsoft.com/office/drawing/2014/main" id="{7EF678F1-7791-4272-81FF-AB03B00EA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112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84" name="Text Box 33">
              <a:extLst>
                <a:ext uri="{FF2B5EF4-FFF2-40B4-BE49-F238E27FC236}">
                  <a16:creationId xmlns:a16="http://schemas.microsoft.com/office/drawing/2014/main" id="{2B0FBFDF-5B13-499D-9A69-536E49D25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249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85" name="Text Box 34">
              <a:extLst>
                <a:ext uri="{FF2B5EF4-FFF2-40B4-BE49-F238E27FC236}">
                  <a16:creationId xmlns:a16="http://schemas.microsoft.com/office/drawing/2014/main" id="{603CB2C7-7C44-4C16-81A5-B042EEC86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86" name="Text Box 36">
              <a:extLst>
                <a:ext uri="{FF2B5EF4-FFF2-40B4-BE49-F238E27FC236}">
                  <a16:creationId xmlns:a16="http://schemas.microsoft.com/office/drawing/2014/main" id="{52A8C6DF-53E8-4BB5-8D17-C6C3CA8A7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88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87" name="Text Box 37">
              <a:extLst>
                <a:ext uri="{FF2B5EF4-FFF2-40B4-BE49-F238E27FC236}">
                  <a16:creationId xmlns:a16="http://schemas.microsoft.com/office/drawing/2014/main" id="{DA97311B-B1E7-4CDC-9EAB-9516AD2F2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728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88" name="Text Box 38">
              <a:extLst>
                <a:ext uri="{FF2B5EF4-FFF2-40B4-BE49-F238E27FC236}">
                  <a16:creationId xmlns:a16="http://schemas.microsoft.com/office/drawing/2014/main" id="{783C73BA-2E51-42E3-95BC-2EDAD0507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" y="288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40" name="AutoShape 39">
            <a:extLst>
              <a:ext uri="{FF2B5EF4-FFF2-40B4-BE49-F238E27FC236}">
                <a16:creationId xmlns:a16="http://schemas.microsoft.com/office/drawing/2014/main" id="{2A50E948-9BBC-4058-BD1F-2AFC2025C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25" y="3125788"/>
            <a:ext cx="2251075" cy="546100"/>
          </a:xfrm>
          <a:prstGeom prst="roundRect">
            <a:avLst>
              <a:gd name="adj" fmla="val 27528"/>
            </a:avLst>
          </a:prstGeom>
          <a:noFill/>
          <a:ln w="57150" cap="sq" cmpd="thinThick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5" name="Group 40">
            <a:extLst>
              <a:ext uri="{FF2B5EF4-FFF2-40B4-BE49-F238E27FC236}">
                <a16:creationId xmlns:a16="http://schemas.microsoft.com/office/drawing/2014/main" id="{2A5D3340-6B5D-422C-B04A-82CFA2B43404}"/>
              </a:ext>
            </a:extLst>
          </p:cNvPr>
          <p:cNvGrpSpPr>
            <a:grpSpLocks/>
          </p:cNvGrpSpPr>
          <p:nvPr/>
        </p:nvGrpSpPr>
        <p:grpSpPr bwMode="auto">
          <a:xfrm>
            <a:off x="1176338" y="3197225"/>
            <a:ext cx="2438400" cy="1066800"/>
            <a:chOff x="960" y="2784"/>
            <a:chExt cx="1536" cy="672"/>
          </a:xfrm>
        </p:grpSpPr>
        <p:grpSp>
          <p:nvGrpSpPr>
            <p:cNvPr id="51260" name="Group 41">
              <a:extLst>
                <a:ext uri="{FF2B5EF4-FFF2-40B4-BE49-F238E27FC236}">
                  <a16:creationId xmlns:a16="http://schemas.microsoft.com/office/drawing/2014/main" id="{643F76C1-79DE-4C64-88F0-40B7781674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784"/>
              <a:ext cx="336" cy="672"/>
              <a:chOff x="960" y="2784"/>
              <a:chExt cx="336" cy="672"/>
            </a:xfrm>
          </p:grpSpPr>
          <p:sp>
            <p:nvSpPr>
              <p:cNvPr id="51267" name="Arc 42">
                <a:extLst>
                  <a:ext uri="{FF2B5EF4-FFF2-40B4-BE49-F238E27FC236}">
                    <a16:creationId xmlns:a16="http://schemas.microsoft.com/office/drawing/2014/main" id="{B0514AF4-CA22-4981-BC00-60B93F613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784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68" name="Line 43">
                <a:extLst>
                  <a:ext uri="{FF2B5EF4-FFF2-40B4-BE49-F238E27FC236}">
                    <a16:creationId xmlns:a16="http://schemas.microsoft.com/office/drawing/2014/main" id="{28B38562-7D98-427E-A88C-35E49B23A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928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69" name="Line 44">
                <a:extLst>
                  <a:ext uri="{FF2B5EF4-FFF2-40B4-BE49-F238E27FC236}">
                    <a16:creationId xmlns:a16="http://schemas.microsoft.com/office/drawing/2014/main" id="{A035CBA8-6246-4752-8170-0D091515F2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0" y="2784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70" name="Line 45">
                <a:extLst>
                  <a:ext uri="{FF2B5EF4-FFF2-40B4-BE49-F238E27FC236}">
                    <a16:creationId xmlns:a16="http://schemas.microsoft.com/office/drawing/2014/main" id="{6BF3F0F7-A231-4A27-ACEB-F28C41532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0" y="345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71" name="Arc 46">
                <a:extLst>
                  <a:ext uri="{FF2B5EF4-FFF2-40B4-BE49-F238E27FC236}">
                    <a16:creationId xmlns:a16="http://schemas.microsoft.com/office/drawing/2014/main" id="{C866FC8C-08B5-48F3-BD90-82803464EDE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152" y="3312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261" name="Group 47">
              <a:extLst>
                <a:ext uri="{FF2B5EF4-FFF2-40B4-BE49-F238E27FC236}">
                  <a16:creationId xmlns:a16="http://schemas.microsoft.com/office/drawing/2014/main" id="{B574B835-7A18-442A-A8A1-B607D9FF3BC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160" y="2784"/>
              <a:ext cx="336" cy="672"/>
              <a:chOff x="960" y="2784"/>
              <a:chExt cx="336" cy="672"/>
            </a:xfrm>
          </p:grpSpPr>
          <p:sp>
            <p:nvSpPr>
              <p:cNvPr id="51262" name="Arc 48">
                <a:extLst>
                  <a:ext uri="{FF2B5EF4-FFF2-40B4-BE49-F238E27FC236}">
                    <a16:creationId xmlns:a16="http://schemas.microsoft.com/office/drawing/2014/main" id="{5292FBE5-A65B-4FF3-B74F-D00AE7F15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784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63" name="Line 49">
                <a:extLst>
                  <a:ext uri="{FF2B5EF4-FFF2-40B4-BE49-F238E27FC236}">
                    <a16:creationId xmlns:a16="http://schemas.microsoft.com/office/drawing/2014/main" id="{B439C373-A49D-4BF9-85F9-A271A0938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928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64" name="Line 50">
                <a:extLst>
                  <a:ext uri="{FF2B5EF4-FFF2-40B4-BE49-F238E27FC236}">
                    <a16:creationId xmlns:a16="http://schemas.microsoft.com/office/drawing/2014/main" id="{46F28FAE-AA13-46F2-9CBB-61AF452DE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0" y="2784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65" name="Line 51">
                <a:extLst>
                  <a:ext uri="{FF2B5EF4-FFF2-40B4-BE49-F238E27FC236}">
                    <a16:creationId xmlns:a16="http://schemas.microsoft.com/office/drawing/2014/main" id="{97C94152-21DB-4868-89A1-88315D7AC4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0" y="345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66" name="Arc 52">
                <a:extLst>
                  <a:ext uri="{FF2B5EF4-FFF2-40B4-BE49-F238E27FC236}">
                    <a16:creationId xmlns:a16="http://schemas.microsoft.com/office/drawing/2014/main" id="{0894D9E6-5FCC-4E55-B09D-93474D952A4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152" y="3312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4" name="AutoShape 53">
            <a:extLst>
              <a:ext uri="{FF2B5EF4-FFF2-40B4-BE49-F238E27FC236}">
                <a16:creationId xmlns:a16="http://schemas.microsoft.com/office/drawing/2014/main" id="{51227C29-F95D-43DF-ABA4-94136CD78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088" y="2719388"/>
            <a:ext cx="1066800" cy="1066800"/>
          </a:xfrm>
          <a:prstGeom prst="roundRect">
            <a:avLst>
              <a:gd name="adj" fmla="val 20833"/>
            </a:avLst>
          </a:prstGeom>
          <a:noFill/>
          <a:ln w="57150" cap="sq" cmpd="thickThin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8" name="Group 67">
            <a:extLst>
              <a:ext uri="{FF2B5EF4-FFF2-40B4-BE49-F238E27FC236}">
                <a16:creationId xmlns:a16="http://schemas.microsoft.com/office/drawing/2014/main" id="{34EA16B8-3334-4D78-8739-7467DA6DD42F}"/>
              </a:ext>
            </a:extLst>
          </p:cNvPr>
          <p:cNvGrpSpPr>
            <a:grpSpLocks/>
          </p:cNvGrpSpPr>
          <p:nvPr/>
        </p:nvGrpSpPr>
        <p:grpSpPr bwMode="auto">
          <a:xfrm>
            <a:off x="5856288" y="2033588"/>
            <a:ext cx="2438400" cy="2438400"/>
            <a:chOff x="3264" y="2160"/>
            <a:chExt cx="1536" cy="1536"/>
          </a:xfrm>
        </p:grpSpPr>
        <p:grpSp>
          <p:nvGrpSpPr>
            <p:cNvPr id="51244" name="Group 68">
              <a:extLst>
                <a:ext uri="{FF2B5EF4-FFF2-40B4-BE49-F238E27FC236}">
                  <a16:creationId xmlns:a16="http://schemas.microsoft.com/office/drawing/2014/main" id="{35BDFA25-7DB8-4F1D-828D-F45A6C7DEC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160"/>
              <a:ext cx="336" cy="336"/>
              <a:chOff x="3264" y="2160"/>
              <a:chExt cx="336" cy="336"/>
            </a:xfrm>
          </p:grpSpPr>
          <p:sp>
            <p:nvSpPr>
              <p:cNvPr id="51257" name="Line 69">
                <a:extLst>
                  <a:ext uri="{FF2B5EF4-FFF2-40B4-BE49-F238E27FC236}">
                    <a16:creationId xmlns:a16="http://schemas.microsoft.com/office/drawing/2014/main" id="{FC1CED77-FC7A-4B86-9711-23CA2698D1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2160"/>
                <a:ext cx="0" cy="192"/>
              </a:xfrm>
              <a:prstGeom prst="line">
                <a:avLst/>
              </a:pr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58" name="Line 70">
                <a:extLst>
                  <a:ext uri="{FF2B5EF4-FFF2-40B4-BE49-F238E27FC236}">
                    <a16:creationId xmlns:a16="http://schemas.microsoft.com/office/drawing/2014/main" id="{1E5673B9-59EB-459B-9B32-4C2E5C0C4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2496"/>
                <a:ext cx="192" cy="0"/>
              </a:xfrm>
              <a:prstGeom prst="line">
                <a:avLst/>
              </a:pr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59" name="Arc 71">
                <a:extLst>
                  <a:ext uri="{FF2B5EF4-FFF2-40B4-BE49-F238E27FC236}">
                    <a16:creationId xmlns:a16="http://schemas.microsoft.com/office/drawing/2014/main" id="{35DA15B3-02F8-4A76-B881-F9E1F508EB7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456" y="2352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245" name="Group 72">
              <a:extLst>
                <a:ext uri="{FF2B5EF4-FFF2-40B4-BE49-F238E27FC236}">
                  <a16:creationId xmlns:a16="http://schemas.microsoft.com/office/drawing/2014/main" id="{46A6CF51-740C-4CB2-AB65-676A7A65CA9D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4464" y="3360"/>
              <a:ext cx="336" cy="336"/>
              <a:chOff x="3264" y="2160"/>
              <a:chExt cx="336" cy="336"/>
            </a:xfrm>
          </p:grpSpPr>
          <p:sp>
            <p:nvSpPr>
              <p:cNvPr id="51254" name="Line 73">
                <a:extLst>
                  <a:ext uri="{FF2B5EF4-FFF2-40B4-BE49-F238E27FC236}">
                    <a16:creationId xmlns:a16="http://schemas.microsoft.com/office/drawing/2014/main" id="{B95C38B2-9965-4B56-8F37-B39B57FED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2160"/>
                <a:ext cx="0" cy="192"/>
              </a:xfrm>
              <a:prstGeom prst="line">
                <a:avLst/>
              </a:pr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55" name="Line 74">
                <a:extLst>
                  <a:ext uri="{FF2B5EF4-FFF2-40B4-BE49-F238E27FC236}">
                    <a16:creationId xmlns:a16="http://schemas.microsoft.com/office/drawing/2014/main" id="{015C491A-6A8A-4CDF-8310-198F67E8E6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2496"/>
                <a:ext cx="192" cy="0"/>
              </a:xfrm>
              <a:prstGeom prst="line">
                <a:avLst/>
              </a:pr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56" name="Arc 75">
                <a:extLst>
                  <a:ext uri="{FF2B5EF4-FFF2-40B4-BE49-F238E27FC236}">
                    <a16:creationId xmlns:a16="http://schemas.microsoft.com/office/drawing/2014/main" id="{3DEA11FA-49E1-45AA-89A6-7515C20C161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456" y="2352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246" name="Group 76">
              <a:extLst>
                <a:ext uri="{FF2B5EF4-FFF2-40B4-BE49-F238E27FC236}">
                  <a16:creationId xmlns:a16="http://schemas.microsoft.com/office/drawing/2014/main" id="{23D839F9-1483-402B-9439-7A75CDA97A9E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264" y="3360"/>
              <a:ext cx="336" cy="336"/>
              <a:chOff x="3264" y="2160"/>
              <a:chExt cx="336" cy="336"/>
            </a:xfrm>
          </p:grpSpPr>
          <p:sp>
            <p:nvSpPr>
              <p:cNvPr id="51251" name="Line 77">
                <a:extLst>
                  <a:ext uri="{FF2B5EF4-FFF2-40B4-BE49-F238E27FC236}">
                    <a16:creationId xmlns:a16="http://schemas.microsoft.com/office/drawing/2014/main" id="{01709882-191C-4FD3-B5C4-B05799C5E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2160"/>
                <a:ext cx="0" cy="192"/>
              </a:xfrm>
              <a:prstGeom prst="line">
                <a:avLst/>
              </a:pr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52" name="Line 78">
                <a:extLst>
                  <a:ext uri="{FF2B5EF4-FFF2-40B4-BE49-F238E27FC236}">
                    <a16:creationId xmlns:a16="http://schemas.microsoft.com/office/drawing/2014/main" id="{DBC9CC6D-E572-4B96-9ACA-841E0123B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2496"/>
                <a:ext cx="192" cy="0"/>
              </a:xfrm>
              <a:prstGeom prst="line">
                <a:avLst/>
              </a:pr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53" name="Arc 79">
                <a:extLst>
                  <a:ext uri="{FF2B5EF4-FFF2-40B4-BE49-F238E27FC236}">
                    <a16:creationId xmlns:a16="http://schemas.microsoft.com/office/drawing/2014/main" id="{D0AA0F9C-3344-4F31-9897-A039F3B168E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456" y="2352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247" name="Group 80">
              <a:extLst>
                <a:ext uri="{FF2B5EF4-FFF2-40B4-BE49-F238E27FC236}">
                  <a16:creationId xmlns:a16="http://schemas.microsoft.com/office/drawing/2014/main" id="{C9BCAE38-A0CA-4432-8794-CC71287B2A0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464" y="2160"/>
              <a:ext cx="336" cy="336"/>
              <a:chOff x="3264" y="2160"/>
              <a:chExt cx="336" cy="336"/>
            </a:xfrm>
          </p:grpSpPr>
          <p:sp>
            <p:nvSpPr>
              <p:cNvPr id="51248" name="Line 81">
                <a:extLst>
                  <a:ext uri="{FF2B5EF4-FFF2-40B4-BE49-F238E27FC236}">
                    <a16:creationId xmlns:a16="http://schemas.microsoft.com/office/drawing/2014/main" id="{C51EC9F3-CE01-40EE-92B4-866AD858B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2160"/>
                <a:ext cx="0" cy="192"/>
              </a:xfrm>
              <a:prstGeom prst="line">
                <a:avLst/>
              </a:pr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9" name="Line 82">
                <a:extLst>
                  <a:ext uri="{FF2B5EF4-FFF2-40B4-BE49-F238E27FC236}">
                    <a16:creationId xmlns:a16="http://schemas.microsoft.com/office/drawing/2014/main" id="{CE5FFCD6-8FE3-4D9A-B628-0D548AE3FF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2496"/>
                <a:ext cx="192" cy="0"/>
              </a:xfrm>
              <a:prstGeom prst="line">
                <a:avLst/>
              </a:pr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50" name="Arc 83">
                <a:extLst>
                  <a:ext uri="{FF2B5EF4-FFF2-40B4-BE49-F238E27FC236}">
                    <a16:creationId xmlns:a16="http://schemas.microsoft.com/office/drawing/2014/main" id="{7C090ECA-69BE-45FC-A5A0-3E114B6EF33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456" y="2352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 cap="sq" cmpd="thinThick">
                <a:solidFill>
                  <a:srgbClr val="33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98">
            <a:extLst>
              <a:ext uri="{FF2B5EF4-FFF2-40B4-BE49-F238E27FC236}">
                <a16:creationId xmlns:a16="http://schemas.microsoft.com/office/drawing/2014/main" id="{153197B4-A263-416D-B4A0-BD5300CA91F6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2316163"/>
            <a:ext cx="3044825" cy="1981200"/>
            <a:chOff x="576" y="1008"/>
            <a:chExt cx="1918" cy="1248"/>
          </a:xfrm>
        </p:grpSpPr>
        <p:grpSp>
          <p:nvGrpSpPr>
            <p:cNvPr id="51229" name="Group 99">
              <a:extLst>
                <a:ext uri="{FF2B5EF4-FFF2-40B4-BE49-F238E27FC236}">
                  <a16:creationId xmlns:a16="http://schemas.microsoft.com/office/drawing/2014/main" id="{C40B8808-A4C2-4305-806E-10CA08947D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008"/>
              <a:ext cx="1918" cy="1248"/>
              <a:chOff x="578" y="2448"/>
              <a:chExt cx="1918" cy="1248"/>
            </a:xfrm>
          </p:grpSpPr>
          <p:grpSp>
            <p:nvGrpSpPr>
              <p:cNvPr id="51232" name="Group 100">
                <a:extLst>
                  <a:ext uri="{FF2B5EF4-FFF2-40B4-BE49-F238E27FC236}">
                    <a16:creationId xmlns:a16="http://schemas.microsoft.com/office/drawing/2014/main" id="{96F34772-9581-409F-BF24-A96054F586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2688"/>
                <a:ext cx="1776" cy="1008"/>
                <a:chOff x="519" y="3024"/>
                <a:chExt cx="1776" cy="1008"/>
              </a:xfrm>
            </p:grpSpPr>
            <p:sp>
              <p:nvSpPr>
                <p:cNvPr id="51238" name="Line 101">
                  <a:extLst>
                    <a:ext uri="{FF2B5EF4-FFF2-40B4-BE49-F238E27FC236}">
                      <a16:creationId xmlns:a16="http://schemas.microsoft.com/office/drawing/2014/main" id="{DACD538A-8F7C-4177-BBAB-2F77A1550B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59" y="3648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39" name="Line 102">
                  <a:extLst>
                    <a:ext uri="{FF2B5EF4-FFF2-40B4-BE49-F238E27FC236}">
                      <a16:creationId xmlns:a16="http://schemas.microsoft.com/office/drawing/2014/main" id="{C5070A0B-DB4C-4EFF-8022-EE5F0D0030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" y="3264"/>
                  <a:ext cx="0" cy="768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40" name="Line 103">
                  <a:extLst>
                    <a:ext uri="{FF2B5EF4-FFF2-40B4-BE49-F238E27FC236}">
                      <a16:creationId xmlns:a16="http://schemas.microsoft.com/office/drawing/2014/main" id="{6C461BEC-6C86-4A34-906C-1CD3B4B872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7" y="3264"/>
                  <a:ext cx="0" cy="768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41" name="Line 104">
                  <a:extLst>
                    <a:ext uri="{FF2B5EF4-FFF2-40B4-BE49-F238E27FC236}">
                      <a16:creationId xmlns:a16="http://schemas.microsoft.com/office/drawing/2014/main" id="{91DE3521-0663-496C-92B4-40583AFF17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1" y="3264"/>
                  <a:ext cx="0" cy="768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42" name="Rectangle 105">
                  <a:extLst>
                    <a:ext uri="{FF2B5EF4-FFF2-40B4-BE49-F238E27FC236}">
                      <a16:creationId xmlns:a16="http://schemas.microsoft.com/office/drawing/2014/main" id="{D3DCDC79-864D-47C4-910D-4E92BA5818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3264"/>
                  <a:ext cx="1536" cy="768"/>
                </a:xfrm>
                <a:prstGeom prst="rect">
                  <a:avLst/>
                </a:prstGeom>
                <a:noFill/>
                <a:ln w="19050" cap="sq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kumimoji="1" lang="zh-CN" altLang="en-US" sz="2400" b="1">
                    <a:latin typeface="Symbol" panose="05050102010706020507" pitchFamily="18" charset="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243" name="Line 106">
                  <a:extLst>
                    <a:ext uri="{FF2B5EF4-FFF2-40B4-BE49-F238E27FC236}">
                      <a16:creationId xmlns:a16="http://schemas.microsoft.com/office/drawing/2014/main" id="{C27CE2CA-C01A-4B7A-9054-7608AD58E0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19" y="3024"/>
                  <a:ext cx="240" cy="24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1233" name="Text Box 107">
                <a:extLst>
                  <a:ext uri="{FF2B5EF4-FFF2-40B4-BE49-F238E27FC236}">
                    <a16:creationId xmlns:a16="http://schemas.microsoft.com/office/drawing/2014/main" id="{B0B36853-7905-4644-AD0B-2AD934EE50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" y="2736"/>
                <a:ext cx="2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Z</a:t>
                </a:r>
              </a:p>
            </p:txBody>
          </p:sp>
          <p:sp>
            <p:nvSpPr>
              <p:cNvPr id="51234" name="Text Box 108">
                <a:extLst>
                  <a:ext uri="{FF2B5EF4-FFF2-40B4-BE49-F238E27FC236}">
                    <a16:creationId xmlns:a16="http://schemas.microsoft.com/office/drawing/2014/main" id="{70000240-A422-458B-B2D4-DD13196E5A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" y="2448"/>
                <a:ext cx="3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XY</a:t>
                </a:r>
              </a:p>
            </p:txBody>
          </p:sp>
          <p:sp>
            <p:nvSpPr>
              <p:cNvPr id="51235" name="Text Box 109">
                <a:extLst>
                  <a:ext uri="{FF2B5EF4-FFF2-40B4-BE49-F238E27FC236}">
                    <a16:creationId xmlns:a16="http://schemas.microsoft.com/office/drawing/2014/main" id="{D0322E67-FBDF-4CD8-800D-56A2F34D1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640"/>
                <a:ext cx="144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00   01   11   10</a:t>
                </a:r>
              </a:p>
            </p:txBody>
          </p:sp>
          <p:sp>
            <p:nvSpPr>
              <p:cNvPr id="51236" name="Text Box 110">
                <a:extLst>
                  <a:ext uri="{FF2B5EF4-FFF2-40B4-BE49-F238E27FC236}">
                    <a16:creationId xmlns:a16="http://schemas.microsoft.com/office/drawing/2014/main" id="{57A58B90-EE87-4FC5-9BB6-8AC39304A5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" y="299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1237" name="Text Box 111">
                <a:extLst>
                  <a:ext uri="{FF2B5EF4-FFF2-40B4-BE49-F238E27FC236}">
                    <a16:creationId xmlns:a16="http://schemas.microsoft.com/office/drawing/2014/main" id="{177CA7CF-48F8-491F-9BBD-2D2EC8589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" y="3364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51230" name="Text Box 112">
              <a:extLst>
                <a:ext uri="{FF2B5EF4-FFF2-40B4-BE49-F238E27FC236}">
                  <a16:creationId xmlns:a16="http://schemas.microsoft.com/office/drawing/2014/main" id="{D63F599A-2EE9-4306-A46E-C8F22DAB3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534"/>
              <a:ext cx="13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kumimoji="1" lang="zh-CN" altLang="en-US" sz="24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    1  </a:t>
              </a:r>
              <a:r>
                <a:rPr kumimoji="1" lang="zh-CN" altLang="en-US" sz="24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  1   </a:t>
              </a:r>
              <a:r>
                <a:rPr kumimoji="1" lang="zh-CN" altLang="en-US" sz="24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 1</a:t>
              </a:r>
            </a:p>
          </p:txBody>
        </p:sp>
        <p:sp>
          <p:nvSpPr>
            <p:cNvPr id="51231" name="Text Box 113">
              <a:extLst>
                <a:ext uri="{FF2B5EF4-FFF2-40B4-BE49-F238E27FC236}">
                  <a16:creationId xmlns:a16="http://schemas.microsoft.com/office/drawing/2014/main" id="{AF0CD08B-98A2-4AC7-B435-85EE4DE7D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1920"/>
              <a:ext cx="147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kumimoji="1" lang="zh-CN" altLang="en-US" sz="24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                     </a:t>
              </a: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   </a:t>
              </a:r>
              <a:r>
                <a:rPr kumimoji="1" lang="zh-CN" altLang="en-US" sz="24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 1</a:t>
              </a:r>
            </a:p>
          </p:txBody>
        </p:sp>
      </p:grpSp>
      <p:sp>
        <p:nvSpPr>
          <p:cNvPr id="51208" name="Rectangle 2">
            <a:extLst>
              <a:ext uri="{FF2B5EF4-FFF2-40B4-BE49-F238E27FC236}">
                <a16:creationId xmlns:a16="http://schemas.microsoft.com/office/drawing/2014/main" id="{B91C34D1-05EA-477C-BC45-24B42B513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123825"/>
            <a:ext cx="84867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3600" b="1">
                <a:solidFill>
                  <a:srgbClr val="0A419B"/>
                </a:solidFill>
              </a:rPr>
              <a:t>Step3:   Read maps</a:t>
            </a:r>
            <a:endParaRPr lang="zh-CN" altLang="en-US" sz="3600" b="1">
              <a:solidFill>
                <a:srgbClr val="0A419B"/>
              </a:solidFill>
            </a:endParaRPr>
          </a:p>
        </p:txBody>
      </p:sp>
      <p:sp>
        <p:nvSpPr>
          <p:cNvPr id="117" name="Text Box 32">
            <a:extLst>
              <a:ext uri="{FF2B5EF4-FFF2-40B4-BE49-F238E27FC236}">
                <a16:creationId xmlns:a16="http://schemas.microsoft.com/office/drawing/2014/main" id="{8AD490C5-0768-4235-9205-F40D0DC47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895350"/>
            <a:ext cx="5559425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Four 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logical adjacent cells can be used to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cancel 2 literals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.  </a:t>
            </a:r>
            <a:endParaRPr lang="zh-CN" altLang="en-US" sz="2800" b="1" dirty="0"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cs typeface="Arial" charset="0"/>
            </a:endParaRPr>
          </a:p>
        </p:txBody>
      </p:sp>
      <p:grpSp>
        <p:nvGrpSpPr>
          <p:cNvPr id="16" name="Group 88">
            <a:extLst>
              <a:ext uri="{FF2B5EF4-FFF2-40B4-BE49-F238E27FC236}">
                <a16:creationId xmlns:a16="http://schemas.microsoft.com/office/drawing/2014/main" id="{6AC08E08-3713-4CC9-AFE5-29372247C0B6}"/>
              </a:ext>
            </a:extLst>
          </p:cNvPr>
          <p:cNvGrpSpPr>
            <a:grpSpLocks/>
          </p:cNvGrpSpPr>
          <p:nvPr/>
        </p:nvGrpSpPr>
        <p:grpSpPr bwMode="auto">
          <a:xfrm>
            <a:off x="1677988" y="2079625"/>
            <a:ext cx="698499" cy="1046163"/>
            <a:chOff x="787" y="2666"/>
            <a:chExt cx="440" cy="659"/>
          </a:xfrm>
        </p:grpSpPr>
        <p:sp>
          <p:nvSpPr>
            <p:cNvPr id="51227" name="Text Box 89">
              <a:extLst>
                <a:ext uri="{FF2B5EF4-FFF2-40B4-BE49-F238E27FC236}">
                  <a16:creationId xmlns:a16="http://schemas.microsoft.com/office/drawing/2014/main" id="{3BF54345-D7AE-4C7C-9F5B-04ABDAB74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" y="2666"/>
              <a:ext cx="4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AE129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Z’ </a:t>
              </a:r>
            </a:p>
          </p:txBody>
        </p:sp>
        <p:cxnSp>
          <p:nvCxnSpPr>
            <p:cNvPr id="51228" name="AutoShape 90">
              <a:extLst>
                <a:ext uri="{FF2B5EF4-FFF2-40B4-BE49-F238E27FC236}">
                  <a16:creationId xmlns:a16="http://schemas.microsoft.com/office/drawing/2014/main" id="{DA87AA8C-EF18-4E5F-BF2D-4571ABCB80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702" y="3127"/>
              <a:ext cx="397" cy="0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rgbClr val="AE129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" name="Group 85">
            <a:extLst>
              <a:ext uri="{FF2B5EF4-FFF2-40B4-BE49-F238E27FC236}">
                <a16:creationId xmlns:a16="http://schemas.microsoft.com/office/drawing/2014/main" id="{A38BF2C2-2F6D-46B6-A273-3DD2367EE438}"/>
              </a:ext>
            </a:extLst>
          </p:cNvPr>
          <p:cNvGrpSpPr>
            <a:grpSpLocks/>
          </p:cNvGrpSpPr>
          <p:nvPr/>
        </p:nvGrpSpPr>
        <p:grpSpPr bwMode="auto">
          <a:xfrm>
            <a:off x="3094038" y="4297363"/>
            <a:ext cx="476250" cy="776287"/>
            <a:chOff x="1884" y="2304"/>
            <a:chExt cx="300" cy="489"/>
          </a:xfrm>
        </p:grpSpPr>
        <p:sp>
          <p:nvSpPr>
            <p:cNvPr id="51225" name="Text Box 86">
              <a:extLst>
                <a:ext uri="{FF2B5EF4-FFF2-40B4-BE49-F238E27FC236}">
                  <a16:creationId xmlns:a16="http://schemas.microsoft.com/office/drawing/2014/main" id="{57CC94CE-B334-474A-8956-5999071984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4" y="2502"/>
              <a:ext cx="3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66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Y’</a:t>
              </a:r>
            </a:p>
          </p:txBody>
        </p:sp>
        <p:sp>
          <p:nvSpPr>
            <p:cNvPr id="51226" name="Line 87">
              <a:extLst>
                <a:ext uri="{FF2B5EF4-FFF2-40B4-BE49-F238E27FC236}">
                  <a16:creationId xmlns:a16="http://schemas.microsoft.com/office/drawing/2014/main" id="{CE93FDB5-6C0A-4227-AD93-84D8F14482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304"/>
              <a:ext cx="0" cy="19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8" name="Group 88">
            <a:extLst>
              <a:ext uri="{FF2B5EF4-FFF2-40B4-BE49-F238E27FC236}">
                <a16:creationId xmlns:a16="http://schemas.microsoft.com/office/drawing/2014/main" id="{AA3E2091-E5A6-4F4D-A48F-7A2055DA4BF2}"/>
              </a:ext>
            </a:extLst>
          </p:cNvPr>
          <p:cNvGrpSpPr>
            <a:grpSpLocks/>
          </p:cNvGrpSpPr>
          <p:nvPr/>
        </p:nvGrpSpPr>
        <p:grpSpPr bwMode="auto">
          <a:xfrm>
            <a:off x="6823075" y="1031875"/>
            <a:ext cx="765175" cy="1676400"/>
            <a:chOff x="674" y="2770"/>
            <a:chExt cx="482" cy="555"/>
          </a:xfrm>
        </p:grpSpPr>
        <p:sp>
          <p:nvSpPr>
            <p:cNvPr id="51223" name="Text Box 89">
              <a:extLst>
                <a:ext uri="{FF2B5EF4-FFF2-40B4-BE49-F238E27FC236}">
                  <a16:creationId xmlns:a16="http://schemas.microsoft.com/office/drawing/2014/main" id="{FB91FAAF-FA38-435E-B4FC-5FE53EDB4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" y="2770"/>
              <a:ext cx="48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AE129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YW</a:t>
              </a:r>
            </a:p>
          </p:txBody>
        </p:sp>
        <p:cxnSp>
          <p:nvCxnSpPr>
            <p:cNvPr id="51224" name="AutoShape 90">
              <a:extLst>
                <a:ext uri="{FF2B5EF4-FFF2-40B4-BE49-F238E27FC236}">
                  <a16:creationId xmlns:a16="http://schemas.microsoft.com/office/drawing/2014/main" id="{87FC3ACC-C0B9-4EAE-AAF5-3A17AFDFD7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702" y="3127"/>
              <a:ext cx="397" cy="0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rgbClr val="AE129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9" name="Group 88">
            <a:extLst>
              <a:ext uri="{FF2B5EF4-FFF2-40B4-BE49-F238E27FC236}">
                <a16:creationId xmlns:a16="http://schemas.microsoft.com/office/drawing/2014/main" id="{FE193572-E713-479C-A35E-5E1498DCD561}"/>
              </a:ext>
            </a:extLst>
          </p:cNvPr>
          <p:cNvGrpSpPr>
            <a:grpSpLocks/>
          </p:cNvGrpSpPr>
          <p:nvPr/>
        </p:nvGrpSpPr>
        <p:grpSpPr bwMode="auto">
          <a:xfrm>
            <a:off x="5605463" y="4329113"/>
            <a:ext cx="1216025" cy="855662"/>
            <a:chOff x="907" y="2143"/>
            <a:chExt cx="511" cy="1718"/>
          </a:xfrm>
        </p:grpSpPr>
        <p:sp>
          <p:nvSpPr>
            <p:cNvPr id="51221" name="Text Box 89">
              <a:extLst>
                <a:ext uri="{FF2B5EF4-FFF2-40B4-BE49-F238E27FC236}">
                  <a16:creationId xmlns:a16="http://schemas.microsoft.com/office/drawing/2014/main" id="{7E5719E5-1D5B-4657-8EDC-56AF025285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8" y="2933"/>
              <a:ext cx="510" cy="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B0F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Y’W’ </a:t>
              </a:r>
            </a:p>
          </p:txBody>
        </p:sp>
        <p:cxnSp>
          <p:nvCxnSpPr>
            <p:cNvPr id="51222" name="AutoShape 90">
              <a:extLst>
                <a:ext uri="{FF2B5EF4-FFF2-40B4-BE49-F238E27FC236}">
                  <a16:creationId xmlns:a16="http://schemas.microsoft.com/office/drawing/2014/main" id="{FD3D419E-BDB6-4CEC-9FF6-BF630B3825BD}"/>
                </a:ext>
              </a:extLst>
            </p:cNvPr>
            <p:cNvCxnSpPr>
              <a:cxnSpLocks noChangeShapeType="1"/>
              <a:endCxn id="51221" idx="1"/>
            </p:cNvCxnSpPr>
            <p:nvPr/>
          </p:nvCxnSpPr>
          <p:spPr bwMode="auto">
            <a:xfrm rot="5400000">
              <a:off x="394" y="2656"/>
              <a:ext cx="1254" cy="227"/>
            </a:xfrm>
            <a:prstGeom prst="curvedConnector4">
              <a:avLst>
                <a:gd name="adj1" fmla="val 31509"/>
                <a:gd name="adj2" fmla="val 163574"/>
              </a:avLst>
            </a:prstGeom>
            <a:noFill/>
            <a:ln w="38100">
              <a:solidFill>
                <a:srgbClr val="00B0F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9" name="Rectangle 55">
            <a:extLst>
              <a:ext uri="{FF2B5EF4-FFF2-40B4-BE49-F238E27FC236}">
                <a16:creationId xmlns:a16="http://schemas.microsoft.com/office/drawing/2014/main" id="{38DA969D-0521-4EAA-9333-273F6C7D0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5229225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F(X,Y,Z) = Y’+Z’</a:t>
            </a:r>
          </a:p>
        </p:txBody>
      </p:sp>
      <p:sp>
        <p:nvSpPr>
          <p:cNvPr id="140" name="Rectangle 55">
            <a:extLst>
              <a:ext uri="{FF2B5EF4-FFF2-40B4-BE49-F238E27FC236}">
                <a16:creationId xmlns:a16="http://schemas.microsoft.com/office/drawing/2014/main" id="{EFAEC988-3A9F-4D1C-9F40-E6BC4A4B5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713413"/>
            <a:ext cx="3690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</a:t>
            </a:r>
            <a:r>
              <a: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</a:rPr>
              <a:t>XYZ 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(0,1,2,4,5,6) </a:t>
            </a:r>
          </a:p>
        </p:txBody>
      </p:sp>
      <p:sp>
        <p:nvSpPr>
          <p:cNvPr id="141" name="Rectangle 55">
            <a:extLst>
              <a:ext uri="{FF2B5EF4-FFF2-40B4-BE49-F238E27FC236}">
                <a16:creationId xmlns:a16="http://schemas.microsoft.com/office/drawing/2014/main" id="{C9A8B6B2-D881-4214-8E5F-97CC5C5BC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229225"/>
            <a:ext cx="3825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F(X,Y,Z,W) = YW+Y’W’</a:t>
            </a:r>
          </a:p>
        </p:txBody>
      </p:sp>
      <p:sp>
        <p:nvSpPr>
          <p:cNvPr id="142" name="Rectangle 55">
            <a:extLst>
              <a:ext uri="{FF2B5EF4-FFF2-40B4-BE49-F238E27FC236}">
                <a16:creationId xmlns:a16="http://schemas.microsoft.com/office/drawing/2014/main" id="{AEAB5B3B-A524-47D9-BDEA-04EB33197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986" y="5713413"/>
            <a:ext cx="45720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kumimoji="1" lang="en-US" altLang="zh-CN" sz="2400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</a:t>
            </a:r>
            <a:r>
              <a:rPr kumimoji="1" lang="en-US" altLang="zh-CN" sz="2400" b="1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XYZW </a:t>
            </a:r>
            <a:r>
              <a:rPr kumimoji="1" lang="en-US" altLang="zh-CN" sz="2400" b="1" dirty="0">
                <a:latin typeface="Tahoma" panose="020B0604030504040204" pitchFamily="34" charset="0"/>
                <a:ea typeface="宋体" panose="02010600030101010101" pitchFamily="2" charset="-122"/>
              </a:rPr>
              <a:t>(0,2,5,7,8,10,13,15) </a:t>
            </a:r>
          </a:p>
        </p:txBody>
      </p:sp>
      <p:sp>
        <p:nvSpPr>
          <p:cNvPr id="144" name="AutoShape 6">
            <a:extLst>
              <a:ext uri="{FF2B5EF4-FFF2-40B4-BE49-F238E27FC236}">
                <a16:creationId xmlns:a16="http://schemas.microsoft.com/office/drawing/2014/main" id="{00D724B5-1934-4866-9C8F-2E91E6A5C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3833813"/>
            <a:ext cx="1260475" cy="944562"/>
          </a:xfrm>
          <a:prstGeom prst="wedgeRoundRectCallout">
            <a:avLst>
              <a:gd name="adj1" fmla="val 46460"/>
              <a:gd name="adj2" fmla="val 10470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Be careful the order of the variables</a:t>
            </a:r>
          </a:p>
        </p:txBody>
      </p:sp>
      <p:sp>
        <p:nvSpPr>
          <p:cNvPr id="51219" name="日期占位符 1">
            <a:extLst>
              <a:ext uri="{FF2B5EF4-FFF2-40B4-BE49-F238E27FC236}">
                <a16:creationId xmlns:a16="http://schemas.microsoft.com/office/drawing/2014/main" id="{C576EFA2-7368-4A60-A9AE-D53CE8A7F1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DAB0CB03-0C1C-4154-AF8B-EEC27F46A567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08" name="Text Box 62">
            <a:extLst>
              <a:ext uri="{FF2B5EF4-FFF2-40B4-BE49-F238E27FC236}">
                <a16:creationId xmlns:a16="http://schemas.microsoft.com/office/drawing/2014/main" id="{9118DBFF-F425-4B00-9EC6-9E07BB5CC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125" y="2393156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9" name="Text Box 63">
            <a:extLst>
              <a:ext uri="{FF2B5EF4-FFF2-40B4-BE49-F238E27FC236}">
                <a16:creationId xmlns:a16="http://schemas.microsoft.com/office/drawing/2014/main" id="{8A92E707-9F31-4B4A-8140-A807ACFB0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1736" y="2968626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0" name="Text Box 64">
            <a:extLst>
              <a:ext uri="{FF2B5EF4-FFF2-40B4-BE49-F238E27FC236}">
                <a16:creationId xmlns:a16="http://schemas.microsoft.com/office/drawing/2014/main" id="{E83F81CF-2EAB-4DFE-8363-897E70A1C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361" y="3609725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12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1" name="Text Box 65">
            <a:extLst>
              <a:ext uri="{FF2B5EF4-FFF2-40B4-BE49-F238E27FC236}">
                <a16:creationId xmlns:a16="http://schemas.microsoft.com/office/drawing/2014/main" id="{A1689C1B-2BCA-42DF-AA39-73E6B932D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063" y="2391375"/>
            <a:ext cx="241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2" name="Text Box 66">
            <a:extLst>
              <a:ext uri="{FF2B5EF4-FFF2-40B4-BE49-F238E27FC236}">
                <a16:creationId xmlns:a16="http://schemas.microsoft.com/office/drawing/2014/main" id="{97A24189-E58A-4A0A-A430-15DF1500E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426" y="2992619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3" name="Text Box 67">
            <a:extLst>
              <a:ext uri="{FF2B5EF4-FFF2-40B4-BE49-F238E27FC236}">
                <a16:creationId xmlns:a16="http://schemas.microsoft.com/office/drawing/2014/main" id="{05FCCB9B-3F89-4D2F-8DFC-13B22FBDB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9" y="3626518"/>
            <a:ext cx="346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4" name="Text Box 68">
            <a:extLst>
              <a:ext uri="{FF2B5EF4-FFF2-40B4-BE49-F238E27FC236}">
                <a16:creationId xmlns:a16="http://schemas.microsoft.com/office/drawing/2014/main" id="{19C645DC-D14B-420C-BBCD-65E73A5D8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4246951"/>
            <a:ext cx="279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9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5" name="Text Box 69">
            <a:extLst>
              <a:ext uri="{FF2B5EF4-FFF2-40B4-BE49-F238E27FC236}">
                <a16:creationId xmlns:a16="http://schemas.microsoft.com/office/drawing/2014/main" id="{E8250DA8-F4D2-43D1-9A3D-5CBB366C2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388" y="2393156"/>
            <a:ext cx="2889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6" name="Text Box 70">
            <a:extLst>
              <a:ext uri="{FF2B5EF4-FFF2-40B4-BE49-F238E27FC236}">
                <a16:creationId xmlns:a16="http://schemas.microsoft.com/office/drawing/2014/main" id="{3FD4E93B-A468-416E-90D1-11D80B46D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5858" y="3001962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7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8" name="Text Box 71">
            <a:extLst>
              <a:ext uri="{FF2B5EF4-FFF2-40B4-BE49-F238E27FC236}">
                <a16:creationId xmlns:a16="http://schemas.microsoft.com/office/drawing/2014/main" id="{5033206C-9618-41AC-BE12-93FC777FA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876" y="3609725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15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9" name="Text Box 72">
            <a:extLst>
              <a:ext uri="{FF2B5EF4-FFF2-40B4-BE49-F238E27FC236}">
                <a16:creationId xmlns:a16="http://schemas.microsoft.com/office/drawing/2014/main" id="{C8CDA1B1-9DAC-492C-9841-5FA62FCAE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365" y="2376998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0" name="Text Box 73">
            <a:extLst>
              <a:ext uri="{FF2B5EF4-FFF2-40B4-BE49-F238E27FC236}">
                <a16:creationId xmlns:a16="http://schemas.microsoft.com/office/drawing/2014/main" id="{2BCF49A6-7032-461E-AD76-5CDE0D803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6400" y="2986086"/>
            <a:ext cx="26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6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1" name="Text Box 74">
            <a:extLst>
              <a:ext uri="{FF2B5EF4-FFF2-40B4-BE49-F238E27FC236}">
                <a16:creationId xmlns:a16="http://schemas.microsoft.com/office/drawing/2014/main" id="{F367037B-20FF-4C79-9C7E-F4D9C6EAB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425" y="3590926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14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2" name="Text Box 75">
            <a:extLst>
              <a:ext uri="{FF2B5EF4-FFF2-40B4-BE49-F238E27FC236}">
                <a16:creationId xmlns:a16="http://schemas.microsoft.com/office/drawing/2014/main" id="{4FE4ADBA-BA40-494D-8B22-35CC6648C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3544" y="4195641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3" name="Text Box 76">
            <a:extLst>
              <a:ext uri="{FF2B5EF4-FFF2-40B4-BE49-F238E27FC236}">
                <a16:creationId xmlns:a16="http://schemas.microsoft.com/office/drawing/2014/main" id="{ED549BDD-CC00-48B6-B53D-647D3B5E8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857" y="4211638"/>
            <a:ext cx="276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8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4" name="Text Box 77">
            <a:extLst>
              <a:ext uri="{FF2B5EF4-FFF2-40B4-BE49-F238E27FC236}">
                <a16:creationId xmlns:a16="http://schemas.microsoft.com/office/drawing/2014/main" id="{430E44F5-1C02-4493-8BD7-16FB3D057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1840" y="4212766"/>
            <a:ext cx="2968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11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5" name="Text Box 62">
            <a:extLst>
              <a:ext uri="{FF2B5EF4-FFF2-40B4-BE49-F238E27FC236}">
                <a16:creationId xmlns:a16="http://schemas.microsoft.com/office/drawing/2014/main" id="{9ACEF0E1-4985-4589-B912-90981F514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045" y="3415688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6" name="Text Box 63">
            <a:extLst>
              <a:ext uri="{FF2B5EF4-FFF2-40B4-BE49-F238E27FC236}">
                <a16:creationId xmlns:a16="http://schemas.microsoft.com/office/drawing/2014/main" id="{DEA121E5-4CAD-472D-9751-C12710F9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929" y="3409950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4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7" name="Text Box 65">
            <a:extLst>
              <a:ext uri="{FF2B5EF4-FFF2-40B4-BE49-F238E27FC236}">
                <a16:creationId xmlns:a16="http://schemas.microsoft.com/office/drawing/2014/main" id="{6D59A778-62D1-43CB-B558-4A05F1449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5588" y="3975100"/>
            <a:ext cx="241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8" name="Text Box 66">
            <a:extLst>
              <a:ext uri="{FF2B5EF4-FFF2-40B4-BE49-F238E27FC236}">
                <a16:creationId xmlns:a16="http://schemas.microsoft.com/office/drawing/2014/main" id="{1F79BC13-9217-46F4-8B21-EA7380C17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007" y="3975100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5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9" name="Text Box 69">
            <a:extLst>
              <a:ext uri="{FF2B5EF4-FFF2-40B4-BE49-F238E27FC236}">
                <a16:creationId xmlns:a16="http://schemas.microsoft.com/office/drawing/2014/main" id="{4522E2E6-C575-4786-AB4A-B47296090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3239" y="4026572"/>
            <a:ext cx="2889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30" name="Text Box 70">
            <a:extLst>
              <a:ext uri="{FF2B5EF4-FFF2-40B4-BE49-F238E27FC236}">
                <a16:creationId xmlns:a16="http://schemas.microsoft.com/office/drawing/2014/main" id="{55C3B5BC-C7CC-41B8-B37A-B28910A1F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515" y="4014789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7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31" name="Text Box 72">
            <a:extLst>
              <a:ext uri="{FF2B5EF4-FFF2-40B4-BE49-F238E27FC236}">
                <a16:creationId xmlns:a16="http://schemas.microsoft.com/office/drawing/2014/main" id="{C95C6A98-2B5D-4172-B055-E4E3B6AC5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617" y="3409949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32" name="Text Box 73">
            <a:extLst>
              <a:ext uri="{FF2B5EF4-FFF2-40B4-BE49-F238E27FC236}">
                <a16:creationId xmlns:a16="http://schemas.microsoft.com/office/drawing/2014/main" id="{59EF0A35-544F-4ACE-8B5E-FF6E517A2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402" y="3379788"/>
            <a:ext cx="26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6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CCE8DBF-70D1-2D87-0164-DED8EA9ECF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45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825273CD-0388-40A3-A911-8DE2180DC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98650"/>
            <a:ext cx="2746375" cy="35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Draw maps</a:t>
            </a:r>
            <a:endParaRPr lang="zh-CN" altLang="en-US" b="1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Circle cells</a:t>
            </a: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endParaRPr lang="en-US" altLang="zh-CN" b="1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endParaRPr lang="en-US" altLang="zh-CN" b="1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Read maps</a:t>
            </a:r>
            <a:endParaRPr lang="zh-CN" altLang="en-US" b="1">
              <a:solidFill>
                <a:srgbClr val="0A419B"/>
              </a:solidFill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6EA3DDA9-CE23-4856-A82B-843788F9692D}"/>
              </a:ext>
            </a:extLst>
          </p:cNvPr>
          <p:cNvGrpSpPr>
            <a:grpSpLocks/>
          </p:cNvGrpSpPr>
          <p:nvPr/>
        </p:nvGrpSpPr>
        <p:grpSpPr bwMode="auto">
          <a:xfrm>
            <a:off x="3771900" y="2117725"/>
            <a:ext cx="3213100" cy="3192463"/>
            <a:chOff x="288" y="725"/>
            <a:chExt cx="2024" cy="2011"/>
          </a:xfrm>
        </p:grpSpPr>
        <p:sp>
          <p:nvSpPr>
            <p:cNvPr id="52262" name="Text Box 3">
              <a:extLst>
                <a:ext uri="{FF2B5EF4-FFF2-40B4-BE49-F238E27FC236}">
                  <a16:creationId xmlns:a16="http://schemas.microsoft.com/office/drawing/2014/main" id="{473CF938-2E84-4954-8106-071874B0F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960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  <p:sp>
          <p:nvSpPr>
            <p:cNvPr id="52263" name="Text Box 4">
              <a:extLst>
                <a:ext uri="{FF2B5EF4-FFF2-40B4-BE49-F238E27FC236}">
                  <a16:creationId xmlns:a16="http://schemas.microsoft.com/office/drawing/2014/main" id="{5A3A7722-624A-46BE-9F35-F66CAD6FB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725"/>
              <a:ext cx="4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ZW</a:t>
              </a:r>
            </a:p>
          </p:txBody>
        </p:sp>
        <p:sp>
          <p:nvSpPr>
            <p:cNvPr id="52264" name="Text Box 5">
              <a:extLst>
                <a:ext uri="{FF2B5EF4-FFF2-40B4-BE49-F238E27FC236}">
                  <a16:creationId xmlns:a16="http://schemas.microsoft.com/office/drawing/2014/main" id="{BC6B7191-062B-41A3-81DB-37453DA5F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912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 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01  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11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 10</a:t>
              </a:r>
            </a:p>
          </p:txBody>
        </p:sp>
        <p:sp>
          <p:nvSpPr>
            <p:cNvPr id="52265" name="Text Box 6">
              <a:extLst>
                <a:ext uri="{FF2B5EF4-FFF2-40B4-BE49-F238E27FC236}">
                  <a16:creationId xmlns:a16="http://schemas.microsoft.com/office/drawing/2014/main" id="{4AD429BA-A663-4109-88D2-A21F938C2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286"/>
              <a:ext cx="320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grpSp>
          <p:nvGrpSpPr>
            <p:cNvPr id="52266" name="Group 7">
              <a:extLst>
                <a:ext uri="{FF2B5EF4-FFF2-40B4-BE49-F238E27FC236}">
                  <a16:creationId xmlns:a16="http://schemas.microsoft.com/office/drawing/2014/main" id="{F8AA5153-280B-4BDE-8491-4301253B4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" y="843"/>
              <a:ext cx="1915" cy="1893"/>
              <a:chOff x="725" y="27"/>
              <a:chExt cx="1915" cy="1893"/>
            </a:xfrm>
          </p:grpSpPr>
          <p:sp>
            <p:nvSpPr>
              <p:cNvPr id="52267" name="Line 8">
                <a:extLst>
                  <a:ext uri="{FF2B5EF4-FFF2-40B4-BE49-F238E27FC236}">
                    <a16:creationId xmlns:a16="http://schemas.microsoft.com/office/drawing/2014/main" id="{CB6501FC-6A5E-4AF4-86E3-8E1B5FB71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76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8" name="Line 9">
                <a:extLst>
                  <a:ext uri="{FF2B5EF4-FFF2-40B4-BE49-F238E27FC236}">
                    <a16:creationId xmlns:a16="http://schemas.microsoft.com/office/drawing/2014/main" id="{E86F6446-9840-4C8F-BB34-28D94FCCF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9" name="Line 10">
                <a:extLst>
                  <a:ext uri="{FF2B5EF4-FFF2-40B4-BE49-F238E27FC236}">
                    <a16:creationId xmlns:a16="http://schemas.microsoft.com/office/drawing/2014/main" id="{6377E6FE-EC6F-4647-9099-4D726F69AB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0" name="Line 11">
                <a:extLst>
                  <a:ext uri="{FF2B5EF4-FFF2-40B4-BE49-F238E27FC236}">
                    <a16:creationId xmlns:a16="http://schemas.microsoft.com/office/drawing/2014/main" id="{ECB4C0F9-FF9C-4943-A9C0-B08199B68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1" name="Rectangle 12">
                <a:extLst>
                  <a:ext uri="{FF2B5EF4-FFF2-40B4-BE49-F238E27FC236}">
                    <a16:creationId xmlns:a16="http://schemas.microsoft.com/office/drawing/2014/main" id="{58C9B40B-84A4-434B-87BA-307F222A8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84"/>
                <a:ext cx="1536" cy="1536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52272" name="Line 13">
                <a:extLst>
                  <a:ext uri="{FF2B5EF4-FFF2-40B4-BE49-F238E27FC236}">
                    <a16:creationId xmlns:a16="http://schemas.microsoft.com/office/drawing/2014/main" id="{D6BC5B5B-8765-49E0-AA3F-F1385849B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5" y="27"/>
                <a:ext cx="379" cy="357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3" name="Line 14">
                <a:extLst>
                  <a:ext uri="{FF2B5EF4-FFF2-40B4-BE49-F238E27FC236}">
                    <a16:creationId xmlns:a16="http://schemas.microsoft.com/office/drawing/2014/main" id="{0449E2A8-F80F-4547-9EA4-6A2DC1F26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152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4" name="Line 15">
                <a:extLst>
                  <a:ext uri="{FF2B5EF4-FFF2-40B4-BE49-F238E27FC236}">
                    <a16:creationId xmlns:a16="http://schemas.microsoft.com/office/drawing/2014/main" id="{2B6B6371-2523-4FEE-9519-9BC789732B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536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3" name="AutoShape 32">
            <a:extLst>
              <a:ext uri="{FF2B5EF4-FFF2-40B4-BE49-F238E27FC236}">
                <a16:creationId xmlns:a16="http://schemas.microsoft.com/office/drawing/2014/main" id="{F4DD9600-6DA5-4BDB-B26A-E7D4D9956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800" y="4129088"/>
            <a:ext cx="2286000" cy="1066800"/>
          </a:xfrm>
          <a:prstGeom prst="roundRect">
            <a:avLst>
              <a:gd name="adj" fmla="val 27528"/>
            </a:avLst>
          </a:prstGeom>
          <a:noFill/>
          <a:ln w="38100" cap="sq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4" name="Group 33">
            <a:extLst>
              <a:ext uri="{FF2B5EF4-FFF2-40B4-BE49-F238E27FC236}">
                <a16:creationId xmlns:a16="http://schemas.microsoft.com/office/drawing/2014/main" id="{92C6404B-B972-410F-9691-4F74F07D5A2F}"/>
              </a:ext>
            </a:extLst>
          </p:cNvPr>
          <p:cNvGrpSpPr>
            <a:grpSpLocks/>
          </p:cNvGrpSpPr>
          <p:nvPr/>
        </p:nvGrpSpPr>
        <p:grpSpPr bwMode="auto">
          <a:xfrm>
            <a:off x="4470400" y="2909888"/>
            <a:ext cx="2590800" cy="2286000"/>
            <a:chOff x="1008" y="2064"/>
            <a:chExt cx="1632" cy="1440"/>
          </a:xfrm>
        </p:grpSpPr>
        <p:sp>
          <p:nvSpPr>
            <p:cNvPr id="52260" name="AutoShape 34">
              <a:extLst>
                <a:ext uri="{FF2B5EF4-FFF2-40B4-BE49-F238E27FC236}">
                  <a16:creationId xmlns:a16="http://schemas.microsoft.com/office/drawing/2014/main" id="{C8443AC2-E73C-4495-9624-E12536804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064"/>
              <a:ext cx="336" cy="1392"/>
            </a:xfrm>
            <a:prstGeom prst="leftBracket">
              <a:avLst>
                <a:gd name="adj" fmla="val 34524"/>
              </a:avLst>
            </a:prstGeom>
            <a:noFill/>
            <a:ln w="38100" cap="sq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52261" name="AutoShape 35">
              <a:extLst>
                <a:ext uri="{FF2B5EF4-FFF2-40B4-BE49-F238E27FC236}">
                  <a16:creationId xmlns:a16="http://schemas.microsoft.com/office/drawing/2014/main" id="{63CD0A99-16BB-4890-86D8-8443FCED9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2064"/>
              <a:ext cx="336" cy="1440"/>
            </a:xfrm>
            <a:prstGeom prst="rightBracket">
              <a:avLst>
                <a:gd name="adj" fmla="val 35714"/>
              </a:avLst>
            </a:prstGeom>
            <a:noFill/>
            <a:ln w="38100" cap="sq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sp>
        <p:nvSpPr>
          <p:cNvPr id="55305" name="Text Box 39">
            <a:extLst>
              <a:ext uri="{FF2B5EF4-FFF2-40B4-BE49-F238E27FC236}">
                <a16:creationId xmlns:a16="http://schemas.microsoft.com/office/drawing/2014/main" id="{31B011EE-03C7-4353-BEF9-160CD7421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089025"/>
            <a:ext cx="8982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F = XYZ+XYW+XZ’W+Z’W’+XY’Z+X’ZW’</a:t>
            </a:r>
            <a:endParaRPr kumimoji="1" lang="zh-CN" altLang="en-US" sz="3200" b="1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Text Box 32">
            <a:extLst>
              <a:ext uri="{FF2B5EF4-FFF2-40B4-BE49-F238E27FC236}">
                <a16:creationId xmlns:a16="http://schemas.microsoft.com/office/drawing/2014/main" id="{B09F4DAD-262B-465F-B58E-5864FF8C3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3300413"/>
            <a:ext cx="2970212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Eight </a:t>
            </a:r>
            <a:r>
              <a:rPr lang="en-US" altLang="zh-CN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logical adjacent cells can be used to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cancel 3 literals</a:t>
            </a:r>
            <a:r>
              <a:rPr lang="en-US" altLang="zh-CN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.  </a:t>
            </a:r>
            <a:endParaRPr lang="zh-CN" altLang="en-US" sz="2400" b="1" dirty="0"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cs typeface="Arial" charset="0"/>
            </a:endParaRPr>
          </a:p>
        </p:txBody>
      </p:sp>
      <p:grpSp>
        <p:nvGrpSpPr>
          <p:cNvPr id="5" name="Group 88">
            <a:extLst>
              <a:ext uri="{FF2B5EF4-FFF2-40B4-BE49-F238E27FC236}">
                <a16:creationId xmlns:a16="http://schemas.microsoft.com/office/drawing/2014/main" id="{ABB57AF5-AEFC-441E-BC5C-8DE9ACC8B3AE}"/>
              </a:ext>
            </a:extLst>
          </p:cNvPr>
          <p:cNvGrpSpPr>
            <a:grpSpLocks/>
          </p:cNvGrpSpPr>
          <p:nvPr/>
        </p:nvGrpSpPr>
        <p:grpSpPr bwMode="auto">
          <a:xfrm>
            <a:off x="6908800" y="4708525"/>
            <a:ext cx="1443038" cy="790575"/>
            <a:chOff x="241" y="2830"/>
            <a:chExt cx="909" cy="498"/>
          </a:xfrm>
        </p:grpSpPr>
        <p:sp>
          <p:nvSpPr>
            <p:cNvPr id="52258" name="Text Box 89">
              <a:extLst>
                <a:ext uri="{FF2B5EF4-FFF2-40B4-BE49-F238E27FC236}">
                  <a16:creationId xmlns:a16="http://schemas.microsoft.com/office/drawing/2014/main" id="{DFBD27B7-87FC-4EB7-B292-CED3C2D6B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" y="3037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66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X </a:t>
              </a:r>
            </a:p>
          </p:txBody>
        </p:sp>
        <p:cxnSp>
          <p:nvCxnSpPr>
            <p:cNvPr id="52259" name="AutoShape 90">
              <a:extLst>
                <a:ext uri="{FF2B5EF4-FFF2-40B4-BE49-F238E27FC236}">
                  <a16:creationId xmlns:a16="http://schemas.microsoft.com/office/drawing/2014/main" id="{72D512AD-D948-4BCA-AA63-C90960344746}"/>
                </a:ext>
              </a:extLst>
            </p:cNvPr>
            <p:cNvCxnSpPr>
              <a:cxnSpLocks noChangeShapeType="1"/>
              <a:stCxn id="33" idx="3"/>
              <a:endCxn id="52258" idx="1"/>
            </p:cNvCxnSpPr>
            <p:nvPr/>
          </p:nvCxnSpPr>
          <p:spPr bwMode="auto">
            <a:xfrm>
              <a:off x="241" y="2830"/>
              <a:ext cx="604" cy="353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rgbClr val="0066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85">
            <a:extLst>
              <a:ext uri="{FF2B5EF4-FFF2-40B4-BE49-F238E27FC236}">
                <a16:creationId xmlns:a16="http://schemas.microsoft.com/office/drawing/2014/main" id="{C0B5D138-C48B-4C4A-A3D5-877A41E7FD86}"/>
              </a:ext>
            </a:extLst>
          </p:cNvPr>
          <p:cNvGrpSpPr>
            <a:grpSpLocks/>
          </p:cNvGrpSpPr>
          <p:nvPr/>
        </p:nvGrpSpPr>
        <p:grpSpPr bwMode="auto">
          <a:xfrm>
            <a:off x="7305675" y="2947988"/>
            <a:ext cx="866775" cy="609600"/>
            <a:chOff x="-1764" y="2753"/>
            <a:chExt cx="1623" cy="384"/>
          </a:xfrm>
        </p:grpSpPr>
        <p:sp>
          <p:nvSpPr>
            <p:cNvPr id="52256" name="Text Box 86">
              <a:extLst>
                <a:ext uri="{FF2B5EF4-FFF2-40B4-BE49-F238E27FC236}">
                  <a16:creationId xmlns:a16="http://schemas.microsoft.com/office/drawing/2014/main" id="{7A68DAEC-E5A3-4246-9EE6-5902381A1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21" y="2822"/>
              <a:ext cx="11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A419B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W’</a:t>
              </a:r>
            </a:p>
          </p:txBody>
        </p:sp>
        <p:sp>
          <p:nvSpPr>
            <p:cNvPr id="50" name="Line 87">
              <a:extLst>
                <a:ext uri="{FF2B5EF4-FFF2-40B4-BE49-F238E27FC236}">
                  <a16:creationId xmlns:a16="http://schemas.microsoft.com/office/drawing/2014/main" id="{C86C8388-D447-4D0D-BBCE-D2EE4B535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0261" y="2753"/>
              <a:ext cx="0" cy="384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miter lim="800000"/>
              <a:headEnd/>
              <a:tailEnd type="triangle" w="med" len="med"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52234" name="Rectangle 2">
            <a:extLst>
              <a:ext uri="{FF2B5EF4-FFF2-40B4-BE49-F238E27FC236}">
                <a16:creationId xmlns:a16="http://schemas.microsoft.com/office/drawing/2014/main" id="{C9539707-DCCF-4C15-A76B-97ADFC0EC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212725"/>
            <a:ext cx="90360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 :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54" name="Text Box 16">
            <a:extLst>
              <a:ext uri="{FF2B5EF4-FFF2-40B4-BE49-F238E27FC236}">
                <a16:creationId xmlns:a16="http://schemas.microsoft.com/office/drawing/2014/main" id="{9D7711C9-2AEC-4BFF-AC94-0A7BFE73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29479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A6CD377B-83BF-4FC8-B2E6-3DC59E4F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35575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6" name="Text Box 18">
            <a:extLst>
              <a:ext uri="{FF2B5EF4-FFF2-40B4-BE49-F238E27FC236}">
                <a16:creationId xmlns:a16="http://schemas.microsoft.com/office/drawing/2014/main" id="{179DFF3D-2774-4B53-A335-313626E1F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41671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7" name="Text Box 19">
            <a:extLst>
              <a:ext uri="{FF2B5EF4-FFF2-40B4-BE49-F238E27FC236}">
                <a16:creationId xmlns:a16="http://schemas.microsoft.com/office/drawing/2014/main" id="{CC6C56AB-271F-43DF-A1E6-490F90E7E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47767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8" name="Text Box 20">
            <a:extLst>
              <a:ext uri="{FF2B5EF4-FFF2-40B4-BE49-F238E27FC236}">
                <a16:creationId xmlns:a16="http://schemas.microsoft.com/office/drawing/2014/main" id="{ABADBA99-DEA8-4100-BA0A-05B35D43E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9479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9" name="Text Box 21">
            <a:extLst>
              <a:ext uri="{FF2B5EF4-FFF2-40B4-BE49-F238E27FC236}">
                <a16:creationId xmlns:a16="http://schemas.microsoft.com/office/drawing/2014/main" id="{6063E19F-0732-4027-8626-D55E9CE01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35575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CAD9E406-9DE3-47C8-9663-806485BE6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41671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62B2125B-D7FA-48F3-B15A-56376316D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47767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2" name="Text Box 24">
            <a:extLst>
              <a:ext uri="{FF2B5EF4-FFF2-40B4-BE49-F238E27FC236}">
                <a16:creationId xmlns:a16="http://schemas.microsoft.com/office/drawing/2014/main" id="{0CE2960C-79D5-4E6B-8286-E7A7189AC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41671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" name="Text Box 25">
            <a:extLst>
              <a:ext uri="{FF2B5EF4-FFF2-40B4-BE49-F238E27FC236}">
                <a16:creationId xmlns:a16="http://schemas.microsoft.com/office/drawing/2014/main" id="{DBEAD1B6-2DB6-4BED-BD06-FD842D9ED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47767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4" name="Text Box 26">
            <a:extLst>
              <a:ext uri="{FF2B5EF4-FFF2-40B4-BE49-F238E27FC236}">
                <a16:creationId xmlns:a16="http://schemas.microsoft.com/office/drawing/2014/main" id="{0BD88C63-FC54-48D3-A47B-1429AD3F9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25" y="41671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5" name="Text Box 27">
            <a:extLst>
              <a:ext uri="{FF2B5EF4-FFF2-40B4-BE49-F238E27FC236}">
                <a16:creationId xmlns:a16="http://schemas.microsoft.com/office/drawing/2014/main" id="{39F92834-4194-409D-ACB6-F6DD8AC82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47767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9FC1C80F-AA42-4919-BDED-5741E1BB8435}"/>
              </a:ext>
            </a:extLst>
          </p:cNvPr>
          <p:cNvSpPr/>
          <p:nvPr/>
        </p:nvSpPr>
        <p:spPr>
          <a:xfrm>
            <a:off x="1150938" y="1042988"/>
            <a:ext cx="855662" cy="54133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79B805EC-14F0-4BDD-BDA5-0977D91114B1}"/>
              </a:ext>
            </a:extLst>
          </p:cNvPr>
          <p:cNvSpPr/>
          <p:nvPr/>
        </p:nvSpPr>
        <p:spPr>
          <a:xfrm>
            <a:off x="2366963" y="1042988"/>
            <a:ext cx="990600" cy="54133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9277CD07-36CF-4376-83D7-F729C3375A6A}"/>
              </a:ext>
            </a:extLst>
          </p:cNvPr>
          <p:cNvSpPr/>
          <p:nvPr/>
        </p:nvSpPr>
        <p:spPr>
          <a:xfrm>
            <a:off x="3671888" y="1042988"/>
            <a:ext cx="1079500" cy="54133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922DE2F1-DF69-49C3-B982-C9F9DDF7C5EA}"/>
              </a:ext>
            </a:extLst>
          </p:cNvPr>
          <p:cNvSpPr/>
          <p:nvPr/>
        </p:nvSpPr>
        <p:spPr>
          <a:xfrm>
            <a:off x="5021263" y="1089025"/>
            <a:ext cx="990600" cy="53975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B3B77F72-9514-40BA-A039-57E5ED3B298D}"/>
              </a:ext>
            </a:extLst>
          </p:cNvPr>
          <p:cNvSpPr/>
          <p:nvPr/>
        </p:nvSpPr>
        <p:spPr>
          <a:xfrm>
            <a:off x="6281738" y="1089025"/>
            <a:ext cx="990600" cy="53975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25CBCA23-7B43-4C60-A4F1-2DE0D5D8B026}"/>
              </a:ext>
            </a:extLst>
          </p:cNvPr>
          <p:cNvSpPr/>
          <p:nvPr/>
        </p:nvSpPr>
        <p:spPr>
          <a:xfrm>
            <a:off x="7542213" y="1089025"/>
            <a:ext cx="1260475" cy="53975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6" name="Text Box 39">
            <a:extLst>
              <a:ext uri="{FF2B5EF4-FFF2-40B4-BE49-F238E27FC236}">
                <a16:creationId xmlns:a16="http://schemas.microsoft.com/office/drawing/2014/main" id="{C66E9B60-EDFC-4ABE-B064-20B5F13DA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5364163"/>
            <a:ext cx="252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F = X+W’</a:t>
            </a:r>
            <a:endParaRPr kumimoji="1" lang="zh-CN" altLang="en-US" b="1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2254" name="日期占位符 1">
            <a:extLst>
              <a:ext uri="{FF2B5EF4-FFF2-40B4-BE49-F238E27FC236}">
                <a16:creationId xmlns:a16="http://schemas.microsoft.com/office/drawing/2014/main" id="{D0AE6096-207C-4BD7-B2CB-C4308F5E9B3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0911354-12ED-4732-A3C6-602048E15D0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045B44AC-2CCB-6E81-01BD-591D6DB523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46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ext Box 3">
            <a:extLst>
              <a:ext uri="{FF2B5EF4-FFF2-40B4-BE49-F238E27FC236}">
                <a16:creationId xmlns:a16="http://schemas.microsoft.com/office/drawing/2014/main" id="{7E542AA9-B08B-4BDB-8418-58B1C46CB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1089025"/>
            <a:ext cx="830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F = </a:t>
            </a:r>
            <a:r>
              <a:rPr kumimoji="1" lang="en-US" altLang="zh-CN" sz="3200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</a:t>
            </a:r>
            <a:r>
              <a:rPr kumimoji="1" lang="en-US" altLang="zh-CN" sz="3200" b="1" baseline="-2500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(X,Y,Z,W)</a:t>
            </a:r>
            <a:r>
              <a:rPr kumimoji="1" lang="en-US" altLang="zh-CN" sz="3200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( 0, 2, 3, 5, 7, 8, 10, 11, 13)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B77F2C5-737B-4205-8AF7-1CA9640930F2}"/>
              </a:ext>
            </a:extLst>
          </p:cNvPr>
          <p:cNvGrpSpPr>
            <a:grpSpLocks/>
          </p:cNvGrpSpPr>
          <p:nvPr/>
        </p:nvGrpSpPr>
        <p:grpSpPr bwMode="auto">
          <a:xfrm>
            <a:off x="3971925" y="1809750"/>
            <a:ext cx="3368675" cy="3200400"/>
            <a:chOff x="1319" y="1344"/>
            <a:chExt cx="2122" cy="2016"/>
          </a:xfrm>
        </p:grpSpPr>
        <p:sp>
          <p:nvSpPr>
            <p:cNvPr id="53297" name="Text Box 5">
              <a:extLst>
                <a:ext uri="{FF2B5EF4-FFF2-40B4-BE49-F238E27FC236}">
                  <a16:creationId xmlns:a16="http://schemas.microsoft.com/office/drawing/2014/main" id="{B0CB46CA-A43B-4EC2-AE15-0C5C589AE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7" y="1344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XY</a:t>
              </a:r>
            </a:p>
          </p:txBody>
        </p:sp>
        <p:sp>
          <p:nvSpPr>
            <p:cNvPr id="53298" name="Text Box 6">
              <a:extLst>
                <a:ext uri="{FF2B5EF4-FFF2-40B4-BE49-F238E27FC236}">
                  <a16:creationId xmlns:a16="http://schemas.microsoft.com/office/drawing/2014/main" id="{BF9B1D00-0CB1-42EF-9EB4-FD7024F4F5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9" y="1632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ZW</a:t>
              </a:r>
            </a:p>
          </p:txBody>
        </p:sp>
        <p:sp>
          <p:nvSpPr>
            <p:cNvPr id="53299" name="Text Box 7">
              <a:extLst>
                <a:ext uri="{FF2B5EF4-FFF2-40B4-BE49-F238E27FC236}">
                  <a16:creationId xmlns:a16="http://schemas.microsoft.com/office/drawing/2014/main" id="{6D1B8AB3-33F4-4B65-A7EC-736CB7481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1536"/>
              <a:ext cx="15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00    01     11    10</a:t>
              </a:r>
            </a:p>
          </p:txBody>
        </p:sp>
        <p:sp>
          <p:nvSpPr>
            <p:cNvPr id="53300" name="Text Box 8">
              <a:extLst>
                <a:ext uri="{FF2B5EF4-FFF2-40B4-BE49-F238E27FC236}">
                  <a16:creationId xmlns:a16="http://schemas.microsoft.com/office/drawing/2014/main" id="{FEA5198C-8802-4412-9955-51E530FBB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910"/>
              <a:ext cx="320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grpSp>
          <p:nvGrpSpPr>
            <p:cNvPr id="53301" name="Group 9">
              <a:extLst>
                <a:ext uri="{FF2B5EF4-FFF2-40B4-BE49-F238E27FC236}">
                  <a16:creationId xmlns:a16="http://schemas.microsoft.com/office/drawing/2014/main" id="{4F8D9E67-4E7F-4822-BFAA-551E8BEA5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584"/>
              <a:ext cx="1776" cy="1776"/>
              <a:chOff x="3456" y="384"/>
              <a:chExt cx="1776" cy="1776"/>
            </a:xfrm>
          </p:grpSpPr>
          <p:sp>
            <p:nvSpPr>
              <p:cNvPr id="53302" name="Line 10">
                <a:extLst>
                  <a:ext uri="{FF2B5EF4-FFF2-40B4-BE49-F238E27FC236}">
                    <a16:creationId xmlns:a16="http://schemas.microsoft.com/office/drawing/2014/main" id="{A0851D54-6739-43A1-A46D-AFFE26540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00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303" name="Line 11">
                <a:extLst>
                  <a:ext uri="{FF2B5EF4-FFF2-40B4-BE49-F238E27FC236}">
                    <a16:creationId xmlns:a16="http://schemas.microsoft.com/office/drawing/2014/main" id="{DEB5CAA2-9552-4546-B785-BA5501A96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62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304" name="Line 12">
                <a:extLst>
                  <a:ext uri="{FF2B5EF4-FFF2-40B4-BE49-F238E27FC236}">
                    <a16:creationId xmlns:a16="http://schemas.microsoft.com/office/drawing/2014/main" id="{7E02BA18-1569-4026-B20C-71B2720A0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62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305" name="Line 13">
                <a:extLst>
                  <a:ext uri="{FF2B5EF4-FFF2-40B4-BE49-F238E27FC236}">
                    <a16:creationId xmlns:a16="http://schemas.microsoft.com/office/drawing/2014/main" id="{4D17A835-A16D-4D31-B659-C73C101EF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62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306" name="Rectangle 14">
                <a:extLst>
                  <a:ext uri="{FF2B5EF4-FFF2-40B4-BE49-F238E27FC236}">
                    <a16:creationId xmlns:a16="http://schemas.microsoft.com/office/drawing/2014/main" id="{FF5E6F09-BADC-462F-AD51-85ACB9A6C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624"/>
                <a:ext cx="1536" cy="1536"/>
              </a:xfrm>
              <a:prstGeom prst="rect">
                <a:avLst/>
              </a:prstGeom>
              <a:noFill/>
              <a:ln w="19050" cap="sq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53307" name="Line 15">
                <a:extLst>
                  <a:ext uri="{FF2B5EF4-FFF2-40B4-BE49-F238E27FC236}">
                    <a16:creationId xmlns:a16="http://schemas.microsoft.com/office/drawing/2014/main" id="{A4D5AAFD-6B48-43DE-BDE6-CF186F0939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56" y="38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308" name="Line 16">
                <a:extLst>
                  <a:ext uri="{FF2B5EF4-FFF2-40B4-BE49-F238E27FC236}">
                    <a16:creationId xmlns:a16="http://schemas.microsoft.com/office/drawing/2014/main" id="{1A65C4D5-9730-4071-8A1E-284FCB26D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392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309" name="Line 17">
                <a:extLst>
                  <a:ext uri="{FF2B5EF4-FFF2-40B4-BE49-F238E27FC236}">
                    <a16:creationId xmlns:a16="http://schemas.microsoft.com/office/drawing/2014/main" id="{BFC52421-9B0E-4C50-9F0D-F4CE6B197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776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9" name="AutoShape 18">
            <a:extLst>
              <a:ext uri="{FF2B5EF4-FFF2-40B4-BE49-F238E27FC236}">
                <a16:creationId xmlns:a16="http://schemas.microsoft.com/office/drawing/2014/main" id="{8F5F0A60-3C7C-4E20-9C61-5F6C2A5BA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213" y="4508500"/>
            <a:ext cx="1408112" cy="406400"/>
          </a:xfrm>
          <a:prstGeom prst="wedgeRoundRectCallout">
            <a:avLst>
              <a:gd name="adj1" fmla="val 148412"/>
              <a:gd name="adj2" fmla="val -141704"/>
              <a:gd name="adj3" fmla="val 16667"/>
            </a:avLst>
          </a:prstGeom>
          <a:noFill/>
          <a:ln w="12700" cap="sq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X’·Y·W</a:t>
            </a:r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10D14AD8-7CAC-48FD-B922-403BF1409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663" y="3486150"/>
            <a:ext cx="1216025" cy="528638"/>
          </a:xfrm>
          <a:prstGeom prst="wedgeRoundRectCallout">
            <a:avLst>
              <a:gd name="adj1" fmla="val -144241"/>
              <a:gd name="adj2" fmla="val -70139"/>
              <a:gd name="adj3" fmla="val 16667"/>
            </a:avLst>
          </a:prstGeom>
          <a:noFill/>
          <a:ln w="12700" cap="sq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YZ’W</a:t>
            </a:r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69E66993-FC14-45C3-A56C-139B1DA8D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613" y="3257550"/>
            <a:ext cx="1066800" cy="457200"/>
          </a:xfrm>
          <a:prstGeom prst="roundRect">
            <a:avLst>
              <a:gd name="adj" fmla="val 19444"/>
            </a:avLst>
          </a:prstGeom>
          <a:noFill/>
          <a:ln w="38100" cap="sq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9E0822C5-243F-4427-85C9-13441F5DD10B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5573713" y="3067050"/>
            <a:ext cx="990600" cy="2590800"/>
            <a:chOff x="2688" y="2016"/>
            <a:chExt cx="624" cy="1632"/>
          </a:xfrm>
        </p:grpSpPr>
        <p:sp>
          <p:nvSpPr>
            <p:cNvPr id="53295" name="AutoShape 22">
              <a:extLst>
                <a:ext uri="{FF2B5EF4-FFF2-40B4-BE49-F238E27FC236}">
                  <a16:creationId xmlns:a16="http://schemas.microsoft.com/office/drawing/2014/main" id="{9D89F094-5F38-4308-8DC0-FAD9F7CD6EF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08" y="1896"/>
              <a:ext cx="384" cy="624"/>
            </a:xfrm>
            <a:prstGeom prst="leftBracket">
              <a:avLst>
                <a:gd name="adj" fmla="val 13542"/>
              </a:avLst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53296" name="AutoShape 23">
              <a:extLst>
                <a:ext uri="{FF2B5EF4-FFF2-40B4-BE49-F238E27FC236}">
                  <a16:creationId xmlns:a16="http://schemas.microsoft.com/office/drawing/2014/main" id="{2979CC26-7CAC-4DBA-B76F-AAB9598C7410}"/>
                </a:ext>
              </a:extLst>
            </p:cNvPr>
            <p:cNvSpPr>
              <a:spLocks/>
            </p:cNvSpPr>
            <p:nvPr/>
          </p:nvSpPr>
          <p:spPr bwMode="auto">
            <a:xfrm rot="-5400000" flipH="1" flipV="1">
              <a:off x="2808" y="3144"/>
              <a:ext cx="384" cy="624"/>
            </a:xfrm>
            <a:prstGeom prst="leftBracket">
              <a:avLst>
                <a:gd name="adj" fmla="val 13542"/>
              </a:avLst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sp>
        <p:nvSpPr>
          <p:cNvPr id="25" name="AutoShape 24">
            <a:extLst>
              <a:ext uri="{FF2B5EF4-FFF2-40B4-BE49-F238E27FC236}">
                <a16:creationId xmlns:a16="http://schemas.microsoft.com/office/drawing/2014/main" id="{E8A8E5DD-DB12-45D5-ADF4-E840A40B3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75" y="4643438"/>
            <a:ext cx="990600" cy="450850"/>
          </a:xfrm>
          <a:prstGeom prst="wedgeRoundRectCallout">
            <a:avLst>
              <a:gd name="adj1" fmla="val -128398"/>
              <a:gd name="adj2" fmla="val -147847"/>
              <a:gd name="adj3" fmla="val 16667"/>
            </a:avLst>
          </a:prstGeom>
          <a:noFill/>
          <a:ln w="12700" cap="sq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A5002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Y’Z</a:t>
            </a:r>
          </a:p>
        </p:txBody>
      </p:sp>
      <p:grpSp>
        <p:nvGrpSpPr>
          <p:cNvPr id="5" name="Group 25">
            <a:extLst>
              <a:ext uri="{FF2B5EF4-FFF2-40B4-BE49-F238E27FC236}">
                <a16:creationId xmlns:a16="http://schemas.microsoft.com/office/drawing/2014/main" id="{712A6E37-1FB6-4B15-B584-58BCB603DE01}"/>
              </a:ext>
            </a:extLst>
          </p:cNvPr>
          <p:cNvGrpSpPr>
            <a:grpSpLocks/>
          </p:cNvGrpSpPr>
          <p:nvPr/>
        </p:nvGrpSpPr>
        <p:grpSpPr bwMode="auto">
          <a:xfrm>
            <a:off x="4548188" y="2038350"/>
            <a:ext cx="3273425" cy="3460750"/>
            <a:chOff x="1668" y="1741"/>
            <a:chExt cx="2062" cy="2180"/>
          </a:xfrm>
        </p:grpSpPr>
        <p:sp>
          <p:nvSpPr>
            <p:cNvPr id="53291" name="AutoShape 26">
              <a:extLst>
                <a:ext uri="{FF2B5EF4-FFF2-40B4-BE49-F238E27FC236}">
                  <a16:creationId xmlns:a16="http://schemas.microsoft.com/office/drawing/2014/main" id="{D0BAF8BB-9143-46D3-B162-95B1AE268E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60375">
              <a:off x="1668" y="1741"/>
              <a:ext cx="494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1 w 21600"/>
                <a:gd name="T13" fmla="*/ 0 h 21600"/>
                <a:gd name="T14" fmla="*/ 21469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92" name="AutoShape 27">
              <a:extLst>
                <a:ext uri="{FF2B5EF4-FFF2-40B4-BE49-F238E27FC236}">
                  <a16:creationId xmlns:a16="http://schemas.microsoft.com/office/drawing/2014/main" id="{0FC87EE5-B4EA-451A-A4F1-4C4168227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350249">
              <a:off x="3130" y="3187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93" name="AutoShape 28">
              <a:extLst>
                <a:ext uri="{FF2B5EF4-FFF2-40B4-BE49-F238E27FC236}">
                  <a16:creationId xmlns:a16="http://schemas.microsoft.com/office/drawing/2014/main" id="{205449CA-AC0D-454D-BC52-A8EBD73633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65196">
              <a:off x="3115" y="1741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94" name="AutoShape 29">
              <a:extLst>
                <a:ext uri="{FF2B5EF4-FFF2-40B4-BE49-F238E27FC236}">
                  <a16:creationId xmlns:a16="http://schemas.microsoft.com/office/drawing/2014/main" id="{50A46CB3-ABC0-4F2D-876E-CF5F64FEA5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266075">
              <a:off x="1685" y="3201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1" name="AutoShape 30">
            <a:extLst>
              <a:ext uri="{FF2B5EF4-FFF2-40B4-BE49-F238E27FC236}">
                <a16:creationId xmlns:a16="http://schemas.microsoft.com/office/drawing/2014/main" id="{CF3DC81C-759A-4FBF-8EAE-B11E9ABD6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3338513"/>
            <a:ext cx="990600" cy="427037"/>
          </a:xfrm>
          <a:prstGeom prst="wedgeRoundRectCallout">
            <a:avLst>
              <a:gd name="adj1" fmla="val 133685"/>
              <a:gd name="adj2" fmla="val -169792"/>
              <a:gd name="adj3" fmla="val 16667"/>
            </a:avLst>
          </a:prstGeom>
          <a:noFill/>
          <a:ln w="12700" cap="sq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Y’W’</a:t>
            </a: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FAA28A7D-4491-4B11-8B6C-15642A6A5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613" y="3257550"/>
            <a:ext cx="457200" cy="1066800"/>
          </a:xfrm>
          <a:prstGeom prst="roundRect">
            <a:avLst>
              <a:gd name="adj" fmla="val 45139"/>
            </a:avLst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6" name="Text Box 45">
            <a:extLst>
              <a:ext uri="{FF2B5EF4-FFF2-40B4-BE49-F238E27FC236}">
                <a16:creationId xmlns:a16="http://schemas.microsoft.com/office/drawing/2014/main" id="{F4109BDA-D074-4E18-8D6C-B94F91901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5454650"/>
            <a:ext cx="5800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latin typeface="Tahoma" panose="020B0604030504040204" pitchFamily="34" charset="0"/>
                <a:ea typeface="黑体" panose="02010609060101010101" pitchFamily="49" charset="-122"/>
              </a:rPr>
              <a:t>F = </a:t>
            </a:r>
            <a:r>
              <a:rPr kumimoji="1"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Y’Z+Y’W’</a:t>
            </a: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 +</a:t>
            </a:r>
            <a:r>
              <a:rPr kumimoji="1" lang="en-US" altLang="zh-CN" sz="3200" b="1">
                <a:latin typeface="Tahoma" panose="020B0604030504040204" pitchFamily="34" charset="0"/>
                <a:ea typeface="黑体" panose="02010609060101010101" pitchFamily="49" charset="-122"/>
              </a:rPr>
              <a:t>X’YW+YZ’W</a:t>
            </a:r>
          </a:p>
        </p:txBody>
      </p:sp>
      <p:sp>
        <p:nvSpPr>
          <p:cNvPr id="53261" name="Rectangle 2">
            <a:extLst>
              <a:ext uri="{FF2B5EF4-FFF2-40B4-BE49-F238E27FC236}">
                <a16:creationId xmlns:a16="http://schemas.microsoft.com/office/drawing/2014/main" id="{3D87CBC6-77E6-40EE-9DBC-0D0F6E9BF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" y="257175"/>
            <a:ext cx="90360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 : 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6EF5A08-5BE7-4FFD-A5E5-BD9AEB69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3825"/>
            <a:ext cx="2744788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Draw maps</a:t>
            </a:r>
            <a:endParaRPr lang="zh-CN" altLang="en-US" b="1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Circle cells</a:t>
            </a: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Read maps</a:t>
            </a:r>
            <a:endParaRPr lang="zh-CN" altLang="en-US" b="1">
              <a:solidFill>
                <a:srgbClr val="0A419B"/>
              </a:solidFill>
            </a:endParaRPr>
          </a:p>
        </p:txBody>
      </p:sp>
      <p:sp>
        <p:nvSpPr>
          <p:cNvPr id="50" name="AutoShape 6">
            <a:extLst>
              <a:ext uri="{FF2B5EF4-FFF2-40B4-BE49-F238E27FC236}">
                <a16:creationId xmlns:a16="http://schemas.microsoft.com/office/drawing/2014/main" id="{215386F1-B228-4691-B4CB-52AC20B44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719263"/>
            <a:ext cx="1260475" cy="944562"/>
          </a:xfrm>
          <a:prstGeom prst="wedgeRoundRectCallout">
            <a:avLst>
              <a:gd name="adj1" fmla="val 96900"/>
              <a:gd name="adj2" fmla="val -49866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Be careful the order of the variables</a:t>
            </a:r>
          </a:p>
        </p:txBody>
      </p:sp>
      <p:sp>
        <p:nvSpPr>
          <p:cNvPr id="51" name="Text Box 33">
            <a:extLst>
              <a:ext uri="{FF2B5EF4-FFF2-40B4-BE49-F238E27FC236}">
                <a16:creationId xmlns:a16="http://schemas.microsoft.com/office/drawing/2014/main" id="{DD14F344-0F94-4DC2-B66A-0F0EECE34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26479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2" name="Text Box 34">
            <a:extLst>
              <a:ext uri="{FF2B5EF4-FFF2-40B4-BE49-F238E27FC236}">
                <a16:creationId xmlns:a16="http://schemas.microsoft.com/office/drawing/2014/main" id="{EDF80F18-7717-4F6E-8C41-34C024B01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38671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3" name="Text Box 35">
            <a:extLst>
              <a:ext uri="{FF2B5EF4-FFF2-40B4-BE49-F238E27FC236}">
                <a16:creationId xmlns:a16="http://schemas.microsoft.com/office/drawing/2014/main" id="{2B8CA687-20A1-4066-9AE1-B0CDD86CA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44767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4" name="Text Box 36">
            <a:extLst>
              <a:ext uri="{FF2B5EF4-FFF2-40B4-BE49-F238E27FC236}">
                <a16:creationId xmlns:a16="http://schemas.microsoft.com/office/drawing/2014/main" id="{C09AF3CE-7DA0-4E32-A405-6F94860B4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988" y="26479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5" name="Text Box 37">
            <a:extLst>
              <a:ext uri="{FF2B5EF4-FFF2-40B4-BE49-F238E27FC236}">
                <a16:creationId xmlns:a16="http://schemas.microsoft.com/office/drawing/2014/main" id="{2A3B251C-F28F-4247-B096-85B01F3EE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988" y="44767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6" name="Text Box 38">
            <a:extLst>
              <a:ext uri="{FF2B5EF4-FFF2-40B4-BE49-F238E27FC236}">
                <a16:creationId xmlns:a16="http://schemas.microsoft.com/office/drawing/2014/main" id="{1D8EB618-65B6-47CD-BFD4-9650F030A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5613" y="38671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7" name="Text Box 39">
            <a:extLst>
              <a:ext uri="{FF2B5EF4-FFF2-40B4-BE49-F238E27FC236}">
                <a16:creationId xmlns:a16="http://schemas.microsoft.com/office/drawing/2014/main" id="{A8A432F4-DC21-4548-ABD7-E6EEBE7E6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788" y="32575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8" name="Text Box 40">
            <a:extLst>
              <a:ext uri="{FF2B5EF4-FFF2-40B4-BE49-F238E27FC236}">
                <a16:creationId xmlns:a16="http://schemas.microsoft.com/office/drawing/2014/main" id="{FC9B394E-3A9E-45BB-BA94-9340225FA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32575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9" name="Text Box 41">
            <a:extLst>
              <a:ext uri="{FF2B5EF4-FFF2-40B4-BE49-F238E27FC236}">
                <a16:creationId xmlns:a16="http://schemas.microsoft.com/office/drawing/2014/main" id="{318B6EAA-39E4-4138-821E-D4D9D0EF0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813" y="38671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3273" name="日期占位符 1">
            <a:extLst>
              <a:ext uri="{FF2B5EF4-FFF2-40B4-BE49-F238E27FC236}">
                <a16:creationId xmlns:a16="http://schemas.microsoft.com/office/drawing/2014/main" id="{E2A0E2A2-2A77-4CE0-A7FE-11582C7ACB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B346F5FA-62ED-4B43-9625-B3E6BC3E7A5C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7" name="Text Box 62">
            <a:extLst>
              <a:ext uri="{FF2B5EF4-FFF2-40B4-BE49-F238E27FC236}">
                <a16:creationId xmlns:a16="http://schemas.microsoft.com/office/drawing/2014/main" id="{F62E5B83-DB56-427E-A4F6-8C5802F68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163" y="2955925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48" name="Text Box 63">
            <a:extLst>
              <a:ext uri="{FF2B5EF4-FFF2-40B4-BE49-F238E27FC236}">
                <a16:creationId xmlns:a16="http://schemas.microsoft.com/office/drawing/2014/main" id="{E8565C87-0725-4B4B-94DA-FC13D70D4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763" y="2955925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0" name="Text Box 64">
            <a:extLst>
              <a:ext uri="{FF2B5EF4-FFF2-40B4-BE49-F238E27FC236}">
                <a16:creationId xmlns:a16="http://schemas.microsoft.com/office/drawing/2014/main" id="{F67DF0D7-3BAF-4AD8-9A58-49E809BB8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2955925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1" name="Text Box 65">
            <a:extLst>
              <a:ext uri="{FF2B5EF4-FFF2-40B4-BE49-F238E27FC236}">
                <a16:creationId xmlns:a16="http://schemas.microsoft.com/office/drawing/2014/main" id="{AD8BBC75-42E8-4BFE-95A6-E912F9A3C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163" y="3565525"/>
            <a:ext cx="241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2" name="Text Box 66">
            <a:extLst>
              <a:ext uri="{FF2B5EF4-FFF2-40B4-BE49-F238E27FC236}">
                <a16:creationId xmlns:a16="http://schemas.microsoft.com/office/drawing/2014/main" id="{4A3D1166-CA75-44FA-9624-6CB83E45E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763" y="3565525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3" name="Text Box 67">
            <a:extLst>
              <a:ext uri="{FF2B5EF4-FFF2-40B4-BE49-F238E27FC236}">
                <a16:creationId xmlns:a16="http://schemas.microsoft.com/office/drawing/2014/main" id="{B6A175E0-7D27-4548-ADD4-81C7DFCB5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3565525"/>
            <a:ext cx="346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13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4" name="Text Box 68">
            <a:extLst>
              <a:ext uri="{FF2B5EF4-FFF2-40B4-BE49-F238E27FC236}">
                <a16:creationId xmlns:a16="http://schemas.microsoft.com/office/drawing/2014/main" id="{02B3DDAA-C09A-4601-8A24-FCACC46BC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3565525"/>
            <a:ext cx="279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9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5" name="Text Box 69">
            <a:extLst>
              <a:ext uri="{FF2B5EF4-FFF2-40B4-BE49-F238E27FC236}">
                <a16:creationId xmlns:a16="http://schemas.microsoft.com/office/drawing/2014/main" id="{6CF06D59-632C-469A-91B5-7912E73B9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163" y="4181475"/>
            <a:ext cx="2889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6" name="Text Box 70">
            <a:extLst>
              <a:ext uri="{FF2B5EF4-FFF2-40B4-BE49-F238E27FC236}">
                <a16:creationId xmlns:a16="http://schemas.microsoft.com/office/drawing/2014/main" id="{D3DAAFE8-14B4-4702-8EE1-6A3C4126A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763" y="4191000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7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7" name="Text Box 71">
            <a:extLst>
              <a:ext uri="{FF2B5EF4-FFF2-40B4-BE49-F238E27FC236}">
                <a16:creationId xmlns:a16="http://schemas.microsoft.com/office/drawing/2014/main" id="{3C6CB4ED-1D12-4E81-80B6-A2995A06B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4175125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8" name="Text Box 72">
            <a:extLst>
              <a:ext uri="{FF2B5EF4-FFF2-40B4-BE49-F238E27FC236}">
                <a16:creationId xmlns:a16="http://schemas.microsoft.com/office/drawing/2014/main" id="{434FF94D-0FB7-47ED-BC43-E06EC5812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513" y="4784725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9" name="Text Box 73">
            <a:extLst>
              <a:ext uri="{FF2B5EF4-FFF2-40B4-BE49-F238E27FC236}">
                <a16:creationId xmlns:a16="http://schemas.microsoft.com/office/drawing/2014/main" id="{D799E04D-942A-4C58-BA60-83CF78817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763" y="4800600"/>
            <a:ext cx="26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6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70" name="Text Box 74">
            <a:extLst>
              <a:ext uri="{FF2B5EF4-FFF2-40B4-BE49-F238E27FC236}">
                <a16:creationId xmlns:a16="http://schemas.microsoft.com/office/drawing/2014/main" id="{6DC17C56-0F10-4893-9294-3448940DB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4784725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71" name="Text Box 75">
            <a:extLst>
              <a:ext uri="{FF2B5EF4-FFF2-40B4-BE49-F238E27FC236}">
                <a16:creationId xmlns:a16="http://schemas.microsoft.com/office/drawing/2014/main" id="{2949A092-9F84-43D0-9D6D-EA05F646D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038" y="4784725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10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72" name="Text Box 76">
            <a:extLst>
              <a:ext uri="{FF2B5EF4-FFF2-40B4-BE49-F238E27FC236}">
                <a16:creationId xmlns:a16="http://schemas.microsoft.com/office/drawing/2014/main" id="{AF3843B7-6E98-4867-9D88-EBF355C7B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2955925"/>
            <a:ext cx="276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8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73" name="Text Box 77">
            <a:extLst>
              <a:ext uri="{FF2B5EF4-FFF2-40B4-BE49-F238E27FC236}">
                <a16:creationId xmlns:a16="http://schemas.microsoft.com/office/drawing/2014/main" id="{9BE945EC-A2CB-4DE4-BF2D-2818D83AB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038" y="4175125"/>
            <a:ext cx="2968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62F3DD49-694A-0290-C751-8435B260C8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47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8">
            <a:extLst>
              <a:ext uri="{FF2B5EF4-FFF2-40B4-BE49-F238E27FC236}">
                <a16:creationId xmlns:a16="http://schemas.microsoft.com/office/drawing/2014/main" id="{F4F2BA39-C21E-4E3E-85D3-BCBC25C56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86106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49BF9E3E-58C9-4B34-A889-F50C6A6AF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" y="187325"/>
            <a:ext cx="90170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manual: 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b="1">
              <a:solidFill>
                <a:srgbClr val="0A419B"/>
              </a:solidFill>
            </a:endParaRPr>
          </a:p>
        </p:txBody>
      </p:sp>
      <p:sp>
        <p:nvSpPr>
          <p:cNvPr id="41" name="Text Box 3">
            <a:extLst>
              <a:ext uri="{FF2B5EF4-FFF2-40B4-BE49-F238E27FC236}">
                <a16:creationId xmlns:a16="http://schemas.microsoft.com/office/drawing/2014/main" id="{4BF499A9-6383-454B-A886-C7F19AF4E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42988"/>
            <a:ext cx="8748712" cy="518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Arial" charset="0"/>
              </a:rPr>
              <a:t>The basic rules may include:</a:t>
            </a:r>
            <a:endParaRPr lang="zh-CN" altLang="zh-CN" sz="2400" b="1" dirty="0">
              <a:latin typeface="Arial" charset="0"/>
            </a:endParaRPr>
          </a:p>
          <a:p>
            <a:pPr marL="809625" indent="-36512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>
                <a:latin typeface="Arial" charset="0"/>
              </a:rPr>
              <a:t>The number of cells in a cube must be power-of-2.                      In general, we can circle </a:t>
            </a:r>
            <a:r>
              <a:rPr lang="en-US" altLang="zh-CN" sz="2000" b="1" dirty="0">
                <a:solidFill>
                  <a:srgbClr val="FF0000"/>
                </a:solidFill>
                <a:latin typeface="Arial" charset="0"/>
              </a:rPr>
              <a:t>rectangular</a:t>
            </a:r>
            <a:r>
              <a:rPr lang="en-US" altLang="zh-CN" sz="2000" b="1" dirty="0">
                <a:latin typeface="Arial" charset="0"/>
              </a:rPr>
              <a:t> sets of 2</a:t>
            </a:r>
            <a:r>
              <a:rPr lang="en-US" altLang="zh-CN" sz="2000" b="1" baseline="30000" dirty="0">
                <a:latin typeface="Arial" charset="0"/>
              </a:rPr>
              <a:t>i</a:t>
            </a:r>
            <a:r>
              <a:rPr lang="en-US" altLang="zh-CN" sz="2000" b="1" dirty="0">
                <a:latin typeface="Arial" charset="0"/>
              </a:rPr>
              <a:t> 1-cells to form a product term containing n-</a:t>
            </a:r>
            <a:r>
              <a:rPr lang="en-US" altLang="zh-CN" sz="2000" b="1" dirty="0" err="1">
                <a:latin typeface="Arial" charset="0"/>
              </a:rPr>
              <a:t>i</a:t>
            </a:r>
            <a:r>
              <a:rPr lang="en-US" altLang="zh-CN" sz="2000" b="1" dirty="0">
                <a:latin typeface="Arial" charset="0"/>
              </a:rPr>
              <a:t> literals. </a:t>
            </a:r>
            <a:endParaRPr lang="zh-CN" altLang="zh-CN" sz="2000" b="1" dirty="0">
              <a:latin typeface="Arial" charset="0"/>
            </a:endParaRPr>
          </a:p>
          <a:p>
            <a:pPr marL="809625" indent="-36512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>
                <a:latin typeface="Arial" charset="0"/>
              </a:rPr>
              <a:t>The cubes must be as </a:t>
            </a:r>
            <a:r>
              <a:rPr lang="en-US" altLang="zh-CN" sz="2000" b="1" dirty="0">
                <a:solidFill>
                  <a:srgbClr val="FF0000"/>
                </a:solidFill>
                <a:latin typeface="Arial" charset="0"/>
              </a:rPr>
              <a:t>large</a:t>
            </a:r>
            <a:r>
              <a:rPr lang="en-US" altLang="zh-CN" sz="2000" b="1" dirty="0">
                <a:latin typeface="Arial" charset="0"/>
              </a:rPr>
              <a:t> as possible.</a:t>
            </a:r>
          </a:p>
          <a:p>
            <a:pPr marL="809625" indent="-36512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>
                <a:latin typeface="Arial" charset="0"/>
              </a:rPr>
              <a:t>The cubes must be as </a:t>
            </a:r>
            <a:r>
              <a:rPr lang="en-US" altLang="zh-CN" sz="2000" b="1" dirty="0">
                <a:solidFill>
                  <a:srgbClr val="FF0000"/>
                </a:solidFill>
                <a:latin typeface="Arial" charset="0"/>
              </a:rPr>
              <a:t>few</a:t>
            </a:r>
            <a:r>
              <a:rPr lang="en-US" altLang="zh-CN" sz="2000" b="1" dirty="0">
                <a:latin typeface="Arial" charset="0"/>
              </a:rPr>
              <a:t> as possible.</a:t>
            </a:r>
            <a:endParaRPr lang="zh-CN" altLang="zh-CN" sz="2000" b="1" dirty="0">
              <a:latin typeface="Arial" charset="0"/>
            </a:endParaRPr>
          </a:p>
          <a:p>
            <a:pPr marL="809625" indent="-36512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>
                <a:latin typeface="Arial" charset="0"/>
              </a:rPr>
              <a:t>All of the 1-cells need to be circled;</a:t>
            </a:r>
            <a:endParaRPr lang="zh-CN" altLang="zh-CN" sz="2000" b="1" dirty="0">
              <a:latin typeface="Arial" charset="0"/>
            </a:endParaRPr>
          </a:p>
          <a:p>
            <a:pPr marL="809625" indent="-36512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>
                <a:latin typeface="Arial" charset="0"/>
              </a:rPr>
              <a:t>Each cube must cover one or more </a:t>
            </a:r>
            <a:r>
              <a:rPr lang="en-US" altLang="zh-CN" sz="2000" b="1" dirty="0">
                <a:solidFill>
                  <a:srgbClr val="FF0000"/>
                </a:solidFill>
                <a:latin typeface="Arial" charset="0"/>
              </a:rPr>
              <a:t>distinguished 1-cells </a:t>
            </a:r>
            <a:r>
              <a:rPr lang="en-US" altLang="zh-CN" sz="2000" b="1" dirty="0">
                <a:latin typeface="Arial" charset="0"/>
              </a:rPr>
              <a:t>which covered by only one circle;</a:t>
            </a:r>
            <a:endParaRPr lang="zh-CN" altLang="zh-CN" sz="2000" b="1" dirty="0">
              <a:latin typeface="Arial" charset="0"/>
            </a:endParaRPr>
          </a:p>
          <a:p>
            <a:pPr marL="809625" indent="-365125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>
                <a:latin typeface="Arial" charset="0"/>
              </a:rPr>
              <a:t>……</a:t>
            </a:r>
            <a:endParaRPr lang="zh-CN" altLang="zh-CN" sz="2000" b="1" dirty="0">
              <a:latin typeface="Arial" charset="0"/>
            </a:endParaRPr>
          </a:p>
          <a:p>
            <a:pPr marL="444500" indent="-444500">
              <a:spcBef>
                <a:spcPts val="0"/>
              </a:spcBef>
              <a:defRPr/>
            </a:pPr>
            <a:r>
              <a:rPr lang="en-US" altLang="zh-CN" b="1" dirty="0">
                <a:latin typeface="Arial" charset="0"/>
              </a:rPr>
              <a:t> </a:t>
            </a:r>
            <a:endParaRPr lang="zh-CN" altLang="zh-CN" sz="400" b="1" dirty="0">
              <a:latin typeface="Arial" charset="0"/>
            </a:endParaRPr>
          </a:p>
          <a:p>
            <a:pPr marL="627063" indent="-352425">
              <a:defRPr/>
            </a:pPr>
            <a:r>
              <a:rPr lang="en-US" altLang="zh-CN" sz="2000" b="1" dirty="0">
                <a:latin typeface="Arial" charset="0"/>
              </a:rPr>
              <a:t>Actually we have some other precise </a:t>
            </a:r>
            <a:r>
              <a:rPr lang="en-US" altLang="zh-CN" sz="2000" b="1" dirty="0">
                <a:solidFill>
                  <a:srgbClr val="7030A0"/>
                </a:solidFill>
                <a:latin typeface="Arial" charset="0"/>
              </a:rPr>
              <a:t>mathematical methods </a:t>
            </a:r>
            <a:r>
              <a:rPr lang="en-US" altLang="zh-CN" sz="2000" b="1" dirty="0">
                <a:latin typeface="Arial" charset="0"/>
              </a:rPr>
              <a:t>to determine how to combine and remove redundant literals and gates. And fortunately these methods could be implemented by computer ------ </a:t>
            </a:r>
            <a:r>
              <a:rPr lang="en-US" altLang="zh-CN" sz="2400" b="1" dirty="0">
                <a:solidFill>
                  <a:srgbClr val="7030A0"/>
                </a:solidFill>
                <a:latin typeface="Arial" charset="0"/>
              </a:rPr>
              <a:t>EDA tools</a:t>
            </a:r>
            <a:r>
              <a:rPr lang="en-US" altLang="zh-CN" sz="2400" b="1" dirty="0">
                <a:latin typeface="Arial" charset="0"/>
              </a:rPr>
              <a:t>.</a:t>
            </a:r>
            <a:endParaRPr lang="en-US" altLang="zh-CN" sz="3200" b="1" dirty="0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54277" name="日期占位符 1">
            <a:extLst>
              <a:ext uri="{FF2B5EF4-FFF2-40B4-BE49-F238E27FC236}">
                <a16:creationId xmlns:a16="http://schemas.microsoft.com/office/drawing/2014/main" id="{304FB738-272E-4619-8BC2-22C4624302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3674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AB91E593-B118-45C3-AEFC-23EEC81A572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54278" name="灯片编号占位符 2">
            <a:extLst>
              <a:ext uri="{FF2B5EF4-FFF2-40B4-BE49-F238E27FC236}">
                <a16:creationId xmlns:a16="http://schemas.microsoft.com/office/drawing/2014/main" id="{59ED53A3-D279-4860-B96C-378CF2EF83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6270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90DA641F-2493-4537-AF05-2694A2EF8FC8}" type="slidenum">
              <a:rPr lang="zh-CN" altLang="en-US" sz="1100"/>
              <a:pPr/>
              <a:t>48</a:t>
            </a:fld>
            <a:endParaRPr lang="zh-CN" altLang="en-US" sz="11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5F855A-5707-489E-B73B-2FE84A69B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6300" y="10048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P83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8">
            <a:extLst>
              <a:ext uri="{FF2B5EF4-FFF2-40B4-BE49-F238E27FC236}">
                <a16:creationId xmlns:a16="http://schemas.microsoft.com/office/drawing/2014/main" id="{C7EC5F6E-DC8F-408D-8322-C6EB4980D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86106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41" name="Text Box 3">
            <a:extLst>
              <a:ext uri="{FF2B5EF4-FFF2-40B4-BE49-F238E27FC236}">
                <a16:creationId xmlns:a16="http://schemas.microsoft.com/office/drawing/2014/main" id="{B6E6573D-8098-4EEB-84EB-10536BD2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939800"/>
            <a:ext cx="6464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/>
              <a:t>Minimizing the following function:</a:t>
            </a:r>
            <a:endParaRPr lang="en-US" altLang="zh-CN" b="1">
              <a:sym typeface="Symbol" panose="05050102010706020507" pitchFamily="18" charset="2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id="{967FD269-BC0B-46A9-AD0A-9B912BF7E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1428750"/>
            <a:ext cx="68865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buFontTx/>
              <a:buNone/>
            </a:pPr>
            <a:r>
              <a:rPr lang="en-US" altLang="zh-CN" b="1" i="1">
                <a:latin typeface="Arial" panose="020B0604020202020204" pitchFamily="34" charset="0"/>
                <a:ea typeface="宋体" panose="02010600030101010101" pitchFamily="2" charset="-122"/>
              </a:rPr>
              <a:t>F(A,B,C,D) = 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</a:t>
            </a:r>
            <a:r>
              <a:rPr lang="en-US" altLang="zh-CN" b="1" i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(0,2,3,4,6,7,8,10,11)</a:t>
            </a:r>
            <a:endParaRPr lang="zh-CN" altLang="en-US" b="1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5302" name="日期占位符 1">
            <a:extLst>
              <a:ext uri="{FF2B5EF4-FFF2-40B4-BE49-F238E27FC236}">
                <a16:creationId xmlns:a16="http://schemas.microsoft.com/office/drawing/2014/main" id="{1EF4B427-F49E-431E-8FDD-318426A1E3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6EE42DC9-026C-449A-BE9D-0C1F3882B27D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47A0857-8FF3-489E-9063-566B24B48FE8}"/>
              </a:ext>
            </a:extLst>
          </p:cNvPr>
          <p:cNvGrpSpPr>
            <a:grpSpLocks/>
          </p:cNvGrpSpPr>
          <p:nvPr/>
        </p:nvGrpSpPr>
        <p:grpSpPr bwMode="auto">
          <a:xfrm>
            <a:off x="2838450" y="2362200"/>
            <a:ext cx="3368675" cy="3200400"/>
            <a:chOff x="1319" y="1344"/>
            <a:chExt cx="2122" cy="2016"/>
          </a:xfrm>
        </p:grpSpPr>
        <p:sp>
          <p:nvSpPr>
            <p:cNvPr id="55332" name="Text Box 5">
              <a:extLst>
                <a:ext uri="{FF2B5EF4-FFF2-40B4-BE49-F238E27FC236}">
                  <a16:creationId xmlns:a16="http://schemas.microsoft.com/office/drawing/2014/main" id="{295665A4-DA15-4D4A-8AF7-15927DC12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7" y="1344"/>
              <a:ext cx="3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55333" name="Text Box 6">
              <a:extLst>
                <a:ext uri="{FF2B5EF4-FFF2-40B4-BE49-F238E27FC236}">
                  <a16:creationId xmlns:a16="http://schemas.microsoft.com/office/drawing/2014/main" id="{099B3B01-0569-4FEC-A769-7F1122C05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9" y="1632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CD</a:t>
              </a:r>
            </a:p>
          </p:txBody>
        </p:sp>
        <p:sp>
          <p:nvSpPr>
            <p:cNvPr id="55334" name="Text Box 7">
              <a:extLst>
                <a:ext uri="{FF2B5EF4-FFF2-40B4-BE49-F238E27FC236}">
                  <a16:creationId xmlns:a16="http://schemas.microsoft.com/office/drawing/2014/main" id="{1D09157F-0AF5-409C-8760-6C3202338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1536"/>
              <a:ext cx="15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00    01     11    10</a:t>
              </a:r>
            </a:p>
          </p:txBody>
        </p:sp>
        <p:sp>
          <p:nvSpPr>
            <p:cNvPr id="55335" name="Text Box 8">
              <a:extLst>
                <a:ext uri="{FF2B5EF4-FFF2-40B4-BE49-F238E27FC236}">
                  <a16:creationId xmlns:a16="http://schemas.microsoft.com/office/drawing/2014/main" id="{81B3C218-274B-489E-A0CF-66937D339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910"/>
              <a:ext cx="320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grpSp>
          <p:nvGrpSpPr>
            <p:cNvPr id="55336" name="Group 9">
              <a:extLst>
                <a:ext uri="{FF2B5EF4-FFF2-40B4-BE49-F238E27FC236}">
                  <a16:creationId xmlns:a16="http://schemas.microsoft.com/office/drawing/2014/main" id="{6F26CF03-8ECB-40A3-A283-4F7F01554E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584"/>
              <a:ext cx="1776" cy="1776"/>
              <a:chOff x="3456" y="384"/>
              <a:chExt cx="1776" cy="1776"/>
            </a:xfrm>
          </p:grpSpPr>
          <p:sp>
            <p:nvSpPr>
              <p:cNvPr id="55337" name="Line 10">
                <a:extLst>
                  <a:ext uri="{FF2B5EF4-FFF2-40B4-BE49-F238E27FC236}">
                    <a16:creationId xmlns:a16="http://schemas.microsoft.com/office/drawing/2014/main" id="{052517F4-1664-425B-8364-7A50A098B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00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8" name="Line 11">
                <a:extLst>
                  <a:ext uri="{FF2B5EF4-FFF2-40B4-BE49-F238E27FC236}">
                    <a16:creationId xmlns:a16="http://schemas.microsoft.com/office/drawing/2014/main" id="{B8375A44-76AD-4BEC-85CB-69F5BDB033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62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9" name="Line 12">
                <a:extLst>
                  <a:ext uri="{FF2B5EF4-FFF2-40B4-BE49-F238E27FC236}">
                    <a16:creationId xmlns:a16="http://schemas.microsoft.com/office/drawing/2014/main" id="{30BD4557-3682-4347-9D5A-B02C8580D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62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40" name="Line 13">
                <a:extLst>
                  <a:ext uri="{FF2B5EF4-FFF2-40B4-BE49-F238E27FC236}">
                    <a16:creationId xmlns:a16="http://schemas.microsoft.com/office/drawing/2014/main" id="{094801EC-5E75-4C88-AA19-047924CF6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62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41" name="Rectangle 14">
                <a:extLst>
                  <a:ext uri="{FF2B5EF4-FFF2-40B4-BE49-F238E27FC236}">
                    <a16:creationId xmlns:a16="http://schemas.microsoft.com/office/drawing/2014/main" id="{0D5C627D-5557-418A-8816-46B402255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624"/>
                <a:ext cx="1536" cy="1536"/>
              </a:xfrm>
              <a:prstGeom prst="rect">
                <a:avLst/>
              </a:prstGeom>
              <a:noFill/>
              <a:ln w="19050" cap="sq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55342" name="Line 15">
                <a:extLst>
                  <a:ext uri="{FF2B5EF4-FFF2-40B4-BE49-F238E27FC236}">
                    <a16:creationId xmlns:a16="http://schemas.microsoft.com/office/drawing/2014/main" id="{05EDEF31-3A40-417D-80D4-B870752D3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56" y="38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43" name="Line 16">
                <a:extLst>
                  <a:ext uri="{FF2B5EF4-FFF2-40B4-BE49-F238E27FC236}">
                    <a16:creationId xmlns:a16="http://schemas.microsoft.com/office/drawing/2014/main" id="{05B378F1-550F-48F8-B951-2ADF8A32B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392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44" name="Line 17">
                <a:extLst>
                  <a:ext uri="{FF2B5EF4-FFF2-40B4-BE49-F238E27FC236}">
                    <a16:creationId xmlns:a16="http://schemas.microsoft.com/office/drawing/2014/main" id="{DA038B11-C647-49BC-8307-5094A1707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776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2" name="AutoShape 18">
            <a:extLst>
              <a:ext uri="{FF2B5EF4-FFF2-40B4-BE49-F238E27FC236}">
                <a16:creationId xmlns:a16="http://schemas.microsoft.com/office/drawing/2014/main" id="{161EECBC-7854-41E0-AA02-48E25C4B7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5607050"/>
            <a:ext cx="1185863" cy="406400"/>
          </a:xfrm>
          <a:prstGeom prst="wedgeRoundRectCallout">
            <a:avLst>
              <a:gd name="adj1" fmla="val 111208"/>
              <a:gd name="adj2" fmla="val -40921"/>
              <a:gd name="adj3" fmla="val 16667"/>
            </a:avLst>
          </a:prstGeom>
          <a:noFill/>
          <a:ln w="12700" cap="sq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A’D’</a:t>
            </a:r>
          </a:p>
        </p:txBody>
      </p:sp>
      <p:sp>
        <p:nvSpPr>
          <p:cNvPr id="23" name="AutoShape 19">
            <a:extLst>
              <a:ext uri="{FF2B5EF4-FFF2-40B4-BE49-F238E27FC236}">
                <a16:creationId xmlns:a16="http://schemas.microsoft.com/office/drawing/2014/main" id="{351FAABB-69FF-488B-88BE-DAD25EDAA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850" y="3562350"/>
            <a:ext cx="800100" cy="528638"/>
          </a:xfrm>
          <a:prstGeom prst="wedgeRoundRectCallout">
            <a:avLst>
              <a:gd name="adj1" fmla="val -319241"/>
              <a:gd name="adj2" fmla="val 106440"/>
              <a:gd name="adj3" fmla="val 16667"/>
            </a:avLst>
          </a:prstGeom>
          <a:noFill/>
          <a:ln w="12700" cap="sq">
            <a:solidFill>
              <a:srgbClr val="DA0CD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DA0CD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A’C</a:t>
            </a:r>
          </a:p>
        </p:txBody>
      </p:sp>
      <p:sp>
        <p:nvSpPr>
          <p:cNvPr id="24" name="AutoShape 20">
            <a:extLst>
              <a:ext uri="{FF2B5EF4-FFF2-40B4-BE49-F238E27FC236}">
                <a16:creationId xmlns:a16="http://schemas.microsoft.com/office/drawing/2014/main" id="{CBF7B0B7-3B17-4A26-B7AC-917F33AB2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00" y="4406900"/>
            <a:ext cx="1066800" cy="1111250"/>
          </a:xfrm>
          <a:prstGeom prst="roundRect">
            <a:avLst>
              <a:gd name="adj" fmla="val 19444"/>
            </a:avLst>
          </a:prstGeom>
          <a:noFill/>
          <a:ln w="38100" cap="sq">
            <a:solidFill>
              <a:srgbClr val="DA0CD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28" name="AutoShape 24">
            <a:extLst>
              <a:ext uri="{FF2B5EF4-FFF2-40B4-BE49-F238E27FC236}">
                <a16:creationId xmlns:a16="http://schemas.microsoft.com/office/drawing/2014/main" id="{EF456F09-3E4F-4C4E-902F-2D7C021FD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1200" y="5073650"/>
            <a:ext cx="990600" cy="450850"/>
          </a:xfrm>
          <a:prstGeom prst="wedgeRoundRectCallout">
            <a:avLst>
              <a:gd name="adj1" fmla="val -157245"/>
              <a:gd name="adj2" fmla="val -139398"/>
              <a:gd name="adj3" fmla="val 16667"/>
            </a:avLst>
          </a:prstGeom>
          <a:noFill/>
          <a:ln w="12700" cap="sq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B’C</a:t>
            </a:r>
          </a:p>
        </p:txBody>
      </p:sp>
      <p:sp>
        <p:nvSpPr>
          <p:cNvPr id="29" name="AutoShape 30">
            <a:extLst>
              <a:ext uri="{FF2B5EF4-FFF2-40B4-BE49-F238E27FC236}">
                <a16:creationId xmlns:a16="http://schemas.microsoft.com/office/drawing/2014/main" id="{9967F41E-DA0F-4E9C-B824-64D89CCF4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095500"/>
            <a:ext cx="990600" cy="427038"/>
          </a:xfrm>
          <a:prstGeom prst="wedgeRoundRectCallout">
            <a:avLst>
              <a:gd name="adj1" fmla="val -110546"/>
              <a:gd name="adj2" fmla="val 233926"/>
              <a:gd name="adj3" fmla="val 16667"/>
            </a:avLst>
          </a:prstGeom>
          <a:noFill/>
          <a:ln w="12700" cap="sq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B’D’</a:t>
            </a: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6A0D69E8-F48B-4B65-997A-78851C1E9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32067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060C8200-7537-4B96-8A74-07D734915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4406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" name="Text Box 35">
            <a:extLst>
              <a:ext uri="{FF2B5EF4-FFF2-40B4-BE49-F238E27FC236}">
                <a16:creationId xmlns:a16="http://schemas.microsoft.com/office/drawing/2014/main" id="{962AAD8A-7717-4C58-A57C-9A7AD1C91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13" y="50292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" name="Text Box 36">
            <a:extLst>
              <a:ext uri="{FF2B5EF4-FFF2-40B4-BE49-F238E27FC236}">
                <a16:creationId xmlns:a16="http://schemas.microsoft.com/office/drawing/2014/main" id="{3F2DA11D-8F9A-4343-91E0-9663A7192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513" y="32004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id="{D996771B-D1C1-4CF5-BD0E-DD98D44BC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513" y="50292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1CD0DFA4-CB32-494C-953A-D80B20DAE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138" y="44196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56E02576-8BAD-45D7-B654-49275B977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338" y="44196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666B1FE2-28C5-4ABF-8D28-F57ED1027EE2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2584450"/>
            <a:ext cx="3273425" cy="3460750"/>
            <a:chOff x="1668" y="1741"/>
            <a:chExt cx="2062" cy="2180"/>
          </a:xfrm>
        </p:grpSpPr>
        <p:sp>
          <p:nvSpPr>
            <p:cNvPr id="55328" name="AutoShape 26">
              <a:extLst>
                <a:ext uri="{FF2B5EF4-FFF2-40B4-BE49-F238E27FC236}">
                  <a16:creationId xmlns:a16="http://schemas.microsoft.com/office/drawing/2014/main" id="{0F254C9F-13AF-4535-9023-BC0E81EEDF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60375">
              <a:off x="1668" y="1741"/>
              <a:ext cx="494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1 w 21600"/>
                <a:gd name="T13" fmla="*/ 0 h 21600"/>
                <a:gd name="T14" fmla="*/ 21469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9" name="AutoShape 27">
              <a:extLst>
                <a:ext uri="{FF2B5EF4-FFF2-40B4-BE49-F238E27FC236}">
                  <a16:creationId xmlns:a16="http://schemas.microsoft.com/office/drawing/2014/main" id="{820B9969-9EE3-403C-81EC-38678A5454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350249">
              <a:off x="3130" y="3187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0" name="AutoShape 28">
              <a:extLst>
                <a:ext uri="{FF2B5EF4-FFF2-40B4-BE49-F238E27FC236}">
                  <a16:creationId xmlns:a16="http://schemas.microsoft.com/office/drawing/2014/main" id="{F38CF360-AF74-4AF5-8D1B-044BFFA6C8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65196">
              <a:off x="3115" y="1741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1" name="AutoShape 29">
              <a:extLst>
                <a:ext uri="{FF2B5EF4-FFF2-40B4-BE49-F238E27FC236}">
                  <a16:creationId xmlns:a16="http://schemas.microsoft.com/office/drawing/2014/main" id="{414F0735-E6B0-4225-9140-E848E32EFE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266075">
              <a:off x="1685" y="3201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49B8AEF5-7BE1-4E8E-9C9D-F8C03BBCE13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4394200" y="3651250"/>
            <a:ext cx="990600" cy="2590800"/>
            <a:chOff x="2688" y="2016"/>
            <a:chExt cx="624" cy="1632"/>
          </a:xfrm>
        </p:grpSpPr>
        <p:sp>
          <p:nvSpPr>
            <p:cNvPr id="55326" name="AutoShape 22">
              <a:extLst>
                <a:ext uri="{FF2B5EF4-FFF2-40B4-BE49-F238E27FC236}">
                  <a16:creationId xmlns:a16="http://schemas.microsoft.com/office/drawing/2014/main" id="{CFC94187-7B74-44A4-8DAA-2C7819B8E5A7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08" y="1896"/>
              <a:ext cx="384" cy="624"/>
            </a:xfrm>
            <a:prstGeom prst="leftBracket">
              <a:avLst>
                <a:gd name="adj" fmla="val 13542"/>
              </a:avLst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55327" name="AutoShape 23">
              <a:extLst>
                <a:ext uri="{FF2B5EF4-FFF2-40B4-BE49-F238E27FC236}">
                  <a16:creationId xmlns:a16="http://schemas.microsoft.com/office/drawing/2014/main" id="{23C1F4E3-7219-40BC-A8F7-1B5C1F35682F}"/>
                </a:ext>
              </a:extLst>
            </p:cNvPr>
            <p:cNvSpPr>
              <a:spLocks/>
            </p:cNvSpPr>
            <p:nvPr/>
          </p:nvSpPr>
          <p:spPr bwMode="auto">
            <a:xfrm rot="-5400000" flipH="1" flipV="1">
              <a:off x="2808" y="3144"/>
              <a:ext cx="384" cy="624"/>
            </a:xfrm>
            <a:prstGeom prst="leftBracket">
              <a:avLst>
                <a:gd name="adj" fmla="val 13542"/>
              </a:avLst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sp>
        <p:nvSpPr>
          <p:cNvPr id="53" name="Text Box 38">
            <a:extLst>
              <a:ext uri="{FF2B5EF4-FFF2-40B4-BE49-F238E27FC236}">
                <a16:creationId xmlns:a16="http://schemas.microsoft.com/office/drawing/2014/main" id="{6DB8EE88-D0C2-428D-A998-FB00F7AF5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138" y="50292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4" name="Text Box 39">
            <a:extLst>
              <a:ext uri="{FF2B5EF4-FFF2-40B4-BE49-F238E27FC236}">
                <a16:creationId xmlns:a16="http://schemas.microsoft.com/office/drawing/2014/main" id="{E6DA6CF0-E641-4B83-BF05-FD132B06A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200" y="32067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6" name="Group 21">
            <a:extLst>
              <a:ext uri="{FF2B5EF4-FFF2-40B4-BE49-F238E27FC236}">
                <a16:creationId xmlns:a16="http://schemas.microsoft.com/office/drawing/2014/main" id="{B288EC96-2C77-4BC8-A782-10B6753918B5}"/>
              </a:ext>
            </a:extLst>
          </p:cNvPr>
          <p:cNvGrpSpPr>
            <a:grpSpLocks/>
          </p:cNvGrpSpPr>
          <p:nvPr/>
        </p:nvGrpSpPr>
        <p:grpSpPr bwMode="auto">
          <a:xfrm>
            <a:off x="3771900" y="3117850"/>
            <a:ext cx="990600" cy="2590800"/>
            <a:chOff x="2688" y="2016"/>
            <a:chExt cx="624" cy="1632"/>
          </a:xfrm>
        </p:grpSpPr>
        <p:sp>
          <p:nvSpPr>
            <p:cNvPr id="55324" name="AutoShape 22">
              <a:extLst>
                <a:ext uri="{FF2B5EF4-FFF2-40B4-BE49-F238E27FC236}">
                  <a16:creationId xmlns:a16="http://schemas.microsoft.com/office/drawing/2014/main" id="{5461CB6F-E759-4070-A21C-D232E0BA4E3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08" y="1896"/>
              <a:ext cx="384" cy="624"/>
            </a:xfrm>
            <a:prstGeom prst="leftBracket">
              <a:avLst>
                <a:gd name="adj" fmla="val 13542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55325" name="AutoShape 23">
              <a:extLst>
                <a:ext uri="{FF2B5EF4-FFF2-40B4-BE49-F238E27FC236}">
                  <a16:creationId xmlns:a16="http://schemas.microsoft.com/office/drawing/2014/main" id="{589F066A-6B65-4DE6-A329-ADE37DDF6FD9}"/>
                </a:ext>
              </a:extLst>
            </p:cNvPr>
            <p:cNvSpPr>
              <a:spLocks/>
            </p:cNvSpPr>
            <p:nvPr/>
          </p:nvSpPr>
          <p:spPr bwMode="auto">
            <a:xfrm rot="-5400000" flipH="1" flipV="1">
              <a:off x="2808" y="3144"/>
              <a:ext cx="384" cy="624"/>
            </a:xfrm>
            <a:prstGeom prst="leftBracket">
              <a:avLst>
                <a:gd name="adj" fmla="val 13542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8CD971CB-74A5-4968-B454-700F4C30D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2851150"/>
            <a:ext cx="22669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Could you simplify it by formula method? </a:t>
            </a:r>
            <a:endParaRPr lang="zh-CN" altLang="en-US" sz="20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9" name="Picture 21" descr="u=510799256,4278680063&amp;gp=28">
            <a:hlinkClick r:id="rId3"/>
            <a:extLst>
              <a:ext uri="{FF2B5EF4-FFF2-40B4-BE49-F238E27FC236}">
                <a16:creationId xmlns:a16="http://schemas.microsoft.com/office/drawing/2014/main" id="{6408AE42-3F00-4E87-B757-3B5396AF2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4140200"/>
            <a:ext cx="808038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 Box 62">
            <a:extLst>
              <a:ext uri="{FF2B5EF4-FFF2-40B4-BE49-F238E27FC236}">
                <a16:creationId xmlns:a16="http://schemas.microsoft.com/office/drawing/2014/main" id="{E7B4EEA1-989F-47B9-BCBC-2A1864083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5" y="3481687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4" name="Text Box 63">
            <a:extLst>
              <a:ext uri="{FF2B5EF4-FFF2-40B4-BE49-F238E27FC236}">
                <a16:creationId xmlns:a16="http://schemas.microsoft.com/office/drawing/2014/main" id="{FB4D7416-EF88-4CA5-86AE-DCB3C166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475" y="3481687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5" name="Text Box 64">
            <a:extLst>
              <a:ext uri="{FF2B5EF4-FFF2-40B4-BE49-F238E27FC236}">
                <a16:creationId xmlns:a16="http://schemas.microsoft.com/office/drawing/2014/main" id="{96CB5E30-FC0C-4909-A201-A15F5C978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3481687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6" name="Text Box 65">
            <a:extLst>
              <a:ext uri="{FF2B5EF4-FFF2-40B4-BE49-F238E27FC236}">
                <a16:creationId xmlns:a16="http://schemas.microsoft.com/office/drawing/2014/main" id="{76841435-B274-4658-A8A0-73D36D661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5" y="4091287"/>
            <a:ext cx="241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7" name="Text Box 66">
            <a:extLst>
              <a:ext uri="{FF2B5EF4-FFF2-40B4-BE49-F238E27FC236}">
                <a16:creationId xmlns:a16="http://schemas.microsoft.com/office/drawing/2014/main" id="{70491B71-A3B4-413E-A4E2-BC9AEC0E9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475" y="4091287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8" name="Text Box 67">
            <a:extLst>
              <a:ext uri="{FF2B5EF4-FFF2-40B4-BE49-F238E27FC236}">
                <a16:creationId xmlns:a16="http://schemas.microsoft.com/office/drawing/2014/main" id="{F5B1E20C-3CF4-4B06-B07D-5A575648C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4091287"/>
            <a:ext cx="346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13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9" name="Text Box 68">
            <a:extLst>
              <a:ext uri="{FF2B5EF4-FFF2-40B4-BE49-F238E27FC236}">
                <a16:creationId xmlns:a16="http://schemas.microsoft.com/office/drawing/2014/main" id="{57C8D63F-F6DE-453B-8D77-D7046F1B3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675" y="4091287"/>
            <a:ext cx="279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9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0" name="Text Box 69">
            <a:extLst>
              <a:ext uri="{FF2B5EF4-FFF2-40B4-BE49-F238E27FC236}">
                <a16:creationId xmlns:a16="http://schemas.microsoft.com/office/drawing/2014/main" id="{E570BAC8-725C-4C3B-AEB6-E04EA6CC6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5" y="4707237"/>
            <a:ext cx="2889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1" name="Text Box 70">
            <a:extLst>
              <a:ext uri="{FF2B5EF4-FFF2-40B4-BE49-F238E27FC236}">
                <a16:creationId xmlns:a16="http://schemas.microsoft.com/office/drawing/2014/main" id="{5FBE57E6-AE69-4BB8-93B2-7748ED01B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475" y="4716762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7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2" name="Text Box 71">
            <a:extLst>
              <a:ext uri="{FF2B5EF4-FFF2-40B4-BE49-F238E27FC236}">
                <a16:creationId xmlns:a16="http://schemas.microsoft.com/office/drawing/2014/main" id="{61B8A8CE-6827-425C-BB03-A45A71BA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687" y="4700887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3" name="Text Box 72">
            <a:extLst>
              <a:ext uri="{FF2B5EF4-FFF2-40B4-BE49-F238E27FC236}">
                <a16:creationId xmlns:a16="http://schemas.microsoft.com/office/drawing/2014/main" id="{7EAC679C-042E-4FDD-89EA-9884FCE44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6225" y="5310487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4" name="Text Box 73">
            <a:extLst>
              <a:ext uri="{FF2B5EF4-FFF2-40B4-BE49-F238E27FC236}">
                <a16:creationId xmlns:a16="http://schemas.microsoft.com/office/drawing/2014/main" id="{A60C1FDB-0FD0-453E-9937-E4142BABB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475" y="5326362"/>
            <a:ext cx="26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6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5" name="Text Box 74">
            <a:extLst>
              <a:ext uri="{FF2B5EF4-FFF2-40B4-BE49-F238E27FC236}">
                <a16:creationId xmlns:a16="http://schemas.microsoft.com/office/drawing/2014/main" id="{0FCF8E0E-B8E8-47D2-917E-99B0655C1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687" y="5310487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6" name="Text Box 75">
            <a:extLst>
              <a:ext uri="{FF2B5EF4-FFF2-40B4-BE49-F238E27FC236}">
                <a16:creationId xmlns:a16="http://schemas.microsoft.com/office/drawing/2014/main" id="{ECA9342B-E889-4FFA-9DA3-378BDC2D6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0" y="5310487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10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7" name="Text Box 76">
            <a:extLst>
              <a:ext uri="{FF2B5EF4-FFF2-40B4-BE49-F238E27FC236}">
                <a16:creationId xmlns:a16="http://schemas.microsoft.com/office/drawing/2014/main" id="{1FC1B237-5F58-47C2-86F9-54F6D7272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675" y="3481687"/>
            <a:ext cx="276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8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8" name="Text Box 77">
            <a:extLst>
              <a:ext uri="{FF2B5EF4-FFF2-40B4-BE49-F238E27FC236}">
                <a16:creationId xmlns:a16="http://schemas.microsoft.com/office/drawing/2014/main" id="{048D2A6B-7413-4B1D-91B7-3B2955566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0" y="4700887"/>
            <a:ext cx="2968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3A70E7A6-5123-AD35-BB61-89CDEDD588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49</a:t>
            </a:fld>
            <a:endParaRPr lang="zh-CN" altLang="en-US" sz="11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1DED3B9-EADB-40C4-18DB-2A62A2DB59FC}"/>
              </a:ext>
            </a:extLst>
          </p:cNvPr>
          <p:cNvSpPr txBox="1">
            <a:spLocks/>
          </p:cNvSpPr>
          <p:nvPr/>
        </p:nvSpPr>
        <p:spPr>
          <a:xfrm>
            <a:off x="566738" y="233363"/>
            <a:ext cx="7772400" cy="6477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Exercise</a:t>
            </a:r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图1">
            <a:extLst>
              <a:ext uri="{FF2B5EF4-FFF2-40B4-BE49-F238E27FC236}">
                <a16:creationId xmlns:a16="http://schemas.microsoft.com/office/drawing/2014/main" id="{89B717F8-F2E9-4886-8978-51217D778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1247775"/>
            <a:ext cx="1871662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图1">
            <a:extLst>
              <a:ext uri="{FF2B5EF4-FFF2-40B4-BE49-F238E27FC236}">
                <a16:creationId xmlns:a16="http://schemas.microsoft.com/office/drawing/2014/main" id="{C02F01B1-0B36-4042-BA8E-2270B1271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75" y="1268413"/>
            <a:ext cx="18018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AABE28-7477-405C-A1D7-CF9416AC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5" y="1666875"/>
            <a:ext cx="1174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TRUE</a:t>
            </a:r>
            <a:endParaRPr lang="zh-CN" altLang="en-US" sz="2400" b="1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F4E4F9-2041-4084-813D-3632B8AF5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589088"/>
            <a:ext cx="15843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FALSE</a:t>
            </a:r>
            <a:r>
              <a:rPr lang="en-US" altLang="zh-CN" sz="20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000" b="1">
                <a:latin typeface="Verdana" panose="020B0604030504040204" pitchFamily="34" charset="0"/>
                <a:ea typeface="黑体" panose="02010609060101010101" pitchFamily="49" charset="-122"/>
              </a:rPr>
              <a:t>more cycles</a:t>
            </a:r>
            <a:endParaRPr lang="zh-CN" altLang="en-US" sz="2000" b="1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pic>
        <p:nvPicPr>
          <p:cNvPr id="8" name="Picture 9" descr="图1">
            <a:extLst>
              <a:ext uri="{FF2B5EF4-FFF2-40B4-BE49-F238E27FC236}">
                <a16:creationId xmlns:a16="http://schemas.microsoft.com/office/drawing/2014/main" id="{0FEFFB7E-859E-49C9-A8E4-A7C0B7536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3979863"/>
            <a:ext cx="2305050" cy="147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 descr="图1">
            <a:extLst>
              <a:ext uri="{FF2B5EF4-FFF2-40B4-BE49-F238E27FC236}">
                <a16:creationId xmlns:a16="http://schemas.microsoft.com/office/drawing/2014/main" id="{47A1E57D-B67C-48CF-AE75-69BF6BB27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068763"/>
            <a:ext cx="2305050" cy="147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D31E3B76-B562-4989-BA98-9C5A066AD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49725"/>
            <a:ext cx="17811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FALSE</a:t>
            </a:r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</a:t>
            </a:r>
            <a:endParaRPr lang="en-US" altLang="zh-CN" sz="2400" b="1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黑体" panose="02010609060101010101" pitchFamily="49" charset="-122"/>
              </a:rPr>
              <a:t>the circle can be enlarged</a:t>
            </a:r>
            <a:endParaRPr lang="zh-CN" altLang="en-US" sz="2400" b="1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95AE7525-DEC7-4F17-B177-4118F46DC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025" y="4464050"/>
            <a:ext cx="108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TRUE</a:t>
            </a:r>
            <a:endParaRPr lang="zh-CN" altLang="en-US" sz="2400" b="1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248A971D-85C6-4757-899B-9FE0DB09A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3024188"/>
            <a:ext cx="41148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F=BC+A’B’C’+A’C’D+A’CD’</a:t>
            </a: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id="{5DD35601-39E4-4F7D-B6DF-6619CC1B7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3041650"/>
            <a:ext cx="308292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F=BC+A’C’D+A’B’D’</a:t>
            </a:r>
          </a:p>
        </p:txBody>
      </p:sp>
      <p:sp>
        <p:nvSpPr>
          <p:cNvPr id="15" name="Text Box 22">
            <a:extLst>
              <a:ext uri="{FF2B5EF4-FFF2-40B4-BE49-F238E27FC236}">
                <a16:creationId xmlns:a16="http://schemas.microsoft.com/office/drawing/2014/main" id="{2863B10F-19C3-46AA-ADE6-C671D90E6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5724525"/>
            <a:ext cx="170973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F=B+A’B’C</a:t>
            </a:r>
          </a:p>
        </p:txBody>
      </p:sp>
      <p:sp>
        <p:nvSpPr>
          <p:cNvPr id="16" name="Text Box 23">
            <a:extLst>
              <a:ext uri="{FF2B5EF4-FFF2-40B4-BE49-F238E27FC236}">
                <a16:creationId xmlns:a16="http://schemas.microsoft.com/office/drawing/2014/main" id="{7DDE113A-F822-43A2-B87D-AEE001F18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5724525"/>
            <a:ext cx="14160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F=B+A’C</a:t>
            </a:r>
          </a:p>
        </p:txBody>
      </p:sp>
      <p:sp>
        <p:nvSpPr>
          <p:cNvPr id="17" name="Text Box 24">
            <a:extLst>
              <a:ext uri="{FF2B5EF4-FFF2-40B4-BE49-F238E27FC236}">
                <a16:creationId xmlns:a16="http://schemas.microsoft.com/office/drawing/2014/main" id="{0617D46E-5311-40D6-970A-0B4E67808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5525"/>
            <a:ext cx="162718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Example 1</a:t>
            </a:r>
          </a:p>
        </p:txBody>
      </p:sp>
      <p:sp>
        <p:nvSpPr>
          <p:cNvPr id="18" name="Text Box 25">
            <a:extLst>
              <a:ext uri="{FF2B5EF4-FFF2-40B4-BE49-F238E27FC236}">
                <a16:creationId xmlns:a16="http://schemas.microsoft.com/office/drawing/2014/main" id="{FB686ADC-F9B6-4AA3-90CF-A55A5CE4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54425"/>
            <a:ext cx="162718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Example 2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2541DC5-6BB0-4A97-AE53-1A919954741C}"/>
              </a:ext>
            </a:extLst>
          </p:cNvPr>
          <p:cNvCxnSpPr/>
          <p:nvPr/>
        </p:nvCxnSpPr>
        <p:spPr>
          <a:xfrm>
            <a:off x="0" y="3519488"/>
            <a:ext cx="9144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37" name="Rectangle 2">
            <a:extLst>
              <a:ext uri="{FF2B5EF4-FFF2-40B4-BE49-F238E27FC236}">
                <a16:creationId xmlns:a16="http://schemas.microsoft.com/office/drawing/2014/main" id="{907111F7-7350-4B99-83DE-914547373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12725"/>
            <a:ext cx="90360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 :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56338" name="日期占位符 1">
            <a:extLst>
              <a:ext uri="{FF2B5EF4-FFF2-40B4-BE49-F238E27FC236}">
                <a16:creationId xmlns:a16="http://schemas.microsoft.com/office/drawing/2014/main" id="{3A6E42DA-5A58-43A2-B4BE-567EFE312C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E420DB3F-5E0C-46C7-A380-DAF523D4C82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53129E-7D71-A3E9-9E21-2985CB37F8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50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图1">
            <a:extLst>
              <a:ext uri="{FF2B5EF4-FFF2-40B4-BE49-F238E27FC236}">
                <a16:creationId xmlns:a16="http://schemas.microsoft.com/office/drawing/2014/main" id="{404319F9-604B-44C4-AF8F-0302069A6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998538"/>
            <a:ext cx="22510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图1">
            <a:extLst>
              <a:ext uri="{FF2B5EF4-FFF2-40B4-BE49-F238E27FC236}">
                <a16:creationId xmlns:a16="http://schemas.microsoft.com/office/drawing/2014/main" id="{4FD80F0B-EADF-48E0-91DE-91F3D4CA9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1012825"/>
            <a:ext cx="2303462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68F81289-CEBE-48C4-9905-E52E60897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638" y="1531938"/>
            <a:ext cx="108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TRUE</a:t>
            </a:r>
            <a:endParaRPr lang="zh-CN" altLang="en-US" sz="2400" b="1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57349" name="Rectangle 7">
            <a:extLst>
              <a:ext uri="{FF2B5EF4-FFF2-40B4-BE49-F238E27FC236}">
                <a16:creationId xmlns:a16="http://schemas.microsoft.com/office/drawing/2014/main" id="{EB0B31FA-54E2-40F7-A031-0CEF1E7A7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4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7350" name="Rectangle 9">
            <a:extLst>
              <a:ext uri="{FF2B5EF4-FFF2-40B4-BE49-F238E27FC236}">
                <a16:creationId xmlns:a16="http://schemas.microsoft.com/office/drawing/2014/main" id="{D68635ED-5FAB-4FC0-9F87-A45077CC1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151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11" descr="图1">
            <a:extLst>
              <a:ext uri="{FF2B5EF4-FFF2-40B4-BE49-F238E27FC236}">
                <a16:creationId xmlns:a16="http://schemas.microsoft.com/office/drawing/2014/main" id="{009C2BF6-7477-4406-9BAA-AE0A318ED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088" y="3698875"/>
            <a:ext cx="2074862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2" descr="图1">
            <a:extLst>
              <a:ext uri="{FF2B5EF4-FFF2-40B4-BE49-F238E27FC236}">
                <a16:creationId xmlns:a16="http://schemas.microsoft.com/office/drawing/2014/main" id="{CB34D231-E961-4D45-84D3-53C317FDA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538" y="3706813"/>
            <a:ext cx="2160587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4">
            <a:extLst>
              <a:ext uri="{FF2B5EF4-FFF2-40B4-BE49-F238E27FC236}">
                <a16:creationId xmlns:a16="http://schemas.microsoft.com/office/drawing/2014/main" id="{AB727055-B6CA-4CB3-A140-EAE084E07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5" y="4421188"/>
            <a:ext cx="108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TRUE</a:t>
            </a:r>
            <a:endParaRPr lang="zh-CN" altLang="en-US" sz="2400" b="1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57354" name="Rectangle 15">
            <a:extLst>
              <a:ext uri="{FF2B5EF4-FFF2-40B4-BE49-F238E27FC236}">
                <a16:creationId xmlns:a16="http://schemas.microsoft.com/office/drawing/2014/main" id="{B5B92CDD-ABD5-46C6-BFFB-1A53110F9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4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7355" name="Rectangle 17">
            <a:extLst>
              <a:ext uri="{FF2B5EF4-FFF2-40B4-BE49-F238E27FC236}">
                <a16:creationId xmlns:a16="http://schemas.microsoft.com/office/drawing/2014/main" id="{F2C8F2B8-13F8-4A8A-BEDE-163D2876E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3587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F106681D-5357-4231-B035-F1C563229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4373563"/>
            <a:ext cx="16208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FALSE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黑体" panose="02010609060101010101" pitchFamily="49" charset="-122"/>
              </a:rPr>
              <a:t> dummy circle</a:t>
            </a:r>
            <a:endParaRPr lang="zh-CN" altLang="en-US" sz="2000" b="1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5" name="Text Box 20">
            <a:extLst>
              <a:ext uri="{FF2B5EF4-FFF2-40B4-BE49-F238E27FC236}">
                <a16:creationId xmlns:a16="http://schemas.microsoft.com/office/drawing/2014/main" id="{BF3FFA9F-324C-46A1-8DE2-CBD234F30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927100"/>
            <a:ext cx="162718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Example 3</a:t>
            </a:r>
          </a:p>
        </p:txBody>
      </p:sp>
      <p:sp>
        <p:nvSpPr>
          <p:cNvPr id="16" name="Text Box 21">
            <a:extLst>
              <a:ext uri="{FF2B5EF4-FFF2-40B4-BE49-F238E27FC236}">
                <a16:creationId xmlns:a16="http://schemas.microsoft.com/office/drawing/2014/main" id="{09EE3AC9-4447-4889-BF40-C6A734C28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19488"/>
            <a:ext cx="162718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Example 4</a:t>
            </a:r>
          </a:p>
        </p:txBody>
      </p:sp>
      <p:sp>
        <p:nvSpPr>
          <p:cNvPr id="17" name="Text Box 22">
            <a:extLst>
              <a:ext uri="{FF2B5EF4-FFF2-40B4-BE49-F238E27FC236}">
                <a16:creationId xmlns:a16="http://schemas.microsoft.com/office/drawing/2014/main" id="{44C3C5E0-E5DA-4B5E-9753-6EDB0AC43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788" y="3024188"/>
            <a:ext cx="17430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F=C’+BCD’</a:t>
            </a:r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C097D00D-353E-432E-BB21-68F623C78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200" y="3068638"/>
            <a:ext cx="179070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F=C’+BD’  </a:t>
            </a:r>
          </a:p>
        </p:txBody>
      </p:sp>
      <p:sp>
        <p:nvSpPr>
          <p:cNvPr id="19" name="Text Box 24">
            <a:extLst>
              <a:ext uri="{FF2B5EF4-FFF2-40B4-BE49-F238E27FC236}">
                <a16:creationId xmlns:a16="http://schemas.microsoft.com/office/drawing/2014/main" id="{77E5F076-7ACB-403D-B090-4487A5952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5889625"/>
            <a:ext cx="40211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F=BD+ABC’+A’C’D+A’BC+ACD</a:t>
            </a:r>
          </a:p>
        </p:txBody>
      </p:sp>
      <p:sp>
        <p:nvSpPr>
          <p:cNvPr id="20" name="Text Box 25">
            <a:extLst>
              <a:ext uri="{FF2B5EF4-FFF2-40B4-BE49-F238E27FC236}">
                <a16:creationId xmlns:a16="http://schemas.microsoft.com/office/drawing/2014/main" id="{EA1EA469-5D2B-409B-B3EA-FDF4E7560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5845175"/>
            <a:ext cx="3440113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F=ABC’+A’C’D+A’BC+ACD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5EFFC1F-04A4-4E77-8110-E887FC9573F8}"/>
              </a:ext>
            </a:extLst>
          </p:cNvPr>
          <p:cNvCxnSpPr/>
          <p:nvPr/>
        </p:nvCxnSpPr>
        <p:spPr>
          <a:xfrm>
            <a:off x="0" y="3519488"/>
            <a:ext cx="9144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64" name="Rectangle 2">
            <a:extLst>
              <a:ext uri="{FF2B5EF4-FFF2-40B4-BE49-F238E27FC236}">
                <a16:creationId xmlns:a16="http://schemas.microsoft.com/office/drawing/2014/main" id="{FB104192-ACF5-4148-B735-2CB05E5F6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214313"/>
            <a:ext cx="90360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 : 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CF07958E-DBBA-4922-91DB-6FC4635DC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1449388"/>
            <a:ext cx="178276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FALSE</a:t>
            </a:r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</a:t>
            </a:r>
            <a:endParaRPr lang="en-US" altLang="zh-CN" sz="2400" b="1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黑体" panose="02010609060101010101" pitchFamily="49" charset="-122"/>
              </a:rPr>
              <a:t>the circle can be enlarged</a:t>
            </a:r>
            <a:endParaRPr lang="zh-CN" altLang="en-US" sz="2400" b="1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57366" name="日期占位符 1">
            <a:extLst>
              <a:ext uri="{FF2B5EF4-FFF2-40B4-BE49-F238E27FC236}">
                <a16:creationId xmlns:a16="http://schemas.microsoft.com/office/drawing/2014/main" id="{4C8DDF65-A084-4B76-B949-42213E814B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93B6375A-1E1B-4A15-975D-F9896EDB81D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57367" name="灯片编号占位符 2">
            <a:extLst>
              <a:ext uri="{FF2B5EF4-FFF2-40B4-BE49-F238E27FC236}">
                <a16:creationId xmlns:a16="http://schemas.microsoft.com/office/drawing/2014/main" id="{9A067902-EBE0-461B-B5F2-4B3398FA5D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325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D3FC2694-7801-4898-A70C-0096FFD6AC01}" type="slidenum">
              <a:rPr lang="zh-CN" altLang="en-US" sz="1100"/>
              <a:pPr/>
              <a:t>51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961AFF12-9C86-4401-BF57-62CAEC51D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2560638"/>
            <a:ext cx="457200" cy="2195512"/>
          </a:xfrm>
          <a:prstGeom prst="roundRect">
            <a:avLst>
              <a:gd name="adj" fmla="val 36458"/>
            </a:avLst>
          </a:prstGeom>
          <a:noFill/>
          <a:ln w="38100" cap="sq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Ø"/>
            </a:pPr>
            <a:endParaRPr kumimoji="1"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673F6255-C64E-4E11-87D8-826FC029F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888" y="4327525"/>
            <a:ext cx="457200" cy="457200"/>
          </a:xfrm>
          <a:prstGeom prst="roundRect">
            <a:avLst>
              <a:gd name="adj" fmla="val 36458"/>
            </a:avLst>
          </a:prstGeom>
          <a:noFill/>
          <a:ln w="38100" cap="sq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1C10D50-D0C4-4D91-BE87-BBBC93A3C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488" y="2498725"/>
            <a:ext cx="1066800" cy="1066800"/>
          </a:xfrm>
          <a:prstGeom prst="roundRect">
            <a:avLst>
              <a:gd name="adj" fmla="val 21579"/>
            </a:avLst>
          </a:prstGeom>
          <a:noFill/>
          <a:ln w="57150" cap="sq" cmpd="thickThin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5E3CB13D-02F4-4FFF-9354-73DAFE778B6F}"/>
              </a:ext>
            </a:extLst>
          </p:cNvPr>
          <p:cNvGrpSpPr>
            <a:grpSpLocks/>
          </p:cNvGrpSpPr>
          <p:nvPr/>
        </p:nvGrpSpPr>
        <p:grpSpPr bwMode="auto">
          <a:xfrm>
            <a:off x="3671888" y="1712913"/>
            <a:ext cx="3289300" cy="3148012"/>
            <a:chOff x="616" y="801"/>
            <a:chExt cx="2072" cy="1983"/>
          </a:xfrm>
        </p:grpSpPr>
        <p:grpSp>
          <p:nvGrpSpPr>
            <p:cNvPr id="58385" name="Group 6">
              <a:extLst>
                <a:ext uri="{FF2B5EF4-FFF2-40B4-BE49-F238E27FC236}">
                  <a16:creationId xmlns:a16="http://schemas.microsoft.com/office/drawing/2014/main" id="{23C9E0D2-D086-4AA6-83DB-1E6851FD23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" y="801"/>
              <a:ext cx="2072" cy="1983"/>
              <a:chOff x="2928" y="1185"/>
              <a:chExt cx="2072" cy="1983"/>
            </a:xfrm>
          </p:grpSpPr>
          <p:sp>
            <p:nvSpPr>
              <p:cNvPr id="58394" name="Text Box 7">
                <a:extLst>
                  <a:ext uri="{FF2B5EF4-FFF2-40B4-BE49-F238E27FC236}">
                    <a16:creationId xmlns:a16="http://schemas.microsoft.com/office/drawing/2014/main" id="{1F9F148C-AFE3-4BB4-A1B4-FB93816B46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1387"/>
                <a:ext cx="4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ZW</a:t>
                </a:r>
              </a:p>
            </p:txBody>
          </p:sp>
          <p:sp>
            <p:nvSpPr>
              <p:cNvPr id="58395" name="Text Box 8">
                <a:extLst>
                  <a:ext uri="{FF2B5EF4-FFF2-40B4-BE49-F238E27FC236}">
                    <a16:creationId xmlns:a16="http://schemas.microsoft.com/office/drawing/2014/main" id="{1E2E6E7F-5107-4C2C-92C6-2C2E8E3738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6" y="1185"/>
                <a:ext cx="3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XY</a:t>
                </a:r>
              </a:p>
            </p:txBody>
          </p:sp>
          <p:sp>
            <p:nvSpPr>
              <p:cNvPr id="58396" name="Text Box 9">
                <a:extLst>
                  <a:ext uri="{FF2B5EF4-FFF2-40B4-BE49-F238E27FC236}">
                    <a16:creationId xmlns:a16="http://schemas.microsoft.com/office/drawing/2014/main" id="{B961585A-0F76-4BA5-A391-1157A5D9B3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1344"/>
                <a:ext cx="14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00 </a:t>
                </a:r>
                <a:r>
                  <a:rPr kumimoji="1" lang="zh-CN" altLang="en-US" sz="2000" b="1" baseline="-250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  01  </a:t>
                </a:r>
                <a:r>
                  <a:rPr kumimoji="1" lang="zh-CN" altLang="en-US" sz="2000" b="1" baseline="-250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  11</a:t>
                </a:r>
                <a:r>
                  <a:rPr kumimoji="1" lang="zh-CN" altLang="en-US" sz="2000" b="1" baseline="-250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   10</a:t>
                </a:r>
              </a:p>
            </p:txBody>
          </p:sp>
          <p:sp>
            <p:nvSpPr>
              <p:cNvPr id="58397" name="Text Box 10">
                <a:extLst>
                  <a:ext uri="{FF2B5EF4-FFF2-40B4-BE49-F238E27FC236}">
                    <a16:creationId xmlns:a16="http://schemas.microsoft.com/office/drawing/2014/main" id="{42D6F03B-C82B-44DE-83B5-CE6DE370D9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1718"/>
                <a:ext cx="320" cy="1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00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01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11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grpSp>
            <p:nvGrpSpPr>
              <p:cNvPr id="58398" name="Group 11">
                <a:extLst>
                  <a:ext uri="{FF2B5EF4-FFF2-40B4-BE49-F238E27FC236}">
                    <a16:creationId xmlns:a16="http://schemas.microsoft.com/office/drawing/2014/main" id="{6C429C64-F07F-4B00-AAC6-282A7B0A82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4" y="1392"/>
                <a:ext cx="1776" cy="1776"/>
                <a:chOff x="864" y="144"/>
                <a:chExt cx="1776" cy="1776"/>
              </a:xfrm>
            </p:grpSpPr>
            <p:sp>
              <p:nvSpPr>
                <p:cNvPr id="58399" name="Line 12">
                  <a:extLst>
                    <a:ext uri="{FF2B5EF4-FFF2-40B4-BE49-F238E27FC236}">
                      <a16:creationId xmlns:a16="http://schemas.microsoft.com/office/drawing/2014/main" id="{93E44A7B-8D8F-441A-AB45-972E83673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768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00" name="Line 13">
                  <a:extLst>
                    <a:ext uri="{FF2B5EF4-FFF2-40B4-BE49-F238E27FC236}">
                      <a16:creationId xmlns:a16="http://schemas.microsoft.com/office/drawing/2014/main" id="{D01025D3-1669-41C6-89CB-B555395888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384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01" name="Line 14">
                  <a:extLst>
                    <a:ext uri="{FF2B5EF4-FFF2-40B4-BE49-F238E27FC236}">
                      <a16:creationId xmlns:a16="http://schemas.microsoft.com/office/drawing/2014/main" id="{B0A82BA7-9F55-4D59-924A-53848EA17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384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02" name="Line 15">
                  <a:extLst>
                    <a:ext uri="{FF2B5EF4-FFF2-40B4-BE49-F238E27FC236}">
                      <a16:creationId xmlns:a16="http://schemas.microsoft.com/office/drawing/2014/main" id="{963A145C-BFBB-47A6-AF52-DF5A1FC59E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384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03" name="Rectangle 16">
                  <a:extLst>
                    <a:ext uri="{FF2B5EF4-FFF2-40B4-BE49-F238E27FC236}">
                      <a16:creationId xmlns:a16="http://schemas.microsoft.com/office/drawing/2014/main" id="{E254B6E7-F9D9-43B5-BDB7-4FA053F419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384"/>
                  <a:ext cx="1536" cy="1536"/>
                </a:xfrm>
                <a:prstGeom prst="rect">
                  <a:avLst/>
                </a:prstGeom>
                <a:noFill/>
                <a:ln w="19050" cap="sq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kumimoji="1" lang="zh-CN" altLang="en-US" sz="2400" b="1">
                    <a:latin typeface="Symbol" panose="05050102010706020507" pitchFamily="18" charset="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404" name="Line 17">
                  <a:extLst>
                    <a:ext uri="{FF2B5EF4-FFF2-40B4-BE49-F238E27FC236}">
                      <a16:creationId xmlns:a16="http://schemas.microsoft.com/office/drawing/2014/main" id="{5824E3E8-941B-4555-A275-AFF8E09E6B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64" y="144"/>
                  <a:ext cx="240" cy="24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05" name="Line 18">
                  <a:extLst>
                    <a:ext uri="{FF2B5EF4-FFF2-40B4-BE49-F238E27FC236}">
                      <a16:creationId xmlns:a16="http://schemas.microsoft.com/office/drawing/2014/main" id="{FB4922E1-A16E-4500-A36A-4DB6A0180D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152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06" name="Line 19">
                  <a:extLst>
                    <a:ext uri="{FF2B5EF4-FFF2-40B4-BE49-F238E27FC236}">
                      <a16:creationId xmlns:a16="http://schemas.microsoft.com/office/drawing/2014/main" id="{C0B7A15C-6032-45EA-B16B-826F098F0D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536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8386" name="Group 20">
              <a:extLst>
                <a:ext uri="{FF2B5EF4-FFF2-40B4-BE49-F238E27FC236}">
                  <a16:creationId xmlns:a16="http://schemas.microsoft.com/office/drawing/2014/main" id="{EED2B9D1-1093-478E-B6F6-6042956F1D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8" y="1296"/>
              <a:ext cx="1004" cy="1440"/>
              <a:chOff x="1634" y="1296"/>
              <a:chExt cx="1004" cy="1440"/>
            </a:xfrm>
          </p:grpSpPr>
          <p:sp>
            <p:nvSpPr>
              <p:cNvPr id="58387" name="Text Box 21">
                <a:extLst>
                  <a:ext uri="{FF2B5EF4-FFF2-40B4-BE49-F238E27FC236}">
                    <a16:creationId xmlns:a16="http://schemas.microsoft.com/office/drawing/2014/main" id="{9235A976-59D0-498C-8455-ADC6C210CA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296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8388" name="Text Box 22">
                <a:extLst>
                  <a:ext uri="{FF2B5EF4-FFF2-40B4-BE49-F238E27FC236}">
                    <a16:creationId xmlns:a16="http://schemas.microsoft.com/office/drawing/2014/main" id="{3B835EF7-FCFA-45DC-915E-94948657A9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296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8389" name="Text Box 23">
                <a:extLst>
                  <a:ext uri="{FF2B5EF4-FFF2-40B4-BE49-F238E27FC236}">
                    <a16:creationId xmlns:a16="http://schemas.microsoft.com/office/drawing/2014/main" id="{2875FF2F-EFC1-4544-990E-1F613260E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680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8390" name="Text Box 24">
                <a:extLst>
                  <a:ext uri="{FF2B5EF4-FFF2-40B4-BE49-F238E27FC236}">
                    <a16:creationId xmlns:a16="http://schemas.microsoft.com/office/drawing/2014/main" id="{59A9C2BE-7373-4823-8A04-321A102E96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680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8391" name="Text Box 25">
                <a:extLst>
                  <a:ext uri="{FF2B5EF4-FFF2-40B4-BE49-F238E27FC236}">
                    <a16:creationId xmlns:a16="http://schemas.microsoft.com/office/drawing/2014/main" id="{0051B378-D1C4-4727-B622-3D9BC3EC21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064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8392" name="Text Box 26">
                <a:extLst>
                  <a:ext uri="{FF2B5EF4-FFF2-40B4-BE49-F238E27FC236}">
                    <a16:creationId xmlns:a16="http://schemas.microsoft.com/office/drawing/2014/main" id="{0849B9E5-D295-4F59-BC4A-79EEBEE9FA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448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8393" name="Text Box 27">
                <a:extLst>
                  <a:ext uri="{FF2B5EF4-FFF2-40B4-BE49-F238E27FC236}">
                    <a16:creationId xmlns:a16="http://schemas.microsoft.com/office/drawing/2014/main" id="{BB277583-ABBD-42A6-AA4F-9B83DCD7B4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4" y="2448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>
                    <a:latin typeface="Tahoma" panose="020B060403050404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sp>
        <p:nvSpPr>
          <p:cNvPr id="58374" name="Rectangle 28">
            <a:extLst>
              <a:ext uri="{FF2B5EF4-FFF2-40B4-BE49-F238E27FC236}">
                <a16:creationId xmlns:a16="http://schemas.microsoft.com/office/drawing/2014/main" id="{ABAA10D3-54D1-46C5-ACA7-75ADCD5B6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86106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589BE44D-FC17-4766-A544-BD1840FFD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7300" y="3519488"/>
            <a:ext cx="1143000" cy="482600"/>
          </a:xfrm>
          <a:prstGeom prst="wedgeRoundRectCallout">
            <a:avLst>
              <a:gd name="adj1" fmla="val -112477"/>
              <a:gd name="adj2" fmla="val 25190"/>
              <a:gd name="adj3" fmla="val 16667"/>
            </a:avLst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X’+Y</a:t>
            </a:r>
          </a:p>
        </p:txBody>
      </p:sp>
      <p:sp>
        <p:nvSpPr>
          <p:cNvPr id="31" name="AutoShape 30">
            <a:extLst>
              <a:ext uri="{FF2B5EF4-FFF2-40B4-BE49-F238E27FC236}">
                <a16:creationId xmlns:a16="http://schemas.microsoft.com/office/drawing/2014/main" id="{52A3299E-7070-4B13-97C2-13FF35D16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898650"/>
            <a:ext cx="1143000" cy="523875"/>
          </a:xfrm>
          <a:prstGeom prst="wedgeRoundRectCallout">
            <a:avLst>
              <a:gd name="adj1" fmla="val -65505"/>
              <a:gd name="adj2" fmla="val 99431"/>
              <a:gd name="adj3" fmla="val 16667"/>
            </a:avLst>
          </a:prstGeom>
          <a:noFill/>
          <a:ln w="1905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X’+Z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9C2D8DB9-FF34-4FDB-91DA-B2B1ECD13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543550"/>
            <a:ext cx="7775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F (X,Y,Z,W)= (X+Y’+Z’+W)·(X’+Z)·(X’+Y)</a:t>
            </a:r>
          </a:p>
        </p:txBody>
      </p:sp>
      <p:sp>
        <p:nvSpPr>
          <p:cNvPr id="58378" name="Rectangle 2">
            <a:extLst>
              <a:ext uri="{FF2B5EF4-FFF2-40B4-BE49-F238E27FC236}">
                <a16:creationId xmlns:a16="http://schemas.microsoft.com/office/drawing/2014/main" id="{117DBE39-AE84-4235-8A20-9A4546D62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3050"/>
            <a:ext cx="914400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 :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1B13DC9-3735-4FF1-9140-C1AE19C91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5" y="1122363"/>
            <a:ext cx="2970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</a:rPr>
              <a:t>Minimize  POS</a:t>
            </a:r>
            <a:endParaRPr lang="zh-CN" altLang="en-US" sz="1600" b="1">
              <a:solidFill>
                <a:srgbClr val="7030A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D3964B2-E372-4505-BB49-C74F62C8A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979488"/>
            <a:ext cx="52197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15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</a:rPr>
              <a:t>How about to circle 0-cells?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C960792-3B5D-4373-A4E8-E398E24CB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393950"/>
            <a:ext cx="274637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Draw maps</a:t>
            </a:r>
            <a:endParaRPr lang="zh-CN" altLang="en-US" b="1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Circle cells</a:t>
            </a: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Read maps</a:t>
            </a:r>
            <a:endParaRPr lang="zh-CN" altLang="en-US" b="1">
              <a:solidFill>
                <a:srgbClr val="0A419B"/>
              </a:solidFill>
            </a:endParaRPr>
          </a:p>
        </p:txBody>
      </p:sp>
      <p:sp>
        <p:nvSpPr>
          <p:cNvPr id="39" name="AutoShape 29">
            <a:extLst>
              <a:ext uri="{FF2B5EF4-FFF2-40B4-BE49-F238E27FC236}">
                <a16:creationId xmlns:a16="http://schemas.microsoft.com/office/drawing/2014/main" id="{E9F199A5-1E1B-4DE7-8394-7823CB13A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4959350"/>
            <a:ext cx="2160588" cy="404813"/>
          </a:xfrm>
          <a:prstGeom prst="wedgeRoundRectCallout">
            <a:avLst>
              <a:gd name="adj1" fmla="val -90681"/>
              <a:gd name="adj2" fmla="val -112491"/>
              <a:gd name="adj3" fmla="val 16667"/>
            </a:avLst>
          </a:prstGeom>
          <a:noFill/>
          <a:ln w="19050">
            <a:solidFill>
              <a:srgbClr val="AE12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X+Y’+Z’+W</a:t>
            </a:r>
          </a:p>
        </p:txBody>
      </p:sp>
      <p:sp>
        <p:nvSpPr>
          <p:cNvPr id="58383" name="日期占位符 1">
            <a:extLst>
              <a:ext uri="{FF2B5EF4-FFF2-40B4-BE49-F238E27FC236}">
                <a16:creationId xmlns:a16="http://schemas.microsoft.com/office/drawing/2014/main" id="{A6A5A36C-A5D7-4C02-96C5-6F1946A0C7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99B95D5-17B7-4104-A8A9-D1B66DC4024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07C1B2C6-B409-07C6-0181-E3333CE411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52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>
            <a:extLst>
              <a:ext uri="{FF2B5EF4-FFF2-40B4-BE49-F238E27FC236}">
                <a16:creationId xmlns:a16="http://schemas.microsoft.com/office/drawing/2014/main" id="{95EE75A1-4615-4199-B11B-18E94D49F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4284663"/>
            <a:ext cx="2339975" cy="944562"/>
          </a:xfrm>
          <a:prstGeom prst="roundRect">
            <a:avLst>
              <a:gd name="adj" fmla="val 36458"/>
            </a:avLst>
          </a:prstGeom>
          <a:noFill/>
          <a:ln w="38100" cap="sq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7213F9E-F179-4C6C-9495-65DA0FEC8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3608388"/>
            <a:ext cx="630237" cy="1081087"/>
          </a:xfrm>
          <a:prstGeom prst="roundRect">
            <a:avLst>
              <a:gd name="adj" fmla="val 21579"/>
            </a:avLst>
          </a:prstGeom>
          <a:noFill/>
          <a:ln w="57150" cap="sq" cmpd="thickThin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D6758052-47A3-4A21-9DD3-7A9CD7B65B0B}"/>
              </a:ext>
            </a:extLst>
          </p:cNvPr>
          <p:cNvGrpSpPr>
            <a:grpSpLocks/>
          </p:cNvGrpSpPr>
          <p:nvPr/>
        </p:nvGrpSpPr>
        <p:grpSpPr bwMode="auto">
          <a:xfrm>
            <a:off x="3741738" y="2124075"/>
            <a:ext cx="3289300" cy="3238500"/>
            <a:chOff x="2928" y="1128"/>
            <a:chExt cx="2072" cy="2040"/>
          </a:xfrm>
        </p:grpSpPr>
        <p:sp>
          <p:nvSpPr>
            <p:cNvPr id="59425" name="Text Box 7">
              <a:extLst>
                <a:ext uri="{FF2B5EF4-FFF2-40B4-BE49-F238E27FC236}">
                  <a16:creationId xmlns:a16="http://schemas.microsoft.com/office/drawing/2014/main" id="{8513C686-6A35-4CB9-A373-64C3EFA6E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355"/>
              <a:ext cx="3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CD</a:t>
              </a:r>
            </a:p>
          </p:txBody>
        </p:sp>
        <p:sp>
          <p:nvSpPr>
            <p:cNvPr id="59426" name="Text Box 8">
              <a:extLst>
                <a:ext uri="{FF2B5EF4-FFF2-40B4-BE49-F238E27FC236}">
                  <a16:creationId xmlns:a16="http://schemas.microsoft.com/office/drawing/2014/main" id="{42E830F3-BA2A-4217-ADFC-9D62293EA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1128"/>
              <a:ext cx="3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59427" name="Text Box 9">
              <a:extLst>
                <a:ext uri="{FF2B5EF4-FFF2-40B4-BE49-F238E27FC236}">
                  <a16:creationId xmlns:a16="http://schemas.microsoft.com/office/drawing/2014/main" id="{6B1B51E4-B4D7-48A1-8A53-CAF2A5346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344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 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01  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11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 10</a:t>
              </a:r>
            </a:p>
          </p:txBody>
        </p:sp>
        <p:sp>
          <p:nvSpPr>
            <p:cNvPr id="59428" name="Text Box 10">
              <a:extLst>
                <a:ext uri="{FF2B5EF4-FFF2-40B4-BE49-F238E27FC236}">
                  <a16:creationId xmlns:a16="http://schemas.microsoft.com/office/drawing/2014/main" id="{A1A1A046-FDD2-497B-B153-D3551B7CB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718"/>
              <a:ext cx="320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grpSp>
          <p:nvGrpSpPr>
            <p:cNvPr id="59429" name="Group 11">
              <a:extLst>
                <a:ext uri="{FF2B5EF4-FFF2-40B4-BE49-F238E27FC236}">
                  <a16:creationId xmlns:a16="http://schemas.microsoft.com/office/drawing/2014/main" id="{40DB5364-CCEE-462E-B86E-C1CCD8E967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4" y="1392"/>
              <a:ext cx="1776" cy="1776"/>
              <a:chOff x="864" y="144"/>
              <a:chExt cx="1776" cy="1776"/>
            </a:xfrm>
          </p:grpSpPr>
          <p:sp>
            <p:nvSpPr>
              <p:cNvPr id="59430" name="Line 12">
                <a:extLst>
                  <a:ext uri="{FF2B5EF4-FFF2-40B4-BE49-F238E27FC236}">
                    <a16:creationId xmlns:a16="http://schemas.microsoft.com/office/drawing/2014/main" id="{E919F527-3DB1-4662-BE10-D0A52F311B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76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31" name="Line 13">
                <a:extLst>
                  <a:ext uri="{FF2B5EF4-FFF2-40B4-BE49-F238E27FC236}">
                    <a16:creationId xmlns:a16="http://schemas.microsoft.com/office/drawing/2014/main" id="{413752DF-D336-4F47-B491-9738D19C14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32" name="Line 14">
                <a:extLst>
                  <a:ext uri="{FF2B5EF4-FFF2-40B4-BE49-F238E27FC236}">
                    <a16:creationId xmlns:a16="http://schemas.microsoft.com/office/drawing/2014/main" id="{DB8C7AEF-A3AB-4DCE-B787-D11F2BBDD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33" name="Line 15">
                <a:extLst>
                  <a:ext uri="{FF2B5EF4-FFF2-40B4-BE49-F238E27FC236}">
                    <a16:creationId xmlns:a16="http://schemas.microsoft.com/office/drawing/2014/main" id="{B7AFBE9D-4650-40F4-B60B-840C2A792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34" name="Rectangle 16">
                <a:extLst>
                  <a:ext uri="{FF2B5EF4-FFF2-40B4-BE49-F238E27FC236}">
                    <a16:creationId xmlns:a16="http://schemas.microsoft.com/office/drawing/2014/main" id="{408E4B61-D284-4E28-9FF6-373506940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84"/>
                <a:ext cx="1536" cy="1536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59435" name="Line 17">
                <a:extLst>
                  <a:ext uri="{FF2B5EF4-FFF2-40B4-BE49-F238E27FC236}">
                    <a16:creationId xmlns:a16="http://schemas.microsoft.com/office/drawing/2014/main" id="{0F9053C3-C63E-4EDD-89FE-DC8F06A71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64" y="14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36" name="Line 18">
                <a:extLst>
                  <a:ext uri="{FF2B5EF4-FFF2-40B4-BE49-F238E27FC236}">
                    <a16:creationId xmlns:a16="http://schemas.microsoft.com/office/drawing/2014/main" id="{F0F08146-0DC7-485C-A115-E02C7FE70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152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37" name="Line 19">
                <a:extLst>
                  <a:ext uri="{FF2B5EF4-FFF2-40B4-BE49-F238E27FC236}">
                    <a16:creationId xmlns:a16="http://schemas.microsoft.com/office/drawing/2014/main" id="{7628FD58-E644-4E4F-A738-B5906D686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536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9397" name="Rectangle 28">
            <a:extLst>
              <a:ext uri="{FF2B5EF4-FFF2-40B4-BE49-F238E27FC236}">
                <a16:creationId xmlns:a16="http://schemas.microsoft.com/office/drawing/2014/main" id="{25C94BA0-F80B-49DA-9DB8-E7CEC0A7D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86106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31" name="AutoShape 30">
            <a:extLst>
              <a:ext uri="{FF2B5EF4-FFF2-40B4-BE49-F238E27FC236}">
                <a16:creationId xmlns:a16="http://schemas.microsoft.com/office/drawing/2014/main" id="{28B125CB-85D5-4397-8B72-9FAE2FE87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3833813"/>
            <a:ext cx="1143000" cy="523875"/>
          </a:xfrm>
          <a:prstGeom prst="wedgeRoundRectCallout">
            <a:avLst>
              <a:gd name="adj1" fmla="val -183356"/>
              <a:gd name="adj2" fmla="val -32125"/>
              <a:gd name="adj3" fmla="val 16667"/>
            </a:avLst>
          </a:prstGeom>
          <a:noFill/>
          <a:ln w="1905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A’BD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380AECA0-AB22-4D46-94B4-6D49FA49D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5605463"/>
            <a:ext cx="3306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F = B’D’+A’BD+C</a:t>
            </a:r>
          </a:p>
        </p:txBody>
      </p:sp>
      <p:sp>
        <p:nvSpPr>
          <p:cNvPr id="59400" name="Rectangle 2">
            <a:extLst>
              <a:ext uri="{FF2B5EF4-FFF2-40B4-BE49-F238E27FC236}">
                <a16:creationId xmlns:a16="http://schemas.microsoft.com/office/drawing/2014/main" id="{50215122-0650-490A-B3AB-5AF4CF192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222250"/>
            <a:ext cx="897255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 :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7DE9B04-2B10-4546-8560-65B79C704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979488"/>
            <a:ext cx="53101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15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How about the ‘Don’t care’?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8F5B6F-BBB8-4A35-8949-72C3B3F38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63825"/>
            <a:ext cx="274637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Draw maps</a:t>
            </a:r>
            <a:endParaRPr lang="zh-CN" altLang="en-US" b="1">
              <a:solidFill>
                <a:srgbClr val="0A419B"/>
              </a:solidFill>
            </a:endParaRP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Circle cells</a:t>
            </a:r>
          </a:p>
          <a:p>
            <a:pPr>
              <a:lnSpc>
                <a:spcPct val="150000"/>
              </a:lnSpc>
              <a:spcBef>
                <a:spcPct val="15000"/>
              </a:spcBef>
              <a:buFont typeface="Calibri" panose="020F0502020204030204" pitchFamily="34" charset="0"/>
              <a:buAutoNum type="arabicPeriod"/>
            </a:pPr>
            <a:r>
              <a:rPr lang="en-US" altLang="zh-CN" b="1">
                <a:solidFill>
                  <a:srgbClr val="0A419B"/>
                </a:solidFill>
              </a:rPr>
              <a:t>Read maps</a:t>
            </a:r>
            <a:endParaRPr lang="zh-CN" altLang="en-US" b="1">
              <a:solidFill>
                <a:srgbClr val="0A419B"/>
              </a:solidFill>
            </a:endParaRPr>
          </a:p>
        </p:txBody>
      </p:sp>
      <p:sp>
        <p:nvSpPr>
          <p:cNvPr id="39" name="AutoShape 29">
            <a:extLst>
              <a:ext uri="{FF2B5EF4-FFF2-40B4-BE49-F238E27FC236}">
                <a16:creationId xmlns:a16="http://schemas.microsoft.com/office/drawing/2014/main" id="{BF98A3C4-EB78-48F7-856E-F5BFA4895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1963" y="4868863"/>
            <a:ext cx="495300" cy="411162"/>
          </a:xfrm>
          <a:prstGeom prst="wedgeRoundRectCallout">
            <a:avLst>
              <a:gd name="adj1" fmla="val -267444"/>
              <a:gd name="adj2" fmla="val -4963"/>
              <a:gd name="adj3" fmla="val 16667"/>
            </a:avLst>
          </a:prstGeom>
          <a:noFill/>
          <a:ln w="19050">
            <a:solidFill>
              <a:srgbClr val="DA0CD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DA0CD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D61191B-6A12-49B5-BD55-6F70B3F06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089025"/>
            <a:ext cx="3105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</a:rPr>
              <a:t>Use </a:t>
            </a:r>
            <a:r>
              <a:rPr lang="en-US" altLang="zh-CN" sz="2400" b="1">
                <a:solidFill>
                  <a:srgbClr val="FF0000"/>
                </a:solidFill>
              </a:rPr>
              <a:t>d</a:t>
            </a:r>
            <a:r>
              <a:rPr lang="en-US" altLang="zh-CN" sz="2400" b="1">
                <a:solidFill>
                  <a:srgbClr val="7030A0"/>
                </a:solidFill>
              </a:rPr>
              <a:t> as you want</a:t>
            </a:r>
            <a:endParaRPr lang="zh-CN" altLang="en-US" sz="1600" b="1">
              <a:solidFill>
                <a:srgbClr val="7030A0"/>
              </a:solidFill>
            </a:endParaRPr>
          </a:p>
        </p:txBody>
      </p:sp>
      <p:sp>
        <p:nvSpPr>
          <p:cNvPr id="41" name="Text Box 3">
            <a:extLst>
              <a:ext uri="{FF2B5EF4-FFF2-40B4-BE49-F238E27FC236}">
                <a16:creationId xmlns:a16="http://schemas.microsoft.com/office/drawing/2014/main" id="{D89A48F3-9B63-4AD6-89A6-71B6DF5A1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617663"/>
            <a:ext cx="7585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 = 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</a:t>
            </a:r>
            <a:r>
              <a:rPr kumimoji="1" lang="en-US" altLang="zh-CN" sz="2400" b="1" baseline="-2500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ABCD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( 0, 2, 3, 5,6, 7, 8, 10, 11)+ </a:t>
            </a: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( 14, 15)</a:t>
            </a:r>
          </a:p>
        </p:txBody>
      </p:sp>
      <p:sp>
        <p:nvSpPr>
          <p:cNvPr id="54" name="Text Box 21">
            <a:extLst>
              <a:ext uri="{FF2B5EF4-FFF2-40B4-BE49-F238E27FC236}">
                <a16:creationId xmlns:a16="http://schemas.microsoft.com/office/drawing/2014/main" id="{6A2C31D5-1E2D-46A2-ADB4-896C9AEBC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75" y="4240213"/>
            <a:ext cx="379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Text Box 21">
            <a:extLst>
              <a:ext uri="{FF2B5EF4-FFF2-40B4-BE49-F238E27FC236}">
                <a16:creationId xmlns:a16="http://schemas.microsoft.com/office/drawing/2014/main" id="{15174662-0EDD-4FC7-8D0A-6A6CB66C8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75" y="4824413"/>
            <a:ext cx="379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46A85C2E-F071-4347-91BE-7B50ACF18830}"/>
              </a:ext>
            </a:extLst>
          </p:cNvPr>
          <p:cNvGrpSpPr>
            <a:grpSpLocks/>
          </p:cNvGrpSpPr>
          <p:nvPr/>
        </p:nvGrpSpPr>
        <p:grpSpPr bwMode="auto">
          <a:xfrm>
            <a:off x="4268788" y="2398713"/>
            <a:ext cx="3273425" cy="3460750"/>
            <a:chOff x="1668" y="1741"/>
            <a:chExt cx="2062" cy="2180"/>
          </a:xfrm>
        </p:grpSpPr>
        <p:sp>
          <p:nvSpPr>
            <p:cNvPr id="59421" name="AutoShape 26">
              <a:extLst>
                <a:ext uri="{FF2B5EF4-FFF2-40B4-BE49-F238E27FC236}">
                  <a16:creationId xmlns:a16="http://schemas.microsoft.com/office/drawing/2014/main" id="{63163123-D078-496F-A7FA-E762110FCA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60375">
              <a:off x="1668" y="1741"/>
              <a:ext cx="494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1 w 21600"/>
                <a:gd name="T13" fmla="*/ 0 h 21600"/>
                <a:gd name="T14" fmla="*/ 21469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2" name="AutoShape 27">
              <a:extLst>
                <a:ext uri="{FF2B5EF4-FFF2-40B4-BE49-F238E27FC236}">
                  <a16:creationId xmlns:a16="http://schemas.microsoft.com/office/drawing/2014/main" id="{3BB9C4E0-CA1A-464F-AFBF-0FEB6CF4A2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350249">
              <a:off x="3130" y="3187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3" name="AutoShape 28">
              <a:extLst>
                <a:ext uri="{FF2B5EF4-FFF2-40B4-BE49-F238E27FC236}">
                  <a16:creationId xmlns:a16="http://schemas.microsoft.com/office/drawing/2014/main" id="{9D880A83-DF51-4021-BC66-53D61E1BD5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65196">
              <a:off x="3115" y="1741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4" name="AutoShape 29">
              <a:extLst>
                <a:ext uri="{FF2B5EF4-FFF2-40B4-BE49-F238E27FC236}">
                  <a16:creationId xmlns:a16="http://schemas.microsoft.com/office/drawing/2014/main" id="{6A85FB51-3601-49B3-9320-1CA951B389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266075">
              <a:off x="1685" y="3201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1" name="AutoShape 30">
            <a:extLst>
              <a:ext uri="{FF2B5EF4-FFF2-40B4-BE49-F238E27FC236}">
                <a16:creationId xmlns:a16="http://schemas.microsoft.com/office/drawing/2014/main" id="{48F1FA77-ACD8-4656-8173-9307B2505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2754313"/>
            <a:ext cx="900112" cy="427037"/>
          </a:xfrm>
          <a:prstGeom prst="wedgeRoundRectCallout">
            <a:avLst>
              <a:gd name="adj1" fmla="val -137417"/>
              <a:gd name="adj2" fmla="val 44361"/>
              <a:gd name="adj3" fmla="val 16667"/>
            </a:avLst>
          </a:prstGeom>
          <a:noFill/>
          <a:ln w="12700" cap="sq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B’D’</a:t>
            </a:r>
          </a:p>
        </p:txBody>
      </p:sp>
      <p:sp>
        <p:nvSpPr>
          <p:cNvPr id="62" name="Text Box 21">
            <a:extLst>
              <a:ext uri="{FF2B5EF4-FFF2-40B4-BE49-F238E27FC236}">
                <a16:creationId xmlns:a16="http://schemas.microsoft.com/office/drawing/2014/main" id="{E173DBEE-42E8-4667-B4D0-F59FEE671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297973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Text Box 21">
            <a:extLst>
              <a:ext uri="{FF2B5EF4-FFF2-40B4-BE49-F238E27FC236}">
                <a16:creationId xmlns:a16="http://schemas.microsoft.com/office/drawing/2014/main" id="{5E98B8C1-E4DA-488F-9513-CD45A2575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424021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Text Box 21">
            <a:extLst>
              <a:ext uri="{FF2B5EF4-FFF2-40B4-BE49-F238E27FC236}">
                <a16:creationId xmlns:a16="http://schemas.microsoft.com/office/drawing/2014/main" id="{6D4232D0-335B-4805-9D5A-FEB653F99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482441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Text Box 21">
            <a:extLst>
              <a:ext uri="{FF2B5EF4-FFF2-40B4-BE49-F238E27FC236}">
                <a16:creationId xmlns:a16="http://schemas.microsoft.com/office/drawing/2014/main" id="{35B4F9F6-2556-4461-9A6F-D5C19993C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360997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Text Box 21">
            <a:extLst>
              <a:ext uri="{FF2B5EF4-FFF2-40B4-BE49-F238E27FC236}">
                <a16:creationId xmlns:a16="http://schemas.microsoft.com/office/drawing/2014/main" id="{B276A75A-F20E-4E36-8BDC-368D6F4A0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424021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Text Box 21">
            <a:extLst>
              <a:ext uri="{FF2B5EF4-FFF2-40B4-BE49-F238E27FC236}">
                <a16:creationId xmlns:a16="http://schemas.microsoft.com/office/drawing/2014/main" id="{DD211880-CEBF-45A8-827F-996EE202F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826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Text Box 21">
            <a:extLst>
              <a:ext uri="{FF2B5EF4-FFF2-40B4-BE49-F238E27FC236}">
                <a16:creationId xmlns:a16="http://schemas.microsoft.com/office/drawing/2014/main" id="{B06682EF-B87A-4843-B053-2C096A998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297973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Text Box 21">
            <a:extLst>
              <a:ext uri="{FF2B5EF4-FFF2-40B4-BE49-F238E27FC236}">
                <a16:creationId xmlns:a16="http://schemas.microsoft.com/office/drawing/2014/main" id="{28859B91-6141-474C-BFB7-4FE5D446A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5575" y="4238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Text Box 21">
            <a:extLst>
              <a:ext uri="{FF2B5EF4-FFF2-40B4-BE49-F238E27FC236}">
                <a16:creationId xmlns:a16="http://schemas.microsoft.com/office/drawing/2014/main" id="{61143F3B-BEE9-43F0-95B4-BD26495D6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482441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419" name="日期占位符 1">
            <a:extLst>
              <a:ext uri="{FF2B5EF4-FFF2-40B4-BE49-F238E27FC236}">
                <a16:creationId xmlns:a16="http://schemas.microsoft.com/office/drawing/2014/main" id="{38A352BB-F592-4702-9ABC-534BFAE4387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9CA472A1-6333-4E1C-A850-7568D97A0EB1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6" name="Text Box 62">
            <a:extLst>
              <a:ext uri="{FF2B5EF4-FFF2-40B4-BE49-F238E27FC236}">
                <a16:creationId xmlns:a16="http://schemas.microsoft.com/office/drawing/2014/main" id="{8B6258B8-7BF6-4097-81C5-C1E74409B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257" y="3281704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47" name="Text Box 63">
            <a:extLst>
              <a:ext uri="{FF2B5EF4-FFF2-40B4-BE49-F238E27FC236}">
                <a16:creationId xmlns:a16="http://schemas.microsoft.com/office/drawing/2014/main" id="{B64A5FB4-7A09-4A8D-90F4-FCFCBE146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857" y="3281704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48" name="Text Box 64">
            <a:extLst>
              <a:ext uri="{FF2B5EF4-FFF2-40B4-BE49-F238E27FC236}">
                <a16:creationId xmlns:a16="http://schemas.microsoft.com/office/drawing/2014/main" id="{6659C1A8-C3F0-411B-99C9-8280B4849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532" y="3281704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49" name="Text Box 65">
            <a:extLst>
              <a:ext uri="{FF2B5EF4-FFF2-40B4-BE49-F238E27FC236}">
                <a16:creationId xmlns:a16="http://schemas.microsoft.com/office/drawing/2014/main" id="{BEF1467F-22E7-4A54-AE78-62856DDC9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257" y="3891304"/>
            <a:ext cx="241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50" name="Text Box 66">
            <a:extLst>
              <a:ext uri="{FF2B5EF4-FFF2-40B4-BE49-F238E27FC236}">
                <a16:creationId xmlns:a16="http://schemas.microsoft.com/office/drawing/2014/main" id="{186803BB-F990-48F4-AEBD-89E0AABAA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857" y="3891304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51" name="Text Box 67">
            <a:extLst>
              <a:ext uri="{FF2B5EF4-FFF2-40B4-BE49-F238E27FC236}">
                <a16:creationId xmlns:a16="http://schemas.microsoft.com/office/drawing/2014/main" id="{05975235-93FD-4319-B10C-A020459EA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532" y="3891304"/>
            <a:ext cx="346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13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52" name="Text Box 68">
            <a:extLst>
              <a:ext uri="{FF2B5EF4-FFF2-40B4-BE49-F238E27FC236}">
                <a16:creationId xmlns:a16="http://schemas.microsoft.com/office/drawing/2014/main" id="{CA9AF1F0-582C-439A-AB90-A950D38FA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057" y="3891304"/>
            <a:ext cx="279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9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53" name="Text Box 69">
            <a:extLst>
              <a:ext uri="{FF2B5EF4-FFF2-40B4-BE49-F238E27FC236}">
                <a16:creationId xmlns:a16="http://schemas.microsoft.com/office/drawing/2014/main" id="{D1E3EE90-EE6E-47E6-A891-21DDC8488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257" y="4507254"/>
            <a:ext cx="2889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56" name="Text Box 70">
            <a:extLst>
              <a:ext uri="{FF2B5EF4-FFF2-40B4-BE49-F238E27FC236}">
                <a16:creationId xmlns:a16="http://schemas.microsoft.com/office/drawing/2014/main" id="{B7D24F23-4E0A-4BDF-9C33-EBAED0A47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857" y="4516779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7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57" name="Text Box 71">
            <a:extLst>
              <a:ext uri="{FF2B5EF4-FFF2-40B4-BE49-F238E27FC236}">
                <a16:creationId xmlns:a16="http://schemas.microsoft.com/office/drawing/2014/main" id="{83F32586-2389-41C4-81DE-600AEEC0D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069" y="4500904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58" name="Text Box 72">
            <a:extLst>
              <a:ext uri="{FF2B5EF4-FFF2-40B4-BE49-F238E27FC236}">
                <a16:creationId xmlns:a16="http://schemas.microsoft.com/office/drawing/2014/main" id="{882BA4B4-30FB-470D-83C0-6E80B45F4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607" y="5110504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59" name="Text Box 73">
            <a:extLst>
              <a:ext uri="{FF2B5EF4-FFF2-40B4-BE49-F238E27FC236}">
                <a16:creationId xmlns:a16="http://schemas.microsoft.com/office/drawing/2014/main" id="{1FD33714-FFDF-4A73-B3DC-7DDF2DEDC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857" y="5126379"/>
            <a:ext cx="26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6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0" name="Text Box 74">
            <a:extLst>
              <a:ext uri="{FF2B5EF4-FFF2-40B4-BE49-F238E27FC236}">
                <a16:creationId xmlns:a16="http://schemas.microsoft.com/office/drawing/2014/main" id="{D9C5BDED-33DB-44A3-8F94-A43B35414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069" y="5110504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71" name="Text Box 75">
            <a:extLst>
              <a:ext uri="{FF2B5EF4-FFF2-40B4-BE49-F238E27FC236}">
                <a16:creationId xmlns:a16="http://schemas.microsoft.com/office/drawing/2014/main" id="{AA347F74-B554-42E9-B5CF-7495D65D1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132" y="5110504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10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72" name="Text Box 76">
            <a:extLst>
              <a:ext uri="{FF2B5EF4-FFF2-40B4-BE49-F238E27FC236}">
                <a16:creationId xmlns:a16="http://schemas.microsoft.com/office/drawing/2014/main" id="{DE9FF5D9-148F-488D-A81A-0D3FC72C7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057" y="3281704"/>
            <a:ext cx="276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8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73" name="Text Box 77">
            <a:extLst>
              <a:ext uri="{FF2B5EF4-FFF2-40B4-BE49-F238E27FC236}">
                <a16:creationId xmlns:a16="http://schemas.microsoft.com/office/drawing/2014/main" id="{EE8D65E6-9EFC-419B-ADBC-AA5766457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132" y="4500904"/>
            <a:ext cx="2968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CB6B209-44A0-3BA8-C24C-C6C763579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53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8">
            <a:extLst>
              <a:ext uri="{FF2B5EF4-FFF2-40B4-BE49-F238E27FC236}">
                <a16:creationId xmlns:a16="http://schemas.microsoft.com/office/drawing/2014/main" id="{BE960DFD-BC04-47D3-BE3B-EABCE22BD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86106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BB45104C-D1B7-4325-8DEF-B8D9D2B29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231775"/>
            <a:ext cx="89725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3399"/>
                </a:solidFill>
                <a:sym typeface="Wingdings" panose="05000000000000000000" pitchFamily="2" charset="2"/>
              </a:rPr>
              <a:t>Logic expression</a:t>
            </a:r>
            <a:r>
              <a:rPr lang="zh-CN" altLang="en-US" b="1">
                <a:solidFill>
                  <a:srgbClr val="003399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simplify by manual : </a:t>
            </a:r>
            <a:r>
              <a:rPr lang="en-US" altLang="zh-CN" sz="2000" b="1">
                <a:solidFill>
                  <a:srgbClr val="0A419B"/>
                </a:solidFill>
              </a:rPr>
              <a:t>K map Method</a:t>
            </a:r>
            <a:endParaRPr lang="zh-CN" altLang="en-US" sz="2000" b="1">
              <a:solidFill>
                <a:srgbClr val="0A419B"/>
              </a:solidFill>
            </a:endParaRPr>
          </a:p>
        </p:txBody>
      </p:sp>
      <p:sp>
        <p:nvSpPr>
          <p:cNvPr id="41" name="Text Box 3">
            <a:extLst>
              <a:ext uri="{FF2B5EF4-FFF2-40B4-BE49-F238E27FC236}">
                <a16:creationId xmlns:a16="http://schemas.microsoft.com/office/drawing/2014/main" id="{7FA16EBC-6FD9-4B52-A613-A6B796488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042988"/>
            <a:ext cx="8408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/>
              <a:t>Minimizing the following function with Don’t Cares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id="{5E09CC32-3621-4308-A8FF-E84EA7B02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1439863"/>
            <a:ext cx="6748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buFontTx/>
              <a:buNone/>
            </a:pPr>
            <a:r>
              <a:rPr lang="en-US" altLang="zh-CN" sz="2400" b="1" i="1">
                <a:latin typeface="Arial" panose="020B0604020202020204" pitchFamily="34" charset="0"/>
                <a:ea typeface="宋体" panose="02010600030101010101" pitchFamily="2" charset="-122"/>
              </a:rPr>
              <a:t>F(A,B,C,D) = 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</a:t>
            </a:r>
            <a:r>
              <a:rPr lang="en-US" altLang="zh-CN" sz="2400" b="1" i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(1,3,4,7,11) + </a:t>
            </a:r>
            <a:r>
              <a:rPr lang="en-US" altLang="zh-CN" sz="2400" b="1" i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(5,12,13,14,15)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4A0CFE0F-BFBD-4AED-855C-1A2E39835BB9}"/>
              </a:ext>
            </a:extLst>
          </p:cNvPr>
          <p:cNvGrpSpPr>
            <a:grpSpLocks/>
          </p:cNvGrpSpPr>
          <p:nvPr/>
        </p:nvGrpSpPr>
        <p:grpSpPr bwMode="auto">
          <a:xfrm>
            <a:off x="696913" y="2222500"/>
            <a:ext cx="3289300" cy="3276600"/>
            <a:chOff x="2928" y="1104"/>
            <a:chExt cx="2072" cy="2064"/>
          </a:xfrm>
        </p:grpSpPr>
        <p:sp>
          <p:nvSpPr>
            <p:cNvPr id="60489" name="Text Box 9">
              <a:extLst>
                <a:ext uri="{FF2B5EF4-FFF2-40B4-BE49-F238E27FC236}">
                  <a16:creationId xmlns:a16="http://schemas.microsoft.com/office/drawing/2014/main" id="{8A39D1DE-FE07-4972-8B55-47E428D11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440"/>
              <a:ext cx="3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CD</a:t>
              </a:r>
            </a:p>
          </p:txBody>
        </p:sp>
        <p:sp>
          <p:nvSpPr>
            <p:cNvPr id="60490" name="Text Box 10">
              <a:extLst>
                <a:ext uri="{FF2B5EF4-FFF2-40B4-BE49-F238E27FC236}">
                  <a16:creationId xmlns:a16="http://schemas.microsoft.com/office/drawing/2014/main" id="{821380D6-02BD-47F0-87B2-40FDA9BEA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7" y="1104"/>
              <a:ext cx="3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60491" name="Text Box 11">
              <a:extLst>
                <a:ext uri="{FF2B5EF4-FFF2-40B4-BE49-F238E27FC236}">
                  <a16:creationId xmlns:a16="http://schemas.microsoft.com/office/drawing/2014/main" id="{E1AA043E-E40B-4CC1-9154-EBF6B5E28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344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00 </a:t>
              </a:r>
              <a:r>
                <a:rPr lang="zh-CN" altLang="en-US" sz="20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  01  </a:t>
              </a:r>
              <a:r>
                <a:rPr lang="zh-CN" altLang="en-US" sz="20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  11</a:t>
              </a:r>
              <a:r>
                <a:rPr lang="zh-CN" altLang="en-US" sz="20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   10</a:t>
              </a:r>
            </a:p>
          </p:txBody>
        </p:sp>
        <p:sp>
          <p:nvSpPr>
            <p:cNvPr id="60492" name="Text Box 12">
              <a:extLst>
                <a:ext uri="{FF2B5EF4-FFF2-40B4-BE49-F238E27FC236}">
                  <a16:creationId xmlns:a16="http://schemas.microsoft.com/office/drawing/2014/main" id="{377175B3-EFB7-43BB-83CB-6A2E3B352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718"/>
              <a:ext cx="320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grpSp>
          <p:nvGrpSpPr>
            <p:cNvPr id="60493" name="Group 13">
              <a:extLst>
                <a:ext uri="{FF2B5EF4-FFF2-40B4-BE49-F238E27FC236}">
                  <a16:creationId xmlns:a16="http://schemas.microsoft.com/office/drawing/2014/main" id="{D955480F-B4BD-4454-A0E0-F9271C3756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4" y="1392"/>
              <a:ext cx="1776" cy="1776"/>
              <a:chOff x="864" y="144"/>
              <a:chExt cx="1776" cy="1776"/>
            </a:xfrm>
          </p:grpSpPr>
          <p:sp>
            <p:nvSpPr>
              <p:cNvPr id="60494" name="Line 14">
                <a:extLst>
                  <a:ext uri="{FF2B5EF4-FFF2-40B4-BE49-F238E27FC236}">
                    <a16:creationId xmlns:a16="http://schemas.microsoft.com/office/drawing/2014/main" id="{703AC09F-4932-44DA-B8A3-BCED01AE5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76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95" name="Line 15">
                <a:extLst>
                  <a:ext uri="{FF2B5EF4-FFF2-40B4-BE49-F238E27FC236}">
                    <a16:creationId xmlns:a16="http://schemas.microsoft.com/office/drawing/2014/main" id="{2C832056-44D2-48F6-9AE3-843D34BA7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96" name="Line 16">
                <a:extLst>
                  <a:ext uri="{FF2B5EF4-FFF2-40B4-BE49-F238E27FC236}">
                    <a16:creationId xmlns:a16="http://schemas.microsoft.com/office/drawing/2014/main" id="{A80FD61D-4006-432A-92D0-750FBDD0F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97" name="Line 17">
                <a:extLst>
                  <a:ext uri="{FF2B5EF4-FFF2-40B4-BE49-F238E27FC236}">
                    <a16:creationId xmlns:a16="http://schemas.microsoft.com/office/drawing/2014/main" id="{82BC622C-4E74-433F-87C8-DDA491E963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98" name="Rectangle 18">
                <a:extLst>
                  <a:ext uri="{FF2B5EF4-FFF2-40B4-BE49-F238E27FC236}">
                    <a16:creationId xmlns:a16="http://schemas.microsoft.com/office/drawing/2014/main" id="{0E8E8297-FC11-4151-8281-75E5100D5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84"/>
                <a:ext cx="1536" cy="1536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99" name="Line 19">
                <a:extLst>
                  <a:ext uri="{FF2B5EF4-FFF2-40B4-BE49-F238E27FC236}">
                    <a16:creationId xmlns:a16="http://schemas.microsoft.com/office/drawing/2014/main" id="{EC866D88-3E30-4742-951B-4A38D2D5D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64" y="14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500" name="Line 20">
                <a:extLst>
                  <a:ext uri="{FF2B5EF4-FFF2-40B4-BE49-F238E27FC236}">
                    <a16:creationId xmlns:a16="http://schemas.microsoft.com/office/drawing/2014/main" id="{90BF7575-A87F-47FD-8456-7457037AEE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152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501" name="Line 21">
                <a:extLst>
                  <a:ext uri="{FF2B5EF4-FFF2-40B4-BE49-F238E27FC236}">
                    <a16:creationId xmlns:a16="http://schemas.microsoft.com/office/drawing/2014/main" id="{7A1CD7DD-8D5E-48DD-A442-42941E34B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536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0423" name="Group 37">
            <a:extLst>
              <a:ext uri="{FF2B5EF4-FFF2-40B4-BE49-F238E27FC236}">
                <a16:creationId xmlns:a16="http://schemas.microsoft.com/office/drawing/2014/main" id="{F78CF7FD-21D2-41C9-9748-2A97555722F6}"/>
              </a:ext>
            </a:extLst>
          </p:cNvPr>
          <p:cNvGrpSpPr>
            <a:grpSpLocks/>
          </p:cNvGrpSpPr>
          <p:nvPr/>
        </p:nvGrpSpPr>
        <p:grpSpPr bwMode="auto">
          <a:xfrm>
            <a:off x="1631950" y="3179763"/>
            <a:ext cx="2236788" cy="2232025"/>
            <a:chOff x="838" y="2523"/>
            <a:chExt cx="1409" cy="1406"/>
          </a:xfrm>
        </p:grpSpPr>
        <p:sp>
          <p:nvSpPr>
            <p:cNvPr id="60483" name="Text Box 5">
              <a:extLst>
                <a:ext uri="{FF2B5EF4-FFF2-40B4-BE49-F238E27FC236}">
                  <a16:creationId xmlns:a16="http://schemas.microsoft.com/office/drawing/2014/main" id="{588F2CC1-233D-4949-989B-7C5533A66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2523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84" name="Text Box 24">
              <a:extLst>
                <a:ext uri="{FF2B5EF4-FFF2-40B4-BE49-F238E27FC236}">
                  <a16:creationId xmlns:a16="http://schemas.microsoft.com/office/drawing/2014/main" id="{90CAF123-FAB7-48FE-A15E-0C5E09F3C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2523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85" name="Text Box 28">
              <a:extLst>
                <a:ext uri="{FF2B5EF4-FFF2-40B4-BE49-F238E27FC236}">
                  <a16:creationId xmlns:a16="http://schemas.microsoft.com/office/drawing/2014/main" id="{AE4BD4D5-018D-4BCE-8138-AD2FF0BE25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4" y="2908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86" name="Text Box 33">
              <a:extLst>
                <a:ext uri="{FF2B5EF4-FFF2-40B4-BE49-F238E27FC236}">
                  <a16:creationId xmlns:a16="http://schemas.microsoft.com/office/drawing/2014/main" id="{AFF2BD23-722A-4DA6-AEE6-71D52013F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3679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87" name="Text Box 34">
              <a:extLst>
                <a:ext uri="{FF2B5EF4-FFF2-40B4-BE49-F238E27FC236}">
                  <a16:creationId xmlns:a16="http://schemas.microsoft.com/office/drawing/2014/main" id="{ECE59DB5-D8E1-4A7B-BD26-22EDD70CE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3679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88" name="Text Box 36">
              <a:extLst>
                <a:ext uri="{FF2B5EF4-FFF2-40B4-BE49-F238E27FC236}">
                  <a16:creationId xmlns:a16="http://schemas.microsoft.com/office/drawing/2014/main" id="{BCEEE409-B4B3-4DAD-BB3A-34B6BA6E7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4" y="3679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1" name="Rectangle 38">
            <a:extLst>
              <a:ext uri="{FF2B5EF4-FFF2-40B4-BE49-F238E27FC236}">
                <a16:creationId xmlns:a16="http://schemas.microsoft.com/office/drawing/2014/main" id="{7FF63A85-0102-4272-8BB3-E89F4B607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3179763"/>
            <a:ext cx="936625" cy="1008062"/>
          </a:xfrm>
          <a:prstGeom prst="rect">
            <a:avLst/>
          </a:prstGeom>
          <a:noFill/>
          <a:ln w="19050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" name="Rectangle 39">
            <a:extLst>
              <a:ext uri="{FF2B5EF4-FFF2-40B4-BE49-F238E27FC236}">
                <a16:creationId xmlns:a16="http://schemas.microsoft.com/office/drawing/2014/main" id="{7D47D66C-245B-429D-A27A-9E4BDE62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538" y="3756025"/>
            <a:ext cx="936625" cy="1008063"/>
          </a:xfrm>
          <a:prstGeom prst="rect">
            <a:avLst/>
          </a:prstGeom>
          <a:noFill/>
          <a:ln w="254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" name="Rectangle 40">
            <a:extLst>
              <a:ext uri="{FF2B5EF4-FFF2-40B4-BE49-F238E27FC236}">
                <a16:creationId xmlns:a16="http://schemas.microsoft.com/office/drawing/2014/main" id="{1A6F0814-4EC9-4F87-831D-0C5D79BA3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975" y="4332288"/>
            <a:ext cx="2232025" cy="503237"/>
          </a:xfrm>
          <a:prstGeom prst="rect">
            <a:avLst/>
          </a:prstGeom>
          <a:noFill/>
          <a:ln w="19050" algn="ctr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41">
            <a:extLst>
              <a:ext uri="{FF2B5EF4-FFF2-40B4-BE49-F238E27FC236}">
                <a16:creationId xmlns:a16="http://schemas.microsoft.com/office/drawing/2014/main" id="{610C5309-E75E-4D4E-9285-94621369D64D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2216150"/>
            <a:ext cx="3289300" cy="3276600"/>
            <a:chOff x="2928" y="1104"/>
            <a:chExt cx="2072" cy="2064"/>
          </a:xfrm>
        </p:grpSpPr>
        <p:sp>
          <p:nvSpPr>
            <p:cNvPr id="60470" name="Text Box 42">
              <a:extLst>
                <a:ext uri="{FF2B5EF4-FFF2-40B4-BE49-F238E27FC236}">
                  <a16:creationId xmlns:a16="http://schemas.microsoft.com/office/drawing/2014/main" id="{8D830308-7753-4E1D-8A9D-E6584E30F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440"/>
              <a:ext cx="3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CD</a:t>
              </a:r>
            </a:p>
          </p:txBody>
        </p:sp>
        <p:sp>
          <p:nvSpPr>
            <p:cNvPr id="60471" name="Text Box 43">
              <a:extLst>
                <a:ext uri="{FF2B5EF4-FFF2-40B4-BE49-F238E27FC236}">
                  <a16:creationId xmlns:a16="http://schemas.microsoft.com/office/drawing/2014/main" id="{DA9605C0-530F-4BD6-82C7-B5F75B096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7" y="1104"/>
              <a:ext cx="3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60472" name="Text Box 44">
              <a:extLst>
                <a:ext uri="{FF2B5EF4-FFF2-40B4-BE49-F238E27FC236}">
                  <a16:creationId xmlns:a16="http://schemas.microsoft.com/office/drawing/2014/main" id="{BABCB375-6FC4-4C8F-9C6D-92DA7AA45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344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00 </a:t>
              </a:r>
              <a:r>
                <a:rPr lang="zh-CN" altLang="en-US" sz="20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  01  </a:t>
              </a:r>
              <a:r>
                <a:rPr lang="zh-CN" altLang="en-US" sz="20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  11</a:t>
              </a:r>
              <a:r>
                <a:rPr lang="zh-CN" altLang="en-US" sz="20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   10</a:t>
              </a:r>
            </a:p>
          </p:txBody>
        </p:sp>
        <p:sp>
          <p:nvSpPr>
            <p:cNvPr id="60473" name="Text Box 45">
              <a:extLst>
                <a:ext uri="{FF2B5EF4-FFF2-40B4-BE49-F238E27FC236}">
                  <a16:creationId xmlns:a16="http://schemas.microsoft.com/office/drawing/2014/main" id="{F965F0F6-F4FB-44BA-900D-3BB28521F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718"/>
              <a:ext cx="320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grpSp>
          <p:nvGrpSpPr>
            <p:cNvPr id="60474" name="Group 46">
              <a:extLst>
                <a:ext uri="{FF2B5EF4-FFF2-40B4-BE49-F238E27FC236}">
                  <a16:creationId xmlns:a16="http://schemas.microsoft.com/office/drawing/2014/main" id="{F5430E00-D086-4932-B013-90050B5EBA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4" y="1392"/>
              <a:ext cx="1776" cy="1776"/>
              <a:chOff x="864" y="144"/>
              <a:chExt cx="1776" cy="1776"/>
            </a:xfrm>
          </p:grpSpPr>
          <p:sp>
            <p:nvSpPr>
              <p:cNvPr id="60475" name="Line 47">
                <a:extLst>
                  <a:ext uri="{FF2B5EF4-FFF2-40B4-BE49-F238E27FC236}">
                    <a16:creationId xmlns:a16="http://schemas.microsoft.com/office/drawing/2014/main" id="{32740ABE-4552-40A9-9A54-AE9BEF41C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76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76" name="Line 48">
                <a:extLst>
                  <a:ext uri="{FF2B5EF4-FFF2-40B4-BE49-F238E27FC236}">
                    <a16:creationId xmlns:a16="http://schemas.microsoft.com/office/drawing/2014/main" id="{48190045-9B3F-423A-8847-C48606269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77" name="Line 49">
                <a:extLst>
                  <a:ext uri="{FF2B5EF4-FFF2-40B4-BE49-F238E27FC236}">
                    <a16:creationId xmlns:a16="http://schemas.microsoft.com/office/drawing/2014/main" id="{DB1B83EC-35C5-4963-9886-452A7BB77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78" name="Line 50">
                <a:extLst>
                  <a:ext uri="{FF2B5EF4-FFF2-40B4-BE49-F238E27FC236}">
                    <a16:creationId xmlns:a16="http://schemas.microsoft.com/office/drawing/2014/main" id="{BF3362AB-5FEA-4B60-B1BB-35963932C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79" name="Rectangle 51">
                <a:extLst>
                  <a:ext uri="{FF2B5EF4-FFF2-40B4-BE49-F238E27FC236}">
                    <a16:creationId xmlns:a16="http://schemas.microsoft.com/office/drawing/2014/main" id="{D81E7454-2D27-43DC-BACF-9000599F9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84"/>
                <a:ext cx="1536" cy="1536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80" name="Line 52">
                <a:extLst>
                  <a:ext uri="{FF2B5EF4-FFF2-40B4-BE49-F238E27FC236}">
                    <a16:creationId xmlns:a16="http://schemas.microsoft.com/office/drawing/2014/main" id="{23CA9B3F-EBDA-4E14-B19E-5D7F3CE8D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64" y="14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81" name="Line 53">
                <a:extLst>
                  <a:ext uri="{FF2B5EF4-FFF2-40B4-BE49-F238E27FC236}">
                    <a16:creationId xmlns:a16="http://schemas.microsoft.com/office/drawing/2014/main" id="{B774444B-43E5-426D-9111-96D6DCB8F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152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82" name="Line 54">
                <a:extLst>
                  <a:ext uri="{FF2B5EF4-FFF2-40B4-BE49-F238E27FC236}">
                    <a16:creationId xmlns:a16="http://schemas.microsoft.com/office/drawing/2014/main" id="{B6753121-7B88-4FA5-BD63-21D52163D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536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A5BFB7FA-8797-47D0-8A9A-5653AD6B72EA}"/>
              </a:ext>
            </a:extLst>
          </p:cNvPr>
          <p:cNvGrpSpPr>
            <a:grpSpLocks/>
          </p:cNvGrpSpPr>
          <p:nvPr/>
        </p:nvGrpSpPr>
        <p:grpSpPr bwMode="auto">
          <a:xfrm>
            <a:off x="5868988" y="3173413"/>
            <a:ext cx="2235200" cy="2232025"/>
            <a:chOff x="839" y="2523"/>
            <a:chExt cx="1408" cy="1406"/>
          </a:xfrm>
        </p:grpSpPr>
        <p:sp>
          <p:nvSpPr>
            <p:cNvPr id="60460" name="Text Box 57">
              <a:extLst>
                <a:ext uri="{FF2B5EF4-FFF2-40B4-BE49-F238E27FC236}">
                  <a16:creationId xmlns:a16="http://schemas.microsoft.com/office/drawing/2014/main" id="{209BBBB4-DEA9-4B8D-8BB0-DB307F751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6" y="2523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1" name="Text Box 58">
              <a:extLst>
                <a:ext uri="{FF2B5EF4-FFF2-40B4-BE49-F238E27FC236}">
                  <a16:creationId xmlns:a16="http://schemas.microsoft.com/office/drawing/2014/main" id="{F9C19768-C698-4605-AAF5-136113FF6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9" y="2523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60462" name="Text Box 60">
              <a:extLst>
                <a:ext uri="{FF2B5EF4-FFF2-40B4-BE49-F238E27FC236}">
                  <a16:creationId xmlns:a16="http://schemas.microsoft.com/office/drawing/2014/main" id="{7BC5CFD0-D496-4DF4-9E19-70D839794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2908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3" name="Text Box 61">
              <a:extLst>
                <a:ext uri="{FF2B5EF4-FFF2-40B4-BE49-F238E27FC236}">
                  <a16:creationId xmlns:a16="http://schemas.microsoft.com/office/drawing/2014/main" id="{AF602086-F5E0-450B-B0C7-63637DF87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2908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60464" name="Text Box 62">
              <a:extLst>
                <a:ext uri="{FF2B5EF4-FFF2-40B4-BE49-F238E27FC236}">
                  <a16:creationId xmlns:a16="http://schemas.microsoft.com/office/drawing/2014/main" id="{E3FE63C9-6CF1-4447-B24C-06C8B22B6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2908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60465" name="Text Box 64">
              <a:extLst>
                <a:ext uri="{FF2B5EF4-FFF2-40B4-BE49-F238E27FC236}">
                  <a16:creationId xmlns:a16="http://schemas.microsoft.com/office/drawing/2014/main" id="{65FCC1EF-046F-453F-B2E2-02589BCC1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3271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6" name="Text Box 65">
              <a:extLst>
                <a:ext uri="{FF2B5EF4-FFF2-40B4-BE49-F238E27FC236}">
                  <a16:creationId xmlns:a16="http://schemas.microsoft.com/office/drawing/2014/main" id="{DAD1AB2B-D77B-4234-B47F-3C48561B3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3271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7" name="Text Box 66">
              <a:extLst>
                <a:ext uri="{FF2B5EF4-FFF2-40B4-BE49-F238E27FC236}">
                  <a16:creationId xmlns:a16="http://schemas.microsoft.com/office/drawing/2014/main" id="{8224B869-11F0-41D4-8F47-0A50841F2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271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60468" name="Text Box 67">
              <a:extLst>
                <a:ext uri="{FF2B5EF4-FFF2-40B4-BE49-F238E27FC236}">
                  <a16:creationId xmlns:a16="http://schemas.microsoft.com/office/drawing/2014/main" id="{0269A0AE-E7E3-491B-8C69-1951A11DA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4" y="3271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9" name="Text Box 70">
              <a:extLst>
                <a:ext uri="{FF2B5EF4-FFF2-40B4-BE49-F238E27FC236}">
                  <a16:creationId xmlns:a16="http://schemas.microsoft.com/office/drawing/2014/main" id="{3D1D9CEB-76F2-4DB0-B4D7-0272AB1F8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679"/>
              <a:ext cx="2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</p:grpSp>
      <p:sp>
        <p:nvSpPr>
          <p:cNvPr id="125" name="Rectangle 72">
            <a:extLst>
              <a:ext uri="{FF2B5EF4-FFF2-40B4-BE49-F238E27FC236}">
                <a16:creationId xmlns:a16="http://schemas.microsoft.com/office/drawing/2014/main" id="{71111353-623E-4C62-A0EB-41EA90DC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163" y="3152775"/>
            <a:ext cx="936625" cy="1008063"/>
          </a:xfrm>
          <a:prstGeom prst="rect">
            <a:avLst/>
          </a:prstGeom>
          <a:noFill/>
          <a:ln w="19050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" name="Rectangle 74">
            <a:extLst>
              <a:ext uri="{FF2B5EF4-FFF2-40B4-BE49-F238E27FC236}">
                <a16:creationId xmlns:a16="http://schemas.microsoft.com/office/drawing/2014/main" id="{172EBA52-2821-46EE-AC4E-4884154CA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613" y="4953000"/>
            <a:ext cx="2232025" cy="503238"/>
          </a:xfrm>
          <a:prstGeom prst="rect">
            <a:avLst/>
          </a:prstGeom>
          <a:noFill/>
          <a:ln w="19050" algn="ctr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" name="Text Box 75">
            <a:extLst>
              <a:ext uri="{FF2B5EF4-FFF2-40B4-BE49-F238E27FC236}">
                <a16:creationId xmlns:a16="http://schemas.microsoft.com/office/drawing/2014/main" id="{2F492214-6F4B-442F-98E4-CF0C31041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25" y="5634038"/>
            <a:ext cx="3675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F=(</a:t>
            </a:r>
            <a:r>
              <a:rPr kumimoji="1" lang="en-US" altLang="zh-CN" sz="2400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A’+C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)(</a:t>
            </a:r>
            <a:r>
              <a:rPr kumimoji="1" lang="en-US" altLang="zh-CN" sz="24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C’+D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)(</a:t>
            </a:r>
            <a:r>
              <a:rPr kumimoji="1" lang="en-US" altLang="zh-CN" sz="2400" b="1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B+D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28" name="Text Box 76">
            <a:extLst>
              <a:ext uri="{FF2B5EF4-FFF2-40B4-BE49-F238E27FC236}">
                <a16:creationId xmlns:a16="http://schemas.microsoft.com/office/drawing/2014/main" id="{1A41F2EF-04B4-461D-AA4D-E5BFBAB68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5678488"/>
            <a:ext cx="3148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F= </a:t>
            </a:r>
            <a:r>
              <a:rPr kumimoji="1" lang="en-US" altLang="zh-CN" sz="2400" b="1">
                <a:solidFill>
                  <a:srgbClr val="0A419B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A’·D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+</a:t>
            </a:r>
            <a:r>
              <a:rPr kumimoji="1" lang="en-US" altLang="zh-CN" sz="24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C·D</a:t>
            </a: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+</a:t>
            </a:r>
            <a:r>
              <a:rPr kumimoji="1" lang="en-US" altLang="zh-CN" sz="2400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B·C’</a:t>
            </a:r>
            <a:endParaRPr kumimoji="1" lang="en-US" altLang="zh-CN" sz="2400" b="1">
              <a:solidFill>
                <a:srgbClr val="7030A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9" name="Text Box 77">
            <a:extLst>
              <a:ext uri="{FF2B5EF4-FFF2-40B4-BE49-F238E27FC236}">
                <a16:creationId xmlns:a16="http://schemas.microsoft.com/office/drawing/2014/main" id="{8F9E461B-DCD8-4705-9315-1097A38EF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450" y="2157413"/>
            <a:ext cx="1071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A419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MSOP</a:t>
            </a:r>
          </a:p>
        </p:txBody>
      </p:sp>
      <p:sp>
        <p:nvSpPr>
          <p:cNvPr id="130" name="Text Box 78">
            <a:extLst>
              <a:ext uri="{FF2B5EF4-FFF2-40B4-BE49-F238E27FC236}">
                <a16:creationId xmlns:a16="http://schemas.microsoft.com/office/drawing/2014/main" id="{50D319F2-594A-4916-9D69-F733F6CC2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2112963"/>
            <a:ext cx="1073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A419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MPOS</a:t>
            </a:r>
          </a:p>
        </p:txBody>
      </p:sp>
      <p:sp>
        <p:nvSpPr>
          <p:cNvPr id="131" name="Text Box 22">
            <a:extLst>
              <a:ext uri="{FF2B5EF4-FFF2-40B4-BE49-F238E27FC236}">
                <a16:creationId xmlns:a16="http://schemas.microsoft.com/office/drawing/2014/main" id="{E22498E4-3E31-4E23-AFF6-769C54B51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3179763"/>
            <a:ext cx="433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2" name="Text Box 25">
            <a:extLst>
              <a:ext uri="{FF2B5EF4-FFF2-40B4-BE49-F238E27FC236}">
                <a16:creationId xmlns:a16="http://schemas.microsoft.com/office/drawing/2014/main" id="{42F126D4-B784-4AFD-9F6E-B52B31A8B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538" y="3790950"/>
            <a:ext cx="433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3" name="Text Box 29">
            <a:extLst>
              <a:ext uri="{FF2B5EF4-FFF2-40B4-BE49-F238E27FC236}">
                <a16:creationId xmlns:a16="http://schemas.microsoft.com/office/drawing/2014/main" id="{AD32C730-59C0-4E66-A4CB-C8CBE5A85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538" y="4367213"/>
            <a:ext cx="433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4" name="Text Box 30">
            <a:extLst>
              <a:ext uri="{FF2B5EF4-FFF2-40B4-BE49-F238E27FC236}">
                <a16:creationId xmlns:a16="http://schemas.microsoft.com/office/drawing/2014/main" id="{BE8F36F7-F6BB-4E0F-8AFF-31C682A77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238" y="4367213"/>
            <a:ext cx="433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5" name="Text Box 32">
            <a:extLst>
              <a:ext uri="{FF2B5EF4-FFF2-40B4-BE49-F238E27FC236}">
                <a16:creationId xmlns:a16="http://schemas.microsoft.com/office/drawing/2014/main" id="{9F58DBB8-EDC5-4F44-B253-E568FF720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350" y="4367213"/>
            <a:ext cx="433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6" name="Text Box 23">
            <a:extLst>
              <a:ext uri="{FF2B5EF4-FFF2-40B4-BE49-F238E27FC236}">
                <a16:creationId xmlns:a16="http://schemas.microsoft.com/office/drawing/2014/main" id="{029E9D68-E803-42C0-802F-A724C5B0B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3179763"/>
            <a:ext cx="433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37" name="Text Box 26">
            <a:extLst>
              <a:ext uri="{FF2B5EF4-FFF2-40B4-BE49-F238E27FC236}">
                <a16:creationId xmlns:a16="http://schemas.microsoft.com/office/drawing/2014/main" id="{4100ECFE-A554-437F-87A1-16D6302DF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238" y="3790950"/>
            <a:ext cx="433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38" name="Text Box 27">
            <a:extLst>
              <a:ext uri="{FF2B5EF4-FFF2-40B4-BE49-F238E27FC236}">
                <a16:creationId xmlns:a16="http://schemas.microsoft.com/office/drawing/2014/main" id="{4A3D2B73-E757-41CB-B708-6EBA7D9FE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3790950"/>
            <a:ext cx="433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39" name="Text Box 31">
            <a:extLst>
              <a:ext uri="{FF2B5EF4-FFF2-40B4-BE49-F238E27FC236}">
                <a16:creationId xmlns:a16="http://schemas.microsoft.com/office/drawing/2014/main" id="{7E41923D-F235-47CB-948C-1087BBA88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4367213"/>
            <a:ext cx="433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40" name="Text Box 35">
            <a:extLst>
              <a:ext uri="{FF2B5EF4-FFF2-40B4-BE49-F238E27FC236}">
                <a16:creationId xmlns:a16="http://schemas.microsoft.com/office/drawing/2014/main" id="{C6BBB7CF-4658-4770-94DE-16AB75A2F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5014913"/>
            <a:ext cx="433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pic>
        <p:nvPicPr>
          <p:cNvPr id="141" name="Picture 21" descr="u=510799256,4278680063&amp;gp=28">
            <a:hlinkClick r:id="rId3"/>
            <a:extLst>
              <a:ext uri="{FF2B5EF4-FFF2-40B4-BE49-F238E27FC236}">
                <a16:creationId xmlns:a16="http://schemas.microsoft.com/office/drawing/2014/main" id="{DD3F99B0-1024-43E8-9C57-A5AD143A9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1989138"/>
            <a:ext cx="6302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" name="Text Box 56">
            <a:extLst>
              <a:ext uri="{FF2B5EF4-FFF2-40B4-BE49-F238E27FC236}">
                <a16:creationId xmlns:a16="http://schemas.microsoft.com/office/drawing/2014/main" id="{C9574E00-A610-4F83-A41D-53CDF504B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173413"/>
            <a:ext cx="433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3" name="Text Box 59">
            <a:extLst>
              <a:ext uri="{FF2B5EF4-FFF2-40B4-BE49-F238E27FC236}">
                <a16:creationId xmlns:a16="http://schemas.microsoft.com/office/drawing/2014/main" id="{6CD36ED1-765C-43B0-9A37-EB2FCA3EC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213" y="3173413"/>
            <a:ext cx="433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4" name="Text Box 63">
            <a:extLst>
              <a:ext uri="{FF2B5EF4-FFF2-40B4-BE49-F238E27FC236}">
                <a16:creationId xmlns:a16="http://schemas.microsoft.com/office/drawing/2014/main" id="{07758EE5-EB31-4B2D-9D34-0BD1EA5A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3784600"/>
            <a:ext cx="433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5" name="Text Box 68">
            <a:extLst>
              <a:ext uri="{FF2B5EF4-FFF2-40B4-BE49-F238E27FC236}">
                <a16:creationId xmlns:a16="http://schemas.microsoft.com/office/drawing/2014/main" id="{A069240A-CACF-4ACC-981F-DA9E0C8CA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5008563"/>
            <a:ext cx="433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6" name="Text Box 69">
            <a:extLst>
              <a:ext uri="{FF2B5EF4-FFF2-40B4-BE49-F238E27FC236}">
                <a16:creationId xmlns:a16="http://schemas.microsoft.com/office/drawing/2014/main" id="{6FEA2FC0-B7AF-4773-AB49-E9F415E01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5008563"/>
            <a:ext cx="433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7" name="Text Box 71">
            <a:extLst>
              <a:ext uri="{FF2B5EF4-FFF2-40B4-BE49-F238E27FC236}">
                <a16:creationId xmlns:a16="http://schemas.microsoft.com/office/drawing/2014/main" id="{BADD13D1-27B6-4E5A-AEA9-2EED34992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5008563"/>
            <a:ext cx="433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8" name="Group 25">
            <a:extLst>
              <a:ext uri="{FF2B5EF4-FFF2-40B4-BE49-F238E27FC236}">
                <a16:creationId xmlns:a16="http://schemas.microsoft.com/office/drawing/2014/main" id="{0431C620-E981-4FF4-9358-9C006A3D0996}"/>
              </a:ext>
            </a:extLst>
          </p:cNvPr>
          <p:cNvGrpSpPr>
            <a:grpSpLocks/>
          </p:cNvGrpSpPr>
          <p:nvPr/>
        </p:nvGrpSpPr>
        <p:grpSpPr bwMode="auto">
          <a:xfrm>
            <a:off x="5427663" y="2484438"/>
            <a:ext cx="3273425" cy="3460750"/>
            <a:chOff x="1668" y="1741"/>
            <a:chExt cx="2062" cy="2180"/>
          </a:xfrm>
        </p:grpSpPr>
        <p:sp>
          <p:nvSpPr>
            <p:cNvPr id="60456" name="AutoShape 26">
              <a:extLst>
                <a:ext uri="{FF2B5EF4-FFF2-40B4-BE49-F238E27FC236}">
                  <a16:creationId xmlns:a16="http://schemas.microsoft.com/office/drawing/2014/main" id="{D051331F-316F-4CD5-BB0A-AC027B5167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60375">
              <a:off x="1668" y="1741"/>
              <a:ext cx="494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1 w 21600"/>
                <a:gd name="T13" fmla="*/ 0 h 21600"/>
                <a:gd name="T14" fmla="*/ 21469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57" name="AutoShape 27">
              <a:extLst>
                <a:ext uri="{FF2B5EF4-FFF2-40B4-BE49-F238E27FC236}">
                  <a16:creationId xmlns:a16="http://schemas.microsoft.com/office/drawing/2014/main" id="{F76BD648-CD71-4BC1-854A-3CC159DC81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350249">
              <a:off x="3130" y="3187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58" name="AutoShape 28">
              <a:extLst>
                <a:ext uri="{FF2B5EF4-FFF2-40B4-BE49-F238E27FC236}">
                  <a16:creationId xmlns:a16="http://schemas.microsoft.com/office/drawing/2014/main" id="{B676D635-0624-4FFA-8BE1-546B9C0F2B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65196">
              <a:off x="3115" y="1741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59" name="AutoShape 29">
              <a:extLst>
                <a:ext uri="{FF2B5EF4-FFF2-40B4-BE49-F238E27FC236}">
                  <a16:creationId xmlns:a16="http://schemas.microsoft.com/office/drawing/2014/main" id="{CF1E00B8-F06E-4B52-8C6F-C6780EA94B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266075">
              <a:off x="1685" y="3201"/>
              <a:ext cx="48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35 w 21600"/>
                <a:gd name="T13" fmla="*/ 0 h 21600"/>
                <a:gd name="T14" fmla="*/ 21465 w 21600"/>
                <a:gd name="T15" fmla="*/ 12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50" y="9650"/>
                  </a:moveTo>
                  <a:cubicBezTo>
                    <a:pt x="1633" y="4707"/>
                    <a:pt x="5823" y="982"/>
                    <a:pt x="10800" y="983"/>
                  </a:cubicBezTo>
                  <a:cubicBezTo>
                    <a:pt x="15776" y="983"/>
                    <a:pt x="19966" y="4707"/>
                    <a:pt x="20549" y="9650"/>
                  </a:cubicBezTo>
                  <a:lnTo>
                    <a:pt x="21525" y="9534"/>
                  </a:lnTo>
                  <a:cubicBezTo>
                    <a:pt x="20884" y="4097"/>
                    <a:pt x="16275" y="-1"/>
                    <a:pt x="10799" y="0"/>
                  </a:cubicBezTo>
                  <a:cubicBezTo>
                    <a:pt x="5324" y="0"/>
                    <a:pt x="715" y="4097"/>
                    <a:pt x="74" y="9534"/>
                  </a:cubicBezTo>
                  <a:lnTo>
                    <a:pt x="105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4F897CD8-770C-4119-BAFA-C8A5697025EF}"/>
              </a:ext>
            </a:extLst>
          </p:cNvPr>
          <p:cNvSpPr txBox="1"/>
          <p:nvPr/>
        </p:nvSpPr>
        <p:spPr>
          <a:xfrm>
            <a:off x="3357563" y="2079625"/>
            <a:ext cx="1965325" cy="522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i="1" u="sng" dirty="0">
                <a:solidFill>
                  <a:srgbClr val="FF0000"/>
                </a:solidFill>
                <a:latin typeface="+mn-lt"/>
              </a:rPr>
              <a:t>EDA tools~~</a:t>
            </a:r>
            <a:endParaRPr lang="zh-CN" altLang="en-US" sz="2800" b="1" i="1" u="sng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0454" name="日期占位符 1">
            <a:extLst>
              <a:ext uri="{FF2B5EF4-FFF2-40B4-BE49-F238E27FC236}">
                <a16:creationId xmlns:a16="http://schemas.microsoft.com/office/drawing/2014/main" id="{F42EE6BC-88E5-48E6-8C06-F6A9A94A8A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0470C93-FB12-4C7C-80B2-209BEC89D7ED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6" name="Text Box 62">
            <a:extLst>
              <a:ext uri="{FF2B5EF4-FFF2-40B4-BE49-F238E27FC236}">
                <a16:creationId xmlns:a16="http://schemas.microsoft.com/office/drawing/2014/main" id="{64647943-35DD-4248-BE93-345071A73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712" y="3417887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87" name="Text Box 63">
            <a:extLst>
              <a:ext uri="{FF2B5EF4-FFF2-40B4-BE49-F238E27FC236}">
                <a16:creationId xmlns:a16="http://schemas.microsoft.com/office/drawing/2014/main" id="{EA463690-D68F-4A94-AB72-E4FDF9B7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312" y="3417887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88" name="Text Box 64">
            <a:extLst>
              <a:ext uri="{FF2B5EF4-FFF2-40B4-BE49-F238E27FC236}">
                <a16:creationId xmlns:a16="http://schemas.microsoft.com/office/drawing/2014/main" id="{0BEF8613-9D90-4A66-AF49-8AF8628A7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987" y="3417887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89" name="Text Box 65">
            <a:extLst>
              <a:ext uri="{FF2B5EF4-FFF2-40B4-BE49-F238E27FC236}">
                <a16:creationId xmlns:a16="http://schemas.microsoft.com/office/drawing/2014/main" id="{21E1D69B-5C7A-4398-AA3F-8D913ED52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712" y="4027487"/>
            <a:ext cx="241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0" name="Text Box 66">
            <a:extLst>
              <a:ext uri="{FF2B5EF4-FFF2-40B4-BE49-F238E27FC236}">
                <a16:creationId xmlns:a16="http://schemas.microsoft.com/office/drawing/2014/main" id="{F14E4F1B-1C72-4C4A-9203-E06DDF2AB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312" y="4027487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4" name="Text Box 67">
            <a:extLst>
              <a:ext uri="{FF2B5EF4-FFF2-40B4-BE49-F238E27FC236}">
                <a16:creationId xmlns:a16="http://schemas.microsoft.com/office/drawing/2014/main" id="{06E91CDE-DC4D-48C8-ACB1-B2BFF2D00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987" y="4027487"/>
            <a:ext cx="346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13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5" name="Text Box 68">
            <a:extLst>
              <a:ext uri="{FF2B5EF4-FFF2-40B4-BE49-F238E27FC236}">
                <a16:creationId xmlns:a16="http://schemas.microsoft.com/office/drawing/2014/main" id="{771DE16A-1DC6-4ACC-89E6-1F0210A4D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512" y="4027487"/>
            <a:ext cx="279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9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6" name="Text Box 69">
            <a:extLst>
              <a:ext uri="{FF2B5EF4-FFF2-40B4-BE49-F238E27FC236}">
                <a16:creationId xmlns:a16="http://schemas.microsoft.com/office/drawing/2014/main" id="{9B06A80B-5946-4936-8F5C-7982691B4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712" y="4643437"/>
            <a:ext cx="2889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7" name="Text Box 70">
            <a:extLst>
              <a:ext uri="{FF2B5EF4-FFF2-40B4-BE49-F238E27FC236}">
                <a16:creationId xmlns:a16="http://schemas.microsoft.com/office/drawing/2014/main" id="{4EC6EB97-7C00-4B0B-A975-E1DDBA85A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312" y="4652962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7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8" name="Text Box 71">
            <a:extLst>
              <a:ext uri="{FF2B5EF4-FFF2-40B4-BE49-F238E27FC236}">
                <a16:creationId xmlns:a16="http://schemas.microsoft.com/office/drawing/2014/main" id="{E4050B6D-BEA7-462A-9EEC-8F8CDC760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524" y="4637087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99" name="Text Box 72">
            <a:extLst>
              <a:ext uri="{FF2B5EF4-FFF2-40B4-BE49-F238E27FC236}">
                <a16:creationId xmlns:a16="http://schemas.microsoft.com/office/drawing/2014/main" id="{4B9831A2-112B-4AC2-AA28-A7BA435E6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062" y="5246687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0" name="Text Box 73">
            <a:extLst>
              <a:ext uri="{FF2B5EF4-FFF2-40B4-BE49-F238E27FC236}">
                <a16:creationId xmlns:a16="http://schemas.microsoft.com/office/drawing/2014/main" id="{919414CE-E5E6-443E-A033-4A70E791A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312" y="5262562"/>
            <a:ext cx="26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6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1" name="Text Box 74">
            <a:extLst>
              <a:ext uri="{FF2B5EF4-FFF2-40B4-BE49-F238E27FC236}">
                <a16:creationId xmlns:a16="http://schemas.microsoft.com/office/drawing/2014/main" id="{3E14B096-DDD3-4923-AC7D-B98DF7456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524" y="5246687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2" name="Text Box 75">
            <a:extLst>
              <a:ext uri="{FF2B5EF4-FFF2-40B4-BE49-F238E27FC236}">
                <a16:creationId xmlns:a16="http://schemas.microsoft.com/office/drawing/2014/main" id="{DE832640-279B-4F95-B437-C2DC8869D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587" y="5246687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10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3" name="Text Box 76">
            <a:extLst>
              <a:ext uri="{FF2B5EF4-FFF2-40B4-BE49-F238E27FC236}">
                <a16:creationId xmlns:a16="http://schemas.microsoft.com/office/drawing/2014/main" id="{CB66C578-FBA2-4AE6-9BFF-E9A0AAA69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512" y="3417887"/>
            <a:ext cx="276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8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4" name="Text Box 77">
            <a:extLst>
              <a:ext uri="{FF2B5EF4-FFF2-40B4-BE49-F238E27FC236}">
                <a16:creationId xmlns:a16="http://schemas.microsoft.com/office/drawing/2014/main" id="{0755B5B7-3AED-4481-BB6F-4BCBDFFB9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587" y="4637087"/>
            <a:ext cx="2968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5" name="Text Box 62">
            <a:extLst>
              <a:ext uri="{FF2B5EF4-FFF2-40B4-BE49-F238E27FC236}">
                <a16:creationId xmlns:a16="http://schemas.microsoft.com/office/drawing/2014/main" id="{BA561EB8-74AF-4EEA-9AF2-82F3DB05C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7714" y="3384492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6" name="Text Box 63">
            <a:extLst>
              <a:ext uri="{FF2B5EF4-FFF2-40B4-BE49-F238E27FC236}">
                <a16:creationId xmlns:a16="http://schemas.microsoft.com/office/drawing/2014/main" id="{A25F072B-8CDD-4478-90E0-5B8870246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14" y="3384492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7" name="Text Box 64">
            <a:extLst>
              <a:ext uri="{FF2B5EF4-FFF2-40B4-BE49-F238E27FC236}">
                <a16:creationId xmlns:a16="http://schemas.microsoft.com/office/drawing/2014/main" id="{E2DDA37B-BA55-4CD1-B146-B00DE12B2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989" y="3384492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8" name="Text Box 65">
            <a:extLst>
              <a:ext uri="{FF2B5EF4-FFF2-40B4-BE49-F238E27FC236}">
                <a16:creationId xmlns:a16="http://schemas.microsoft.com/office/drawing/2014/main" id="{5BFABE2F-793B-4CBE-9C2F-B80BA994E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7714" y="3994092"/>
            <a:ext cx="241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9" name="Text Box 66">
            <a:extLst>
              <a:ext uri="{FF2B5EF4-FFF2-40B4-BE49-F238E27FC236}">
                <a16:creationId xmlns:a16="http://schemas.microsoft.com/office/drawing/2014/main" id="{BC24ED69-CF91-424E-884D-3B628669C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14" y="3994092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0" name="Text Box 67">
            <a:extLst>
              <a:ext uri="{FF2B5EF4-FFF2-40B4-BE49-F238E27FC236}">
                <a16:creationId xmlns:a16="http://schemas.microsoft.com/office/drawing/2014/main" id="{3C5CE3FC-2FC2-48FE-9A56-B40471340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989" y="3994092"/>
            <a:ext cx="346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13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1" name="Text Box 68">
            <a:extLst>
              <a:ext uri="{FF2B5EF4-FFF2-40B4-BE49-F238E27FC236}">
                <a16:creationId xmlns:a16="http://schemas.microsoft.com/office/drawing/2014/main" id="{BBC2C2CD-0175-4596-8FE3-2A949541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514" y="3994092"/>
            <a:ext cx="279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9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2" name="Text Box 69">
            <a:extLst>
              <a:ext uri="{FF2B5EF4-FFF2-40B4-BE49-F238E27FC236}">
                <a16:creationId xmlns:a16="http://schemas.microsoft.com/office/drawing/2014/main" id="{FA20410F-F5E6-4AA0-AE1A-8B77071D2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7714" y="4610042"/>
            <a:ext cx="2889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3" name="Text Box 70">
            <a:extLst>
              <a:ext uri="{FF2B5EF4-FFF2-40B4-BE49-F238E27FC236}">
                <a16:creationId xmlns:a16="http://schemas.microsoft.com/office/drawing/2014/main" id="{94FDF21B-C247-4D6E-A091-B667945F8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14" y="4619567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7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4" name="Text Box 71">
            <a:extLst>
              <a:ext uri="{FF2B5EF4-FFF2-40B4-BE49-F238E27FC236}">
                <a16:creationId xmlns:a16="http://schemas.microsoft.com/office/drawing/2014/main" id="{F70CE1F0-082F-4E27-9121-8128A3D31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526" y="4603692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15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5" name="Text Box 72">
            <a:extLst>
              <a:ext uri="{FF2B5EF4-FFF2-40B4-BE49-F238E27FC236}">
                <a16:creationId xmlns:a16="http://schemas.microsoft.com/office/drawing/2014/main" id="{A6E5EC6B-EEBD-47C8-977F-BF320D7BA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064" y="5213292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6" name="Text Box 73">
            <a:extLst>
              <a:ext uri="{FF2B5EF4-FFF2-40B4-BE49-F238E27FC236}">
                <a16:creationId xmlns:a16="http://schemas.microsoft.com/office/drawing/2014/main" id="{8CFA7828-8832-4430-B9EE-D06721E2E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14" y="5229167"/>
            <a:ext cx="26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6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7" name="Text Box 74">
            <a:extLst>
              <a:ext uri="{FF2B5EF4-FFF2-40B4-BE49-F238E27FC236}">
                <a16:creationId xmlns:a16="http://schemas.microsoft.com/office/drawing/2014/main" id="{9B6A81FF-66BC-423D-8EE9-A80D6C061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526" y="5213292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8" name="Text Box 75">
            <a:extLst>
              <a:ext uri="{FF2B5EF4-FFF2-40B4-BE49-F238E27FC236}">
                <a16:creationId xmlns:a16="http://schemas.microsoft.com/office/drawing/2014/main" id="{5A476D22-04B6-4E8B-B69A-48371C5FD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1589" y="5213292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10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9" name="Text Box 76">
            <a:extLst>
              <a:ext uri="{FF2B5EF4-FFF2-40B4-BE49-F238E27FC236}">
                <a16:creationId xmlns:a16="http://schemas.microsoft.com/office/drawing/2014/main" id="{59B7FE73-C728-4A9F-86E7-38C74388D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514" y="3384492"/>
            <a:ext cx="276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8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20" name="Text Box 77">
            <a:extLst>
              <a:ext uri="{FF2B5EF4-FFF2-40B4-BE49-F238E27FC236}">
                <a16:creationId xmlns:a16="http://schemas.microsoft.com/office/drawing/2014/main" id="{7E29DEFB-8E4F-4FFF-A155-AED8CED6C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1589" y="4603692"/>
            <a:ext cx="2968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96F7900F-2C48-320E-1A0F-B77816CE8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54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3CA14F97-A15C-475C-9CDD-B022F3C1F662}"/>
              </a:ext>
            </a:extLst>
          </p:cNvPr>
          <p:cNvGrpSpPr>
            <a:grpSpLocks/>
          </p:cNvGrpSpPr>
          <p:nvPr/>
        </p:nvGrpSpPr>
        <p:grpSpPr bwMode="auto">
          <a:xfrm>
            <a:off x="2216150" y="2252663"/>
            <a:ext cx="3289300" cy="3238500"/>
            <a:chOff x="2928" y="1128"/>
            <a:chExt cx="2072" cy="2040"/>
          </a:xfrm>
        </p:grpSpPr>
        <p:sp>
          <p:nvSpPr>
            <p:cNvPr id="61466" name="Text Box 7">
              <a:extLst>
                <a:ext uri="{FF2B5EF4-FFF2-40B4-BE49-F238E27FC236}">
                  <a16:creationId xmlns:a16="http://schemas.microsoft.com/office/drawing/2014/main" id="{20D91F8E-FD8F-4E6E-892A-DE0DE701D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355"/>
              <a:ext cx="3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CD</a:t>
              </a:r>
            </a:p>
          </p:txBody>
        </p:sp>
        <p:sp>
          <p:nvSpPr>
            <p:cNvPr id="61467" name="Text Box 8">
              <a:extLst>
                <a:ext uri="{FF2B5EF4-FFF2-40B4-BE49-F238E27FC236}">
                  <a16:creationId xmlns:a16="http://schemas.microsoft.com/office/drawing/2014/main" id="{0868F84E-1F00-487E-BBF4-949A53351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1128"/>
              <a:ext cx="3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61468" name="Text Box 9">
              <a:extLst>
                <a:ext uri="{FF2B5EF4-FFF2-40B4-BE49-F238E27FC236}">
                  <a16:creationId xmlns:a16="http://schemas.microsoft.com/office/drawing/2014/main" id="{45B991DE-2673-452C-A81C-D5D2E2D95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344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 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01  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11</a:t>
              </a:r>
              <a:r>
                <a:rPr kumimoji="1" lang="zh-CN" altLang="en-US" sz="2000" b="1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   10</a:t>
              </a:r>
            </a:p>
          </p:txBody>
        </p:sp>
        <p:sp>
          <p:nvSpPr>
            <p:cNvPr id="61469" name="Text Box 10">
              <a:extLst>
                <a:ext uri="{FF2B5EF4-FFF2-40B4-BE49-F238E27FC236}">
                  <a16:creationId xmlns:a16="http://schemas.microsoft.com/office/drawing/2014/main" id="{DF7A9DF0-ED21-45C4-AEEB-A6F4FC360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718"/>
              <a:ext cx="320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ahoma" panose="020B060403050404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grpSp>
          <p:nvGrpSpPr>
            <p:cNvPr id="61470" name="Group 11">
              <a:extLst>
                <a:ext uri="{FF2B5EF4-FFF2-40B4-BE49-F238E27FC236}">
                  <a16:creationId xmlns:a16="http://schemas.microsoft.com/office/drawing/2014/main" id="{A60EAABD-72B8-4E24-94BF-F87B27E7AB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4" y="1392"/>
              <a:ext cx="1776" cy="1776"/>
              <a:chOff x="864" y="144"/>
              <a:chExt cx="1776" cy="1776"/>
            </a:xfrm>
          </p:grpSpPr>
          <p:sp>
            <p:nvSpPr>
              <p:cNvPr id="61471" name="Line 12">
                <a:extLst>
                  <a:ext uri="{FF2B5EF4-FFF2-40B4-BE49-F238E27FC236}">
                    <a16:creationId xmlns:a16="http://schemas.microsoft.com/office/drawing/2014/main" id="{79D18010-2F66-420D-90D1-E83F4D145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76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2" name="Line 13">
                <a:extLst>
                  <a:ext uri="{FF2B5EF4-FFF2-40B4-BE49-F238E27FC236}">
                    <a16:creationId xmlns:a16="http://schemas.microsoft.com/office/drawing/2014/main" id="{994C2F9D-34EC-4D8D-A494-8A0782382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3" name="Line 14">
                <a:extLst>
                  <a:ext uri="{FF2B5EF4-FFF2-40B4-BE49-F238E27FC236}">
                    <a16:creationId xmlns:a16="http://schemas.microsoft.com/office/drawing/2014/main" id="{2BE7FA7A-34D5-4564-82BD-0446210F6F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4" name="Line 15">
                <a:extLst>
                  <a:ext uri="{FF2B5EF4-FFF2-40B4-BE49-F238E27FC236}">
                    <a16:creationId xmlns:a16="http://schemas.microsoft.com/office/drawing/2014/main" id="{381540D6-3468-4BB0-9A47-6C772F4EA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5" name="Rectangle 16">
                <a:extLst>
                  <a:ext uri="{FF2B5EF4-FFF2-40B4-BE49-F238E27FC236}">
                    <a16:creationId xmlns:a16="http://schemas.microsoft.com/office/drawing/2014/main" id="{FC25D4C8-A5C8-4E1D-BC6A-5E0E2EFC1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84"/>
                <a:ext cx="1536" cy="1536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61476" name="Line 17">
                <a:extLst>
                  <a:ext uri="{FF2B5EF4-FFF2-40B4-BE49-F238E27FC236}">
                    <a16:creationId xmlns:a16="http://schemas.microsoft.com/office/drawing/2014/main" id="{5A82E8FE-90BA-4D73-8F37-F70096CEB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64" y="14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7" name="Line 18">
                <a:extLst>
                  <a:ext uri="{FF2B5EF4-FFF2-40B4-BE49-F238E27FC236}">
                    <a16:creationId xmlns:a16="http://schemas.microsoft.com/office/drawing/2014/main" id="{8D016B67-4EE2-40C2-9810-5524B8A64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152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8" name="Line 19">
                <a:extLst>
                  <a:ext uri="{FF2B5EF4-FFF2-40B4-BE49-F238E27FC236}">
                    <a16:creationId xmlns:a16="http://schemas.microsoft.com/office/drawing/2014/main" id="{768070B5-9D84-45E2-A443-ECC9FFBFF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536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41" name="Text Box 3">
            <a:extLst>
              <a:ext uri="{FF2B5EF4-FFF2-40B4-BE49-F238E27FC236}">
                <a16:creationId xmlns:a16="http://schemas.microsoft.com/office/drawing/2014/main" id="{0E449E38-204C-4EE1-A542-759FFA239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922338"/>
            <a:ext cx="8408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/>
              <a:t>Minimizing the following function with Don’t Cares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id="{622489A3-5BEF-4D9E-81D6-C3268603B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1473200"/>
            <a:ext cx="76454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buFontTx/>
              <a:buNone/>
            </a:pPr>
            <a:r>
              <a:rPr lang="en-US" altLang="zh-CN" b="1" i="1">
                <a:latin typeface="Arial" panose="020B0604020202020204" pitchFamily="34" charset="0"/>
                <a:ea typeface="宋体" panose="02010600030101010101" pitchFamily="2" charset="-122"/>
              </a:rPr>
              <a:t>F(A,B,C,D) = A’B + B’C + BC’D</a:t>
            </a:r>
            <a:r>
              <a:rPr lang="en-US" altLang="zh-CN" b="1" i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b="1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d(14,15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1446" name="日期占位符 1">
            <a:extLst>
              <a:ext uri="{FF2B5EF4-FFF2-40B4-BE49-F238E27FC236}">
                <a16:creationId xmlns:a16="http://schemas.microsoft.com/office/drawing/2014/main" id="{085DC044-81D5-4CBD-81A7-9F88EDB01F1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27C19094-AC46-48CE-852D-2384F52FCE1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CB700FFB-D4F5-42D7-A55F-F18498186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413250"/>
            <a:ext cx="2339975" cy="944563"/>
          </a:xfrm>
          <a:prstGeom prst="roundRect">
            <a:avLst>
              <a:gd name="adj" fmla="val 36458"/>
            </a:avLst>
          </a:prstGeom>
          <a:noFill/>
          <a:ln w="38100" cap="sq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512736B1-9062-4060-82E4-C4DDD2FE4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141663"/>
            <a:ext cx="630238" cy="2266950"/>
          </a:xfrm>
          <a:prstGeom prst="roundRect">
            <a:avLst>
              <a:gd name="adj" fmla="val 21579"/>
            </a:avLst>
          </a:prstGeom>
          <a:noFill/>
          <a:ln w="57150" cap="sq" cmpd="thickThin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25" name="AutoShape 30">
            <a:extLst>
              <a:ext uri="{FF2B5EF4-FFF2-40B4-BE49-F238E27FC236}">
                <a16:creationId xmlns:a16="http://schemas.microsoft.com/office/drawing/2014/main" id="{4A0DA178-8F18-46B4-B39E-B983FBA12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2297113"/>
            <a:ext cx="1143000" cy="523875"/>
          </a:xfrm>
          <a:prstGeom prst="wedgeRoundRectCallout">
            <a:avLst>
              <a:gd name="adj1" fmla="val -179190"/>
              <a:gd name="adj2" fmla="val 155148"/>
              <a:gd name="adj3" fmla="val 16667"/>
            </a:avLst>
          </a:prstGeom>
          <a:noFill/>
          <a:ln w="1905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A’B</a:t>
            </a:r>
          </a:p>
        </p:txBody>
      </p:sp>
      <p:sp>
        <p:nvSpPr>
          <p:cNvPr id="26" name="Text Box 31">
            <a:extLst>
              <a:ext uri="{FF2B5EF4-FFF2-40B4-BE49-F238E27FC236}">
                <a16:creationId xmlns:a16="http://schemas.microsoft.com/office/drawing/2014/main" id="{89E8C265-3A9A-40CB-AB1C-1F2603801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5734050"/>
            <a:ext cx="32178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F = A’B+BD+C</a:t>
            </a:r>
          </a:p>
        </p:txBody>
      </p:sp>
      <p:sp>
        <p:nvSpPr>
          <p:cNvPr id="27" name="AutoShape 29">
            <a:extLst>
              <a:ext uri="{FF2B5EF4-FFF2-40B4-BE49-F238E27FC236}">
                <a16:creationId xmlns:a16="http://schemas.microsoft.com/office/drawing/2014/main" id="{CAD9DC7A-068F-44AD-B5E3-5A40333F9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5" y="4997450"/>
            <a:ext cx="495300" cy="411163"/>
          </a:xfrm>
          <a:prstGeom prst="wedgeRoundRectCallout">
            <a:avLst>
              <a:gd name="adj1" fmla="val -267444"/>
              <a:gd name="adj2" fmla="val -4963"/>
              <a:gd name="adj3" fmla="val 16667"/>
            </a:avLst>
          </a:prstGeom>
          <a:noFill/>
          <a:ln w="19050">
            <a:solidFill>
              <a:srgbClr val="DA0CD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DA0CD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8" name="Text Box 21">
            <a:extLst>
              <a:ext uri="{FF2B5EF4-FFF2-40B4-BE49-F238E27FC236}">
                <a16:creationId xmlns:a16="http://schemas.microsoft.com/office/drawing/2014/main" id="{162C7DF0-1046-454C-8B07-1F297A849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788" y="4368800"/>
            <a:ext cx="379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 Box 21">
            <a:extLst>
              <a:ext uri="{FF2B5EF4-FFF2-40B4-BE49-F238E27FC236}">
                <a16:creationId xmlns:a16="http://schemas.microsoft.com/office/drawing/2014/main" id="{E04ACCA7-EC49-454B-917B-B6F95A64D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788" y="4953000"/>
            <a:ext cx="379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kumimoji="1" lang="zh-CN" altLang="en-US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Text Box 21">
            <a:extLst>
              <a:ext uri="{FF2B5EF4-FFF2-40B4-BE49-F238E27FC236}">
                <a16:creationId xmlns:a16="http://schemas.microsoft.com/office/drawing/2014/main" id="{CF871D7A-DF3D-4218-9546-A547A8D17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200" y="376396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Text Box 21">
            <a:extLst>
              <a:ext uri="{FF2B5EF4-FFF2-40B4-BE49-F238E27FC236}">
                <a16:creationId xmlns:a16="http://schemas.microsoft.com/office/drawing/2014/main" id="{6BD857AA-2CEA-4E60-A4C2-A11309368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50" y="43688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Text Box 21">
            <a:extLst>
              <a:ext uri="{FF2B5EF4-FFF2-40B4-BE49-F238E27FC236}">
                <a16:creationId xmlns:a16="http://schemas.microsoft.com/office/drawing/2014/main" id="{C20C5784-1C76-4372-97EA-ACC410C3E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50" y="4953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Text Box 21">
            <a:extLst>
              <a:ext uri="{FF2B5EF4-FFF2-40B4-BE49-F238E27FC236}">
                <a16:creationId xmlns:a16="http://schemas.microsoft.com/office/drawing/2014/main" id="{BDADE4B0-E59F-4063-A1F7-F08D480A0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1588" y="373856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Text Box 21">
            <a:extLst>
              <a:ext uri="{FF2B5EF4-FFF2-40B4-BE49-F238E27FC236}">
                <a16:creationId xmlns:a16="http://schemas.microsoft.com/office/drawing/2014/main" id="{735097E3-E346-4347-B74A-8FC7287BC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438626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Text Box 21">
            <a:extLst>
              <a:ext uri="{FF2B5EF4-FFF2-40B4-BE49-F238E27FC236}">
                <a16:creationId xmlns:a16="http://schemas.microsoft.com/office/drawing/2014/main" id="{83F77ED6-561C-4825-8AED-9C22FAAE3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138" y="49545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Text Box 21">
            <a:extLst>
              <a:ext uri="{FF2B5EF4-FFF2-40B4-BE49-F238E27FC236}">
                <a16:creationId xmlns:a16="http://schemas.microsoft.com/office/drawing/2014/main" id="{0C68139F-0BD3-4807-B3EA-E8FE3AFED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436721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Text Box 21">
            <a:extLst>
              <a:ext uri="{FF2B5EF4-FFF2-40B4-BE49-F238E27FC236}">
                <a16:creationId xmlns:a16="http://schemas.microsoft.com/office/drawing/2014/main" id="{BA674B4D-C6F3-45DB-BF53-94FBBCDAC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4113" y="4953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Text Box 21">
            <a:extLst>
              <a:ext uri="{FF2B5EF4-FFF2-40B4-BE49-F238E27FC236}">
                <a16:creationId xmlns:a16="http://schemas.microsoft.com/office/drawing/2014/main" id="{4514FEA8-AD26-4806-B3E7-C6A01A762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6350" y="314166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AutoShape 19">
            <a:extLst>
              <a:ext uri="{FF2B5EF4-FFF2-40B4-BE49-F238E27FC236}">
                <a16:creationId xmlns:a16="http://schemas.microsoft.com/office/drawing/2014/main" id="{6E556EFA-E17F-46AB-8481-8C9D50AA5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008313"/>
            <a:ext cx="800100" cy="528637"/>
          </a:xfrm>
          <a:prstGeom prst="wedgeRoundRectCallout">
            <a:avLst>
              <a:gd name="adj1" fmla="val -319241"/>
              <a:gd name="adj2" fmla="val 106440"/>
              <a:gd name="adj3" fmla="val 16667"/>
            </a:avLst>
          </a:prstGeom>
          <a:noFill/>
          <a:ln w="12700" cap="sq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BD</a:t>
            </a:r>
          </a:p>
        </p:txBody>
      </p:sp>
      <p:sp>
        <p:nvSpPr>
          <p:cNvPr id="51" name="AutoShape 20">
            <a:extLst>
              <a:ext uri="{FF2B5EF4-FFF2-40B4-BE49-F238E27FC236}">
                <a16:creationId xmlns:a16="http://schemas.microsoft.com/office/drawing/2014/main" id="{B4A55BDC-54BC-4CE0-84E6-9A2073400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450" y="3763963"/>
            <a:ext cx="1066800" cy="1111250"/>
          </a:xfrm>
          <a:prstGeom prst="roundRect">
            <a:avLst>
              <a:gd name="adj" fmla="val 19444"/>
            </a:avLst>
          </a:prstGeom>
          <a:noFill/>
          <a:ln w="38100" cap="sq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CD1A9DBF-AE9B-4E08-3D2E-BD161B5353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55</a:t>
            </a:fld>
            <a:endParaRPr lang="zh-CN" altLang="en-US" sz="11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C3B5F6-F540-D602-C038-8BE517D849B3}"/>
              </a:ext>
            </a:extLst>
          </p:cNvPr>
          <p:cNvSpPr txBox="1">
            <a:spLocks/>
          </p:cNvSpPr>
          <p:nvPr/>
        </p:nvSpPr>
        <p:spPr>
          <a:xfrm>
            <a:off x="566738" y="233363"/>
            <a:ext cx="7772400" cy="6477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Exercise</a:t>
            </a:r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5">
            <a:extLst>
              <a:ext uri="{FF2B5EF4-FFF2-40B4-BE49-F238E27FC236}">
                <a16:creationId xmlns:a16="http://schemas.microsoft.com/office/drawing/2014/main" id="{F4EAA482-C48E-44C2-AAF1-3FC4B9EC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23838"/>
            <a:ext cx="8559800" cy="615950"/>
          </a:xfrm>
        </p:spPr>
        <p:txBody>
          <a:bodyPr/>
          <a:lstStyle/>
          <a:p>
            <a:r>
              <a:rPr lang="en-US" altLang="zh-CN"/>
              <a:t>Summary </a:t>
            </a:r>
            <a:endParaRPr lang="zh-CN" altLang="en-US"/>
          </a:p>
        </p:txBody>
      </p:sp>
      <p:sp>
        <p:nvSpPr>
          <p:cNvPr id="62467" name="日期占位符 1">
            <a:extLst>
              <a:ext uri="{FF2B5EF4-FFF2-40B4-BE49-F238E27FC236}">
                <a16:creationId xmlns:a16="http://schemas.microsoft.com/office/drawing/2014/main" id="{63DCB29F-CE22-43C9-B82D-AF8E4781E5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039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EEF76026-1ACD-45CA-81EE-141880789624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8129" name="Rectangle 1">
            <a:extLst>
              <a:ext uri="{FF2B5EF4-FFF2-40B4-BE49-F238E27FC236}">
                <a16:creationId xmlns:a16="http://schemas.microsoft.com/office/drawing/2014/main" id="{33771ADA-4DBF-492A-86CE-A8F766EED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406525"/>
            <a:ext cx="8574087" cy="44005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-3746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3200" b="1">
                <a:solidFill>
                  <a:srgbClr val="FF330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Basic gates &amp; laws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3200" b="1">
                <a:solidFill>
                  <a:srgbClr val="0070C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Minimal Complete set  (Circle rule)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3200" b="1">
                <a:solidFill>
                  <a:srgbClr val="FF330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Positive Logic </a:t>
            </a:r>
            <a:r>
              <a:rPr lang="en-US" altLang="zh-CN" sz="3200" b="1">
                <a:solidFill>
                  <a:srgbClr val="FF330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vs.</a:t>
            </a:r>
            <a:r>
              <a:rPr lang="en-US" altLang="ko-KR" sz="3200" b="1">
                <a:solidFill>
                  <a:srgbClr val="FF330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 Negative Logic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3200" b="1">
                <a:solidFill>
                  <a:srgbClr val="0070C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Dual (F</a:t>
            </a:r>
            <a:r>
              <a:rPr lang="en-US" altLang="zh-CN" sz="3200" b="1" baseline="30000">
                <a:solidFill>
                  <a:srgbClr val="0070C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D</a:t>
            </a:r>
            <a:r>
              <a:rPr lang="en-US" altLang="zh-CN" sz="3200" b="1">
                <a:solidFill>
                  <a:srgbClr val="0070C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) vs. Complement (F’)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800" b="1">
                <a:solidFill>
                  <a:srgbClr val="FF330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Minterm </a:t>
            </a:r>
            <a:r>
              <a:rPr lang="en-US" altLang="ko-KR" sz="2800" b="1">
                <a:solidFill>
                  <a:srgbClr val="FF330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vs. </a:t>
            </a:r>
            <a:r>
              <a:rPr lang="en-US" altLang="zh-CN" sz="2800" b="1">
                <a:solidFill>
                  <a:srgbClr val="FF330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Maxterm</a:t>
            </a:r>
            <a:endParaRPr lang="en-US" altLang="zh-CN" b="1">
              <a:solidFill>
                <a:srgbClr val="FF3300"/>
              </a:solidFill>
              <a:latin typeface="Berlin Sans FB Demi" panose="020E0802020502020306" pitchFamily="34" charset="0"/>
              <a:ea typeface="宋体" panose="02010600030101010101" pitchFamily="2" charset="-122"/>
            </a:endParaRP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3200" b="1">
                <a:solidFill>
                  <a:srgbClr val="0070C0"/>
                </a:solidFill>
                <a:latin typeface="Berlin Sans FB Demi" panose="020E0802020502020306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The methods for describing logic circuit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3200" b="1">
                <a:solidFill>
                  <a:srgbClr val="FF0000"/>
                </a:solidFill>
                <a:latin typeface="Berlin Sans FB Demi" panose="020E0802020502020306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Logic circuit</a:t>
            </a:r>
            <a:r>
              <a:rPr lang="zh-CN" altLang="en-US" sz="3200" b="1">
                <a:solidFill>
                  <a:srgbClr val="FF0000"/>
                </a:solidFill>
                <a:latin typeface="Berlin Sans FB Demi" panose="020E0802020502020306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Berlin Sans FB Demi" panose="020E0802020502020306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simplify (</a:t>
            </a:r>
            <a:r>
              <a:rPr lang="en-US" altLang="zh-CN" sz="3200" b="1">
                <a:solidFill>
                  <a:srgbClr val="FF0000"/>
                </a:solidFill>
                <a:latin typeface="Berlin Sans FB Demi" panose="020E0802020502020306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Formula, K-map </a:t>
            </a:r>
            <a:r>
              <a:rPr lang="en-US" altLang="zh-CN" b="1">
                <a:solidFill>
                  <a:srgbClr val="FF0000"/>
                </a:solidFill>
                <a:latin typeface="Berlin Sans FB Demi" panose="020E0802020502020306" pitchFamily="34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24DED2-F866-4C82-C28A-F4877F7032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56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AC5D1A65-164C-4D8C-A185-0EB7E60FBB9D}"/>
              </a:ext>
            </a:extLst>
          </p:cNvPr>
          <p:cNvGraphicFramePr/>
          <p:nvPr/>
        </p:nvGraphicFramePr>
        <p:xfrm>
          <a:off x="1835696" y="1052736"/>
          <a:ext cx="6408712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3491" name="日期占位符 3">
            <a:extLst>
              <a:ext uri="{FF2B5EF4-FFF2-40B4-BE49-F238E27FC236}">
                <a16:creationId xmlns:a16="http://schemas.microsoft.com/office/drawing/2014/main" id="{07178F8E-7C12-4C64-995E-F17B2E8E4E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AA7F4243-6985-431F-AFFA-853D976F07AD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3492" name="灯片编号占位符 5">
            <a:extLst>
              <a:ext uri="{FF2B5EF4-FFF2-40B4-BE49-F238E27FC236}">
                <a16:creationId xmlns:a16="http://schemas.microsoft.com/office/drawing/2014/main" id="{E623C37F-3B4C-44F1-A2EC-93D0BD0949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81BEB31-C843-4D72-9E78-A4E3F94E28D5}" type="slidenum">
              <a:rPr lang="zh-CN" altLang="en-US" sz="1100"/>
              <a:pPr/>
              <a:t>57</a:t>
            </a:fld>
            <a:endParaRPr lang="zh-CN" altLang="en-US" sz="1100"/>
          </a:p>
        </p:txBody>
      </p:sp>
      <p:sp>
        <p:nvSpPr>
          <p:cNvPr id="63493" name="标题 5">
            <a:extLst>
              <a:ext uri="{FF2B5EF4-FFF2-40B4-BE49-F238E27FC236}">
                <a16:creationId xmlns:a16="http://schemas.microsoft.com/office/drawing/2014/main" id="{899FF76B-DB2E-403C-9D10-5BD7C3E7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3838"/>
            <a:ext cx="8435975" cy="615950"/>
          </a:xfrm>
        </p:spPr>
        <p:txBody>
          <a:bodyPr/>
          <a:lstStyle/>
          <a:p>
            <a:r>
              <a:rPr lang="en-US" altLang="zh-CN"/>
              <a:t>Topic2</a:t>
            </a:r>
            <a:r>
              <a:rPr lang="zh-CN" altLang="en-US"/>
              <a:t>：</a:t>
            </a:r>
            <a:r>
              <a:rPr lang="en-US" altLang="zh-CN"/>
              <a:t> Principles for digital design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FE36CB-57AD-406C-B265-70F277F17A63}"/>
              </a:ext>
            </a:extLst>
          </p:cNvPr>
          <p:cNvSpPr txBox="1">
            <a:spLocks noChangeArrowheads="1"/>
          </p:cNvSpPr>
          <p:nvPr/>
        </p:nvSpPr>
        <p:spPr>
          <a:xfrm>
            <a:off x="385763" y="233363"/>
            <a:ext cx="8704262" cy="6302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dirty="0">
                <a:cs typeface="+mn-cs"/>
              </a:rPr>
              <a:t>Design &amp; Analysis of Combinational Circuits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17A87E-355B-4C4A-983C-D1E13E905E14}"/>
              </a:ext>
            </a:extLst>
          </p:cNvPr>
          <p:cNvSpPr txBox="1">
            <a:spLocks noChangeArrowheads="1"/>
          </p:cNvSpPr>
          <p:nvPr/>
        </p:nvSpPr>
        <p:spPr>
          <a:xfrm>
            <a:off x="522288" y="908050"/>
            <a:ext cx="8621712" cy="53117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lvl="1" indent="-360363">
              <a:buFont typeface="Arial" pitchFamily="34" charset="0"/>
              <a:buChar char="•"/>
              <a:defRPr/>
            </a:pPr>
            <a:r>
              <a:rPr lang="en-US" altLang="zh-CN" b="1" dirty="0">
                <a:latin typeface="Comic Sans MS" pitchFamily="66" charset="0"/>
              </a:rPr>
              <a:t>Digital Circuit </a:t>
            </a:r>
            <a:r>
              <a:rPr lang="en-US" altLang="zh-CN" b="1" dirty="0">
                <a:solidFill>
                  <a:srgbClr val="FF3300"/>
                </a:solidFill>
                <a:latin typeface="Comic Sans MS" pitchFamily="66" charset="0"/>
              </a:rPr>
              <a:t>Design </a:t>
            </a:r>
            <a:r>
              <a:rPr lang="en-US" altLang="zh-CN" b="1" dirty="0">
                <a:latin typeface="Comic Sans MS" pitchFamily="66" charset="0"/>
                <a:sym typeface="Symbol" panose="05050102010706020507" pitchFamily="18" charset="2"/>
              </a:rPr>
              <a:t>is</a:t>
            </a:r>
            <a:r>
              <a:rPr lang="en-US" altLang="zh-CN" b="1" dirty="0">
                <a:latin typeface="Comic Sans MS" pitchFamily="66" charset="0"/>
              </a:rPr>
              <a:t>: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To descript and simplify the function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truth table/ K map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>
                <a:sym typeface="Symbol" panose="05050102010706020507" pitchFamily="18" charset="2"/>
              </a:rPr>
              <a:t>l</a:t>
            </a:r>
            <a:r>
              <a:rPr lang="en-US" altLang="zh-CN" sz="1600" dirty="0"/>
              <a:t>ogical algebra 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expressions/equations</a:t>
            </a:r>
          </a:p>
          <a:p>
            <a:pPr marL="1611313" lvl="2">
              <a:buFont typeface="Arial" pitchFamily="34" charset="0"/>
              <a:buNone/>
              <a:defRPr/>
            </a:pPr>
            <a:r>
              <a:rPr lang="en-US" altLang="zh-CN" sz="1600" dirty="0">
                <a:sym typeface="Symbol" panose="05050102010706020507" pitchFamily="18" charset="2"/>
              </a:rPr>
              <a:t>     CSOP/</a:t>
            </a:r>
            <a:r>
              <a:rPr lang="en-US" altLang="zh-CN" sz="1600" dirty="0" err="1">
                <a:sym typeface="Symbol" panose="05050102010706020507" pitchFamily="18" charset="2"/>
              </a:rPr>
              <a:t>Minterm</a:t>
            </a:r>
            <a:r>
              <a:rPr lang="en-US" altLang="zh-CN" sz="1600" dirty="0">
                <a:sym typeface="Symbol" panose="05050102010706020507" pitchFamily="18" charset="2"/>
              </a:rPr>
              <a:t> list, CPOS/</a:t>
            </a:r>
            <a:r>
              <a:rPr lang="en-US" altLang="zh-CN" sz="1600" dirty="0" err="1">
                <a:sym typeface="Symbol" panose="05050102010706020507" pitchFamily="18" charset="2"/>
              </a:rPr>
              <a:t>Maxterm</a:t>
            </a:r>
            <a:r>
              <a:rPr lang="en-US" altLang="zh-CN" sz="1600" dirty="0">
                <a:sym typeface="Symbol" panose="05050102010706020507" pitchFamily="18" charset="2"/>
              </a:rPr>
              <a:t> list, MSOP, MPOS</a:t>
            </a:r>
            <a:endParaRPr lang="en-US" altLang="zh-CN" sz="16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>
                <a:latin typeface="Arial" charset="0"/>
              </a:rPr>
              <a:t>circuit diagram (Schematic at Module level, RTL level, etc. )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</a:rPr>
              <a:t> </a:t>
            </a:r>
            <a:r>
              <a:rPr lang="en-US" altLang="zh-CN" sz="1600" dirty="0"/>
              <a:t>timing </a:t>
            </a:r>
            <a:r>
              <a:rPr lang="en-US" altLang="zh-CN" sz="1600" dirty="0">
                <a:latin typeface="Arial" charset="0"/>
              </a:rPr>
              <a:t>diagram (Waveform)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</a:rPr>
              <a:t> 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Hardware Description Language code (VHDL, </a:t>
            </a:r>
            <a:r>
              <a:rPr lang="en-US" altLang="zh-CN" sz="1600" dirty="0" err="1">
                <a:ea typeface="宋体" panose="02010600030101010101" pitchFamily="2" charset="-122"/>
                <a:sym typeface="Symbol" panose="05050102010706020507" pitchFamily="18" charset="2"/>
              </a:rPr>
              <a:t>Verilog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, etc.)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To realize the hardware 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gates or other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Programmable Logic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Application Special Integrate Circuit</a:t>
            </a:r>
          </a:p>
          <a:p>
            <a:pPr>
              <a:defRPr/>
            </a:pPr>
            <a:r>
              <a:rPr lang="en-US" altLang="zh-CN" sz="2400" b="1" dirty="0">
                <a:latin typeface="Comic Sans MS" pitchFamily="66" charset="0"/>
                <a:sym typeface="Symbol" panose="05050102010706020507" pitchFamily="18" charset="2"/>
              </a:rPr>
              <a:t>Digital Circuit </a:t>
            </a:r>
            <a:r>
              <a:rPr lang="en-US" altLang="zh-CN" sz="2400" b="1" dirty="0">
                <a:solidFill>
                  <a:srgbClr val="FF0000"/>
                </a:solidFill>
                <a:latin typeface="Comic Sans MS" pitchFamily="66" charset="0"/>
                <a:sym typeface="Symbol" panose="05050102010706020507" pitchFamily="18" charset="2"/>
              </a:rPr>
              <a:t>Analysis </a:t>
            </a:r>
            <a:r>
              <a:rPr lang="en-US" altLang="zh-CN" sz="2400" b="1" dirty="0">
                <a:latin typeface="Comic Sans MS" pitchFamily="66" charset="0"/>
                <a:sym typeface="Symbol" panose="05050102010706020507" pitchFamily="18" charset="2"/>
              </a:rPr>
              <a:t>is: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To determine the behavior of the circuit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To verify the correctness of the circuit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To assist in converting the circuit to a different form</a:t>
            </a:r>
          </a:p>
        </p:txBody>
      </p:sp>
      <p:sp>
        <p:nvSpPr>
          <p:cNvPr id="64516" name="日期占位符 1">
            <a:extLst>
              <a:ext uri="{FF2B5EF4-FFF2-40B4-BE49-F238E27FC236}">
                <a16:creationId xmlns:a16="http://schemas.microsoft.com/office/drawing/2014/main" id="{F44CCE3A-18AE-4936-93D4-62717CD6BD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554CF5FA-0185-403E-8937-291B2C9026C2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4518" name="矩形 7">
            <a:extLst>
              <a:ext uri="{FF2B5EF4-FFF2-40B4-BE49-F238E27FC236}">
                <a16:creationId xmlns:a16="http://schemas.microsoft.com/office/drawing/2014/main" id="{91EBCCFE-FE89-4A28-91B8-715CD1415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63" y="968375"/>
            <a:ext cx="16192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Chap3.2</a:t>
            </a:r>
            <a:r>
              <a:rPr lang="zh-CN" altLang="en-US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3.3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64519" name="矩形 8">
            <a:extLst>
              <a:ext uri="{FF2B5EF4-FFF2-40B4-BE49-F238E27FC236}">
                <a16:creationId xmlns:a16="http://schemas.microsoft.com/office/drawing/2014/main" id="{A250B5B4-6C86-4024-80D7-3DE3E20AF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0" y="4778375"/>
            <a:ext cx="9890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Chap3.1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0F6F82-AF5C-641B-DFF6-64521E0833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58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>
            <a:extLst>
              <a:ext uri="{FF2B5EF4-FFF2-40B4-BE49-F238E27FC236}">
                <a16:creationId xmlns:a16="http://schemas.microsoft.com/office/drawing/2014/main" id="{0BE3570C-BB9E-4209-8042-EDB36856F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01600"/>
            <a:ext cx="8763000" cy="762000"/>
          </a:xfrm>
        </p:spPr>
        <p:txBody>
          <a:bodyPr/>
          <a:lstStyle/>
          <a:p>
            <a:pPr>
              <a:defRPr/>
            </a:pPr>
            <a:r>
              <a:rPr lang="en-US" altLang="zh-CN" sz="3600" dirty="0"/>
              <a:t>Combinational </a:t>
            </a:r>
            <a:r>
              <a:rPr lang="en-US" altLang="zh-CN" sz="3600" dirty="0">
                <a:cs typeface="+mn-cs"/>
              </a:rPr>
              <a:t>Digital Circuit Design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7CA597DC-2C82-41CC-B06B-7115B3A63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178050"/>
            <a:ext cx="1935163" cy="368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u="sng">
                <a:solidFill>
                  <a:srgbClr val="0A419B"/>
                </a:solidFill>
              </a:rPr>
              <a:t>2.Truth table</a:t>
            </a:r>
          </a:p>
          <a:p>
            <a:pPr>
              <a:lnSpc>
                <a:spcPct val="20000"/>
              </a:lnSpc>
              <a:buFontTx/>
              <a:buNone/>
            </a:pPr>
            <a:endParaRPr lang="en-US" altLang="zh-CN" sz="2000" b="1" u="sng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A	B  C	 F</a:t>
            </a:r>
          </a:p>
          <a:p>
            <a:pPr>
              <a:lnSpc>
                <a:spcPct val="140000"/>
              </a:lnSpc>
              <a:buFontTx/>
              <a:buNone/>
            </a:pPr>
            <a:r>
              <a:rPr lang="en-US" altLang="zh-CN" sz="2000" b="1"/>
              <a:t>0	0  0	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0	0  1	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0	1  0	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0	1  1	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1	0  0	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1	0  1	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1	1  0	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1	1  1	 </a:t>
            </a:r>
          </a:p>
        </p:txBody>
      </p:sp>
      <p:sp>
        <p:nvSpPr>
          <p:cNvPr id="74757" name="Line 4">
            <a:extLst>
              <a:ext uri="{FF2B5EF4-FFF2-40B4-BE49-F238E27FC236}">
                <a16:creationId xmlns:a16="http://schemas.microsoft.com/office/drawing/2014/main" id="{38EFC055-E643-4C37-AC65-64FD01F3E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625" y="3014663"/>
            <a:ext cx="1266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8" name="Line 5">
            <a:extLst>
              <a:ext uri="{FF2B5EF4-FFF2-40B4-BE49-F238E27FC236}">
                <a16:creationId xmlns:a16="http://schemas.microsoft.com/office/drawing/2014/main" id="{FAFFC955-2678-4DB7-8C5C-D894D5DEE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1425" y="2609850"/>
            <a:ext cx="0" cy="314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2" name="矩形 9">
            <a:extLst>
              <a:ext uri="{FF2B5EF4-FFF2-40B4-BE49-F238E27FC236}">
                <a16:creationId xmlns:a16="http://schemas.microsoft.com/office/drawing/2014/main" id="{3AD83F69-341B-48C7-806F-C1F35AD25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998538"/>
            <a:ext cx="85502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1878013" indent="-1878013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r>
              <a:rPr lang="en-US" altLang="zh-CN" b="1" u="sng">
                <a:solidFill>
                  <a:srgbClr val="0A419B"/>
                </a:solidFill>
              </a:rPr>
              <a:t>1.Description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:  3-input  Majority function, which output is 1 whenever majority of inputs is 1.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3420347-9721-4CCD-A712-E55E7CF3C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3114675"/>
            <a:ext cx="360363" cy="27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lang="en-US" altLang="zh-CN" sz="2000" b="1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="1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="1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="1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8E9DFE2-94EB-487E-A1ED-34B18ADB7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933700"/>
            <a:ext cx="36036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40000"/>
              </a:lnSpc>
              <a:buFontTx/>
              <a:buNone/>
            </a:pPr>
            <a:r>
              <a:rPr lang="en-US" altLang="zh-CN" sz="2000" b="1"/>
              <a:t>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/>
              <a:t>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="1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="1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="1"/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8A2E92F5-E166-439A-A2F9-D9D6044CF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3101975"/>
            <a:ext cx="466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24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2A1C79E7-12ED-4365-954C-3171D6E22EDB}"/>
              </a:ext>
            </a:extLst>
          </p:cNvPr>
          <p:cNvGrpSpPr>
            <a:grpSpLocks/>
          </p:cNvGrpSpPr>
          <p:nvPr/>
        </p:nvGrpSpPr>
        <p:grpSpPr bwMode="auto">
          <a:xfrm>
            <a:off x="2185988" y="2349500"/>
            <a:ext cx="2970212" cy="1897063"/>
            <a:chOff x="383" y="2933"/>
            <a:chExt cx="1871" cy="1195"/>
          </a:xfrm>
        </p:grpSpPr>
        <p:grpSp>
          <p:nvGrpSpPr>
            <p:cNvPr id="65568" name="Group 29">
              <a:extLst>
                <a:ext uri="{FF2B5EF4-FFF2-40B4-BE49-F238E27FC236}">
                  <a16:creationId xmlns:a16="http://schemas.microsoft.com/office/drawing/2014/main" id="{BF693F28-7720-42C5-830A-AFC3AF8BBA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" y="3120"/>
              <a:ext cx="1776" cy="1008"/>
              <a:chOff x="519" y="3024"/>
              <a:chExt cx="1776" cy="1008"/>
            </a:xfrm>
          </p:grpSpPr>
          <p:sp>
            <p:nvSpPr>
              <p:cNvPr id="65574" name="Line 30">
                <a:extLst>
                  <a:ext uri="{FF2B5EF4-FFF2-40B4-BE49-F238E27FC236}">
                    <a16:creationId xmlns:a16="http://schemas.microsoft.com/office/drawing/2014/main" id="{0F251FA8-3363-4C68-8BF3-3C4D366F6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75" name="Line 31">
                <a:extLst>
                  <a:ext uri="{FF2B5EF4-FFF2-40B4-BE49-F238E27FC236}">
                    <a16:creationId xmlns:a16="http://schemas.microsoft.com/office/drawing/2014/main" id="{F25501D7-5AD4-4DBC-9BF2-6F7425BFD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76" name="Line 32">
                <a:extLst>
                  <a:ext uri="{FF2B5EF4-FFF2-40B4-BE49-F238E27FC236}">
                    <a16:creationId xmlns:a16="http://schemas.microsoft.com/office/drawing/2014/main" id="{92C9D0E6-D4A1-4AEC-AFA2-301EB5098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77" name="Line 33">
                <a:extLst>
                  <a:ext uri="{FF2B5EF4-FFF2-40B4-BE49-F238E27FC236}">
                    <a16:creationId xmlns:a16="http://schemas.microsoft.com/office/drawing/2014/main" id="{4294AE87-BCF7-4286-AAC6-F857D1B58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78" name="Rectangle 34">
                <a:extLst>
                  <a:ext uri="{FF2B5EF4-FFF2-40B4-BE49-F238E27FC236}">
                    <a16:creationId xmlns:a16="http://schemas.microsoft.com/office/drawing/2014/main" id="{6E8F4276-572A-49CF-8E34-701C33A31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24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65579" name="Line 35">
                <a:extLst>
                  <a:ext uri="{FF2B5EF4-FFF2-40B4-BE49-F238E27FC236}">
                    <a16:creationId xmlns:a16="http://schemas.microsoft.com/office/drawing/2014/main" id="{F5BC35A4-ED36-4B50-86A5-D3C268A1AC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5569" name="Text Box 36">
              <a:extLst>
                <a:ext uri="{FF2B5EF4-FFF2-40B4-BE49-F238E27FC236}">
                  <a16:creationId xmlns:a16="http://schemas.microsoft.com/office/drawing/2014/main" id="{1413A7CF-B4CC-4DA6-86F7-D837BC0FC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" y="3136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65570" name="Text Box 37">
              <a:extLst>
                <a:ext uri="{FF2B5EF4-FFF2-40B4-BE49-F238E27FC236}">
                  <a16:creationId xmlns:a16="http://schemas.microsoft.com/office/drawing/2014/main" id="{A5C84616-30D1-4A7B-8042-1076CEA7E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" y="2933"/>
              <a:ext cx="3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65571" name="Text Box 38">
              <a:extLst>
                <a:ext uri="{FF2B5EF4-FFF2-40B4-BE49-F238E27FC236}">
                  <a16:creationId xmlns:a16="http://schemas.microsoft.com/office/drawing/2014/main" id="{328C7A87-EDFE-4282-8323-7464A6DBC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" y="3131"/>
              <a:ext cx="14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00   01   11   10</a:t>
              </a:r>
            </a:p>
          </p:txBody>
        </p:sp>
        <p:sp>
          <p:nvSpPr>
            <p:cNvPr id="65572" name="Text Box 39">
              <a:extLst>
                <a:ext uri="{FF2B5EF4-FFF2-40B4-BE49-F238E27FC236}">
                  <a16:creationId xmlns:a16="http://schemas.microsoft.com/office/drawing/2014/main" id="{313C1AD0-4B74-4A4C-88DE-5138695C5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342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5573" name="Text Box 40">
              <a:extLst>
                <a:ext uri="{FF2B5EF4-FFF2-40B4-BE49-F238E27FC236}">
                  <a16:creationId xmlns:a16="http://schemas.microsoft.com/office/drawing/2014/main" id="{AA676387-5179-411C-9A0E-18D98F136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379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88A4450B-DB23-4B8A-8782-BBFB9712F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124075"/>
            <a:ext cx="1633537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b="1" u="sng">
                <a:solidFill>
                  <a:srgbClr val="0A419B"/>
                </a:solidFill>
              </a:rPr>
              <a:t>3.K map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AFA46EA-FA20-45F5-B9FD-5EF749C815D7}"/>
              </a:ext>
            </a:extLst>
          </p:cNvPr>
          <p:cNvCxnSpPr/>
          <p:nvPr/>
        </p:nvCxnSpPr>
        <p:spPr>
          <a:xfrm>
            <a:off x="161925" y="1898650"/>
            <a:ext cx="898207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Box 19">
            <a:extLst>
              <a:ext uri="{FF2B5EF4-FFF2-40B4-BE49-F238E27FC236}">
                <a16:creationId xmlns:a16="http://schemas.microsoft.com/office/drawing/2014/main" id="{009ABE71-FBD3-42A0-B34F-406BDF432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3698875"/>
            <a:ext cx="466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24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Text Box 19">
            <a:extLst>
              <a:ext uri="{FF2B5EF4-FFF2-40B4-BE49-F238E27FC236}">
                <a16:creationId xmlns:a16="http://schemas.microsoft.com/office/drawing/2014/main" id="{615D6B51-5937-450D-8909-4B9244BBD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2013" y="3114675"/>
            <a:ext cx="466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24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Text Box 19">
            <a:extLst>
              <a:ext uri="{FF2B5EF4-FFF2-40B4-BE49-F238E27FC236}">
                <a16:creationId xmlns:a16="http://schemas.microsoft.com/office/drawing/2014/main" id="{D44ECB27-8807-49E7-B19F-0F27B01E6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3114675"/>
            <a:ext cx="466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24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C7B5D4FB-13D4-4E39-8162-3BA16A016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3114675"/>
            <a:ext cx="466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4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Text Box 19">
            <a:extLst>
              <a:ext uri="{FF2B5EF4-FFF2-40B4-BE49-F238E27FC236}">
                <a16:creationId xmlns:a16="http://schemas.microsoft.com/office/drawing/2014/main" id="{33C81C20-0891-4ADD-8452-2F447F805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3698875"/>
            <a:ext cx="466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4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Text Box 19">
            <a:extLst>
              <a:ext uri="{FF2B5EF4-FFF2-40B4-BE49-F238E27FC236}">
                <a16:creationId xmlns:a16="http://schemas.microsoft.com/office/drawing/2014/main" id="{4B1BAF4B-1744-4012-A373-2F3376F04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2013" y="3698875"/>
            <a:ext cx="466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4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Text Box 19">
            <a:extLst>
              <a:ext uri="{FF2B5EF4-FFF2-40B4-BE49-F238E27FC236}">
                <a16:creationId xmlns:a16="http://schemas.microsoft.com/office/drawing/2014/main" id="{FFD6ADF0-64B6-4D43-AEA8-7551CCA6A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3698875"/>
            <a:ext cx="466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4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AutoShape 2">
            <a:extLst>
              <a:ext uri="{FF2B5EF4-FFF2-40B4-BE49-F238E27FC236}">
                <a16:creationId xmlns:a16="http://schemas.microsoft.com/office/drawing/2014/main" id="{2DF1F0ED-D7CF-4E90-A29F-46F6D272C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3698875"/>
            <a:ext cx="990600" cy="465138"/>
          </a:xfrm>
          <a:prstGeom prst="roundRect">
            <a:avLst>
              <a:gd name="adj" fmla="val 48185"/>
            </a:avLst>
          </a:prstGeom>
          <a:noFill/>
          <a:ln w="38100" cap="sq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Ø"/>
            </a:pPr>
            <a:endParaRPr kumimoji="1"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" name="AutoShape 30">
            <a:extLst>
              <a:ext uri="{FF2B5EF4-FFF2-40B4-BE49-F238E27FC236}">
                <a16:creationId xmlns:a16="http://schemas.microsoft.com/office/drawing/2014/main" id="{2F715519-AADC-4D14-86F3-14135BE22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9612" y="3474005"/>
            <a:ext cx="397403" cy="963951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006600"/>
            </a:solidFill>
            <a:round/>
            <a:headEnd/>
            <a:tailEnd/>
          </a:ln>
          <a:scene3d>
            <a:camera prst="orthographicFront">
              <a:rot lat="0" lon="0" rev="5400000"/>
            </a:camera>
            <a:lightRig rig="threePt" dir="t"/>
          </a:scene3d>
        </p:spPr>
        <p:txBody>
          <a:bodyPr anchor="ctr"/>
          <a:lstStyle/>
          <a:p>
            <a:pPr>
              <a:defRPr/>
            </a:pPr>
            <a:endParaRPr kumimoji="1" lang="zh-CN" altLang="en-US" sz="2400" b="1">
              <a:latin typeface="Symbol" pitchFamily="18" charset="2"/>
            </a:endParaRPr>
          </a:p>
        </p:txBody>
      </p:sp>
      <p:sp>
        <p:nvSpPr>
          <p:cNvPr id="58" name="AutoShape 55">
            <a:extLst>
              <a:ext uri="{FF2B5EF4-FFF2-40B4-BE49-F238E27FC236}">
                <a16:creationId xmlns:a16="http://schemas.microsoft.com/office/drawing/2014/main" id="{1A98935A-4213-4F8A-A4B9-C771C879D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3159125"/>
            <a:ext cx="457200" cy="990600"/>
          </a:xfrm>
          <a:prstGeom prst="roundRect">
            <a:avLst>
              <a:gd name="adj" fmla="val 48264"/>
            </a:avLst>
          </a:prstGeom>
          <a:noFill/>
          <a:ln w="38100" cap="sq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6B1A426-487C-4B38-9B92-696FC7A96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963" y="4938713"/>
            <a:ext cx="34194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b="1" u="sng">
                <a:solidFill>
                  <a:srgbClr val="0A419B"/>
                </a:solidFill>
              </a:rPr>
              <a:t>4.Logical expression</a:t>
            </a:r>
            <a:endParaRPr lang="en-US" altLang="zh-CN" sz="200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542C7BB-C4AA-4588-8E4A-428F187B6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5441950"/>
            <a:ext cx="299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buFontTx/>
              <a:buNone/>
            </a:pPr>
            <a:r>
              <a:rPr lang="en-US" altLang="zh-CN" sz="2400" b="1"/>
              <a:t>F = AB + BC + AC</a:t>
            </a:r>
          </a:p>
        </p:txBody>
      </p:sp>
      <p:pic>
        <p:nvPicPr>
          <p:cNvPr id="61" name="Picture 7" descr="good_majority">
            <a:extLst>
              <a:ext uri="{FF2B5EF4-FFF2-40B4-BE49-F238E27FC236}">
                <a16:creationId xmlns:a16="http://schemas.microsoft.com/office/drawing/2014/main" id="{EEA7D842-1C0D-4933-A00C-6E6248AFA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738" y="2393950"/>
            <a:ext cx="220503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Rectangle 8">
            <a:extLst>
              <a:ext uri="{FF2B5EF4-FFF2-40B4-BE49-F238E27FC236}">
                <a16:creationId xmlns:a16="http://schemas.microsoft.com/office/drawing/2014/main" id="{A7D2C16A-E6E6-48E0-9D42-3C7CF2F7C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1989138"/>
            <a:ext cx="3286125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Clr>
                <a:srgbClr val="000000"/>
              </a:buClr>
              <a:buFontTx/>
              <a:buNone/>
            </a:pPr>
            <a:r>
              <a:rPr lang="en-US" altLang="zh-CN" sz="2400" b="1" u="sng">
                <a:solidFill>
                  <a:srgbClr val="0A419B"/>
                </a:solidFill>
              </a:rPr>
              <a:t>5.Circuit schematic</a:t>
            </a:r>
          </a:p>
        </p:txBody>
      </p:sp>
      <p:pic>
        <p:nvPicPr>
          <p:cNvPr id="66" name="Picture 4" descr="NAND_implement">
            <a:extLst>
              <a:ext uri="{FF2B5EF4-FFF2-40B4-BE49-F238E27FC236}">
                <a16:creationId xmlns:a16="http://schemas.microsoft.com/office/drawing/2014/main" id="{341D0BF5-4246-4F69-B015-A6E63D6AC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738" y="4500563"/>
            <a:ext cx="2205037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66" name="日期占位符 1">
            <a:extLst>
              <a:ext uri="{FF2B5EF4-FFF2-40B4-BE49-F238E27FC236}">
                <a16:creationId xmlns:a16="http://schemas.microsoft.com/office/drawing/2014/main" id="{495B00D9-C1BC-4794-9C13-FBA6A12E6E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ABDF57C-FCD9-4221-9C28-28DACE5CB08F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C2189822-F234-8462-0C2B-0704024D77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59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12133AA-2FD0-4035-9890-2D1F0F8F5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8425"/>
            <a:ext cx="77724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A419B"/>
                </a:solidFill>
                <a:ea typeface="宋体" panose="02010600030101010101" pitchFamily="2" charset="-122"/>
              </a:rPr>
              <a:t>Combinational Circuits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8F6C92-1058-4848-8C54-031C4348A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954088"/>
            <a:ext cx="87566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lvl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</a:rPr>
              <a:t>Find a simplified logic for the following circuit :</a:t>
            </a:r>
            <a:endParaRPr lang="zh-CN" altLang="en-US" sz="2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08CD8814-CD35-4D3D-B625-85475E808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313" y="2033588"/>
          <a:ext cx="2725737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425907" imgH="2149346" progId="">
                  <p:embed/>
                </p:oleObj>
              </mc:Choice>
              <mc:Fallback>
                <p:oleObj name="Visio" r:id="rId2" imgW="3425907" imgH="2149346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3" y="2033588"/>
                        <a:ext cx="2725737" cy="211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F8278C9-3D49-481C-9C17-31778B821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4364038"/>
            <a:ext cx="3016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u="sng">
                <a:solidFill>
                  <a:srgbClr val="0A419B"/>
                </a:solidFill>
              </a:rPr>
              <a:t>2.Logical expression</a:t>
            </a:r>
            <a:endParaRPr lang="en-US" altLang="zh-CN" sz="1800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1E568B7-8185-4D50-990E-11A6B0562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628775"/>
            <a:ext cx="2746375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Clr>
                <a:srgbClr val="000000"/>
              </a:buClr>
              <a:buFontTx/>
              <a:buNone/>
            </a:pPr>
            <a:r>
              <a:rPr lang="en-US" altLang="zh-CN" sz="2000" b="1" u="sng">
                <a:solidFill>
                  <a:srgbClr val="0A419B"/>
                </a:solidFill>
              </a:rPr>
              <a:t>1.Circuit schematic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BE555D-074D-4852-BCDA-893C49AEE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2085975"/>
            <a:ext cx="574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ABC</a:t>
            </a:r>
            <a:endParaRPr lang="zh-CN" altLang="en-US" sz="14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906BF4-0F06-4F7C-A5A8-60C043D64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536825"/>
            <a:ext cx="782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A+B+C</a:t>
            </a:r>
            <a:endParaRPr lang="zh-CN" altLang="en-US" sz="14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F4080D-DDDF-4A50-9BA4-214BB5614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338" y="3525838"/>
            <a:ext cx="1171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AB+BC+AC</a:t>
            </a:r>
            <a:endParaRPr lang="zh-CN" altLang="en-US" sz="14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48E0C3-E563-49A5-AEC0-B57456A71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88" y="5189538"/>
            <a:ext cx="2149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/>
              <a:t>F2=AB+BC+AC</a:t>
            </a:r>
            <a:endParaRPr lang="zh-CN" altLang="en-US" sz="2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DD7050-D5EB-4AA9-B0B1-501AF375D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814888"/>
            <a:ext cx="36131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/>
              <a:t>F1=ABC+(A+B+C)(AB+BC+AC)’</a:t>
            </a:r>
            <a:endParaRPr lang="zh-CN" altLang="en-US" sz="1600" b="1"/>
          </a:p>
        </p:txBody>
      </p:sp>
      <p:graphicFrame>
        <p:nvGraphicFramePr>
          <p:cNvPr id="20" name="Group 76">
            <a:extLst>
              <a:ext uri="{FF2B5EF4-FFF2-40B4-BE49-F238E27FC236}">
                <a16:creationId xmlns:a16="http://schemas.microsoft.com/office/drawing/2014/main" id="{9E02756B-0FFD-4A6C-9397-072D44E58A33}"/>
              </a:ext>
            </a:extLst>
          </p:cNvPr>
          <p:cNvGraphicFramePr>
            <a:graphicFrameLocks noGrp="1"/>
          </p:cNvGraphicFramePr>
          <p:nvPr/>
        </p:nvGraphicFramePr>
        <p:xfrm>
          <a:off x="3914775" y="2078038"/>
          <a:ext cx="1676400" cy="2471733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F1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F2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9D9C5108-175D-4BAD-A608-237AEA8DD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1673225"/>
            <a:ext cx="1906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u="sng">
                <a:solidFill>
                  <a:srgbClr val="0A419B"/>
                </a:solidFill>
              </a:rPr>
              <a:t>3. Truth table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0E0F29F8-603C-4E97-A8A8-310065495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838" y="25400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68FDC0A8-3DE9-44B5-B0F7-CD996EB10115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2038350"/>
            <a:ext cx="2598738" cy="1247775"/>
            <a:chOff x="383" y="2966"/>
            <a:chExt cx="1832" cy="916"/>
          </a:xfrm>
        </p:grpSpPr>
        <p:grpSp>
          <p:nvGrpSpPr>
            <p:cNvPr id="66678" name="Group 29">
              <a:extLst>
                <a:ext uri="{FF2B5EF4-FFF2-40B4-BE49-F238E27FC236}">
                  <a16:creationId xmlns:a16="http://schemas.microsoft.com/office/drawing/2014/main" id="{F9808C4D-6F39-40AF-B2F5-81B9F4650A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" y="3120"/>
              <a:ext cx="1522" cy="705"/>
              <a:chOff x="519" y="3024"/>
              <a:chExt cx="1522" cy="705"/>
            </a:xfrm>
          </p:grpSpPr>
          <p:sp>
            <p:nvSpPr>
              <p:cNvPr id="66684" name="Line 30">
                <a:extLst>
                  <a:ext uri="{FF2B5EF4-FFF2-40B4-BE49-F238E27FC236}">
                    <a16:creationId xmlns:a16="http://schemas.microsoft.com/office/drawing/2014/main" id="{FF638E27-46D0-429A-95F9-2547FF903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498"/>
                <a:ext cx="128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85" name="Line 31">
                <a:extLst>
                  <a:ext uri="{FF2B5EF4-FFF2-40B4-BE49-F238E27FC236}">
                    <a16:creationId xmlns:a16="http://schemas.microsoft.com/office/drawing/2014/main" id="{D18DBC38-44AB-4A35-9E5A-8EB7106B6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86" name="Rectangle 34">
                <a:extLst>
                  <a:ext uri="{FF2B5EF4-FFF2-40B4-BE49-F238E27FC236}">
                    <a16:creationId xmlns:a16="http://schemas.microsoft.com/office/drawing/2014/main" id="{6C795DAF-B3D5-4F99-B056-66B1B6DBB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282" cy="465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18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66687" name="Line 35">
                <a:extLst>
                  <a:ext uri="{FF2B5EF4-FFF2-40B4-BE49-F238E27FC236}">
                    <a16:creationId xmlns:a16="http://schemas.microsoft.com/office/drawing/2014/main" id="{26E28A0C-33C4-4E6B-B0BE-454816EB3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688" name="Line 31">
                <a:extLst>
                  <a:ext uri="{FF2B5EF4-FFF2-40B4-BE49-F238E27FC236}">
                    <a16:creationId xmlns:a16="http://schemas.microsoft.com/office/drawing/2014/main" id="{342CA63D-EF81-4291-A266-73BF1691BB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89" name="Line 31">
                <a:extLst>
                  <a:ext uri="{FF2B5EF4-FFF2-40B4-BE49-F238E27FC236}">
                    <a16:creationId xmlns:a16="http://schemas.microsoft.com/office/drawing/2014/main" id="{FFF6DB42-6F9D-4C1C-811E-5DE0CF3FC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679" name="Text Box 36">
              <a:extLst>
                <a:ext uri="{FF2B5EF4-FFF2-40B4-BE49-F238E27FC236}">
                  <a16:creationId xmlns:a16="http://schemas.microsoft.com/office/drawing/2014/main" id="{6ABE00FE-0F37-4AA6-87F9-A3B29FABA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" y="3136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800" b="1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66680" name="Text Box 37">
              <a:extLst>
                <a:ext uri="{FF2B5EF4-FFF2-40B4-BE49-F238E27FC236}">
                  <a16:creationId xmlns:a16="http://schemas.microsoft.com/office/drawing/2014/main" id="{1E8D04D2-948A-42B5-A82F-FC1AE0A3C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" y="2966"/>
              <a:ext cx="3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800" b="1">
                  <a:latin typeface="Tahoma" panose="020B0604030504040204" pitchFamily="34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66681" name="Text Box 38">
              <a:extLst>
                <a:ext uri="{FF2B5EF4-FFF2-40B4-BE49-F238E27FC236}">
                  <a16:creationId xmlns:a16="http://schemas.microsoft.com/office/drawing/2014/main" id="{AFF2F233-7656-4484-9DE7-05CA2004E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" y="3131"/>
              <a:ext cx="14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00   01   11   10</a:t>
              </a:r>
            </a:p>
          </p:txBody>
        </p:sp>
        <p:sp>
          <p:nvSpPr>
            <p:cNvPr id="66682" name="Text Box 39">
              <a:extLst>
                <a:ext uri="{FF2B5EF4-FFF2-40B4-BE49-F238E27FC236}">
                  <a16:creationId xmlns:a16="http://schemas.microsoft.com/office/drawing/2014/main" id="{789C60E8-537A-4959-9372-7D53E066D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333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6683" name="Text Box 40">
              <a:extLst>
                <a:ext uri="{FF2B5EF4-FFF2-40B4-BE49-F238E27FC236}">
                  <a16:creationId xmlns:a16="http://schemas.microsoft.com/office/drawing/2014/main" id="{F51AD710-8D1D-4494-B3E3-F2D0A8537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359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18ED09CF-FE5C-4981-9F2B-66C5AC356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1719263"/>
            <a:ext cx="1631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u="sng">
                <a:solidFill>
                  <a:srgbClr val="0A419B"/>
                </a:solidFill>
              </a:rPr>
              <a:t>4. K map</a:t>
            </a:r>
          </a:p>
        </p:txBody>
      </p:sp>
      <p:sp>
        <p:nvSpPr>
          <p:cNvPr id="37" name="Text Box 19">
            <a:extLst>
              <a:ext uri="{FF2B5EF4-FFF2-40B4-BE49-F238E27FC236}">
                <a16:creationId xmlns:a16="http://schemas.microsoft.com/office/drawing/2014/main" id="{1A303DF0-829A-43EF-BFE8-36B5B5069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838" y="2894013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Text Box 19">
            <a:extLst>
              <a:ext uri="{FF2B5EF4-FFF2-40B4-BE49-F238E27FC236}">
                <a16:creationId xmlns:a16="http://schemas.microsoft.com/office/drawing/2014/main" id="{E9EF1473-7429-4CE5-9D01-12C0BA914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2552700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813ED567-E982-4F4E-B633-32A94B6D7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2552700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" name="Text Box 19">
            <a:extLst>
              <a:ext uri="{FF2B5EF4-FFF2-40B4-BE49-F238E27FC236}">
                <a16:creationId xmlns:a16="http://schemas.microsoft.com/office/drawing/2014/main" id="{11FA7E29-C24C-494E-98AD-88F4CA79D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7763" y="2552700"/>
            <a:ext cx="304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Text Box 19">
            <a:extLst>
              <a:ext uri="{FF2B5EF4-FFF2-40B4-BE49-F238E27FC236}">
                <a16:creationId xmlns:a16="http://schemas.microsoft.com/office/drawing/2014/main" id="{C5DF1FBA-4521-417A-B496-F1388FA65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7763" y="2894013"/>
            <a:ext cx="304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Text Box 19">
            <a:extLst>
              <a:ext uri="{FF2B5EF4-FFF2-40B4-BE49-F238E27FC236}">
                <a16:creationId xmlns:a16="http://schemas.microsoft.com/office/drawing/2014/main" id="{88920518-79AC-4E12-8D3F-0696C1DF8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2894013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Text Box 19">
            <a:extLst>
              <a:ext uri="{FF2B5EF4-FFF2-40B4-BE49-F238E27FC236}">
                <a16:creationId xmlns:a16="http://schemas.microsoft.com/office/drawing/2014/main" id="{F4AAA796-1E29-4C68-8032-805E0E74A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2894013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5C52EDA-56A2-44D1-B6BC-E390D70C4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2079625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buClr>
                <a:srgbClr val="0000FF"/>
              </a:buClr>
              <a:buSzPct val="80000"/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F1</a:t>
            </a:r>
          </a:p>
        </p:txBody>
      </p:sp>
      <p:sp>
        <p:nvSpPr>
          <p:cNvPr id="51" name="Text Box 19">
            <a:extLst>
              <a:ext uri="{FF2B5EF4-FFF2-40B4-BE49-F238E27FC236}">
                <a16:creationId xmlns:a16="http://schemas.microsoft.com/office/drawing/2014/main" id="{A9C68D7D-59D2-47A5-B45B-B92E53E0B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313" y="4200525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6" name="Group 28">
            <a:extLst>
              <a:ext uri="{FF2B5EF4-FFF2-40B4-BE49-F238E27FC236}">
                <a16:creationId xmlns:a16="http://schemas.microsoft.com/office/drawing/2014/main" id="{3CEB05A1-94C3-41F0-8B9A-DF50A9017136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3698875"/>
            <a:ext cx="2600325" cy="1247775"/>
            <a:chOff x="383" y="2966"/>
            <a:chExt cx="1832" cy="916"/>
          </a:xfrm>
        </p:grpSpPr>
        <p:grpSp>
          <p:nvGrpSpPr>
            <p:cNvPr id="66666" name="Group 29">
              <a:extLst>
                <a:ext uri="{FF2B5EF4-FFF2-40B4-BE49-F238E27FC236}">
                  <a16:creationId xmlns:a16="http://schemas.microsoft.com/office/drawing/2014/main" id="{75CAE446-2F29-4574-B67C-0AF0AA0479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" y="3120"/>
              <a:ext cx="1522" cy="705"/>
              <a:chOff x="519" y="3024"/>
              <a:chExt cx="1522" cy="705"/>
            </a:xfrm>
          </p:grpSpPr>
          <p:sp>
            <p:nvSpPr>
              <p:cNvPr id="66672" name="Line 30">
                <a:extLst>
                  <a:ext uri="{FF2B5EF4-FFF2-40B4-BE49-F238E27FC236}">
                    <a16:creationId xmlns:a16="http://schemas.microsoft.com/office/drawing/2014/main" id="{A5C309BA-D410-4652-8509-B535708F6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498"/>
                <a:ext cx="128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73" name="Line 31">
                <a:extLst>
                  <a:ext uri="{FF2B5EF4-FFF2-40B4-BE49-F238E27FC236}">
                    <a16:creationId xmlns:a16="http://schemas.microsoft.com/office/drawing/2014/main" id="{1E00A4E8-9FA5-4AFD-A7EA-E82146A5DB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74" name="Rectangle 34">
                <a:extLst>
                  <a:ext uri="{FF2B5EF4-FFF2-40B4-BE49-F238E27FC236}">
                    <a16:creationId xmlns:a16="http://schemas.microsoft.com/office/drawing/2014/main" id="{8C458EFE-DFE0-4A24-BCE6-B4FC024E1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282" cy="465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1800" b="1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66675" name="Line 35">
                <a:extLst>
                  <a:ext uri="{FF2B5EF4-FFF2-40B4-BE49-F238E27FC236}">
                    <a16:creationId xmlns:a16="http://schemas.microsoft.com/office/drawing/2014/main" id="{29D2EFD8-0683-4D21-9397-7E36BE0BA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676" name="Line 31">
                <a:extLst>
                  <a:ext uri="{FF2B5EF4-FFF2-40B4-BE49-F238E27FC236}">
                    <a16:creationId xmlns:a16="http://schemas.microsoft.com/office/drawing/2014/main" id="{1DA4869F-37CD-4E5A-BC87-2A58EBB58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77" name="Line 31">
                <a:extLst>
                  <a:ext uri="{FF2B5EF4-FFF2-40B4-BE49-F238E27FC236}">
                    <a16:creationId xmlns:a16="http://schemas.microsoft.com/office/drawing/2014/main" id="{64F137AC-2BDB-42CB-9622-260E61BC8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667" name="Text Box 36">
              <a:extLst>
                <a:ext uri="{FF2B5EF4-FFF2-40B4-BE49-F238E27FC236}">
                  <a16:creationId xmlns:a16="http://schemas.microsoft.com/office/drawing/2014/main" id="{00DDCCD2-4918-47A1-AD68-2FE44AC6B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" y="3136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800" b="1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66668" name="Text Box 37">
              <a:extLst>
                <a:ext uri="{FF2B5EF4-FFF2-40B4-BE49-F238E27FC236}">
                  <a16:creationId xmlns:a16="http://schemas.microsoft.com/office/drawing/2014/main" id="{D243177B-D8CA-48F2-8D27-AF43135D5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" y="2966"/>
              <a:ext cx="3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1800" b="1">
                  <a:latin typeface="Tahoma" panose="020B0604030504040204" pitchFamily="34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66669" name="Text Box 38">
              <a:extLst>
                <a:ext uri="{FF2B5EF4-FFF2-40B4-BE49-F238E27FC236}">
                  <a16:creationId xmlns:a16="http://schemas.microsoft.com/office/drawing/2014/main" id="{1015920D-C722-4AB6-A6D6-4C21291E0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" y="3131"/>
              <a:ext cx="14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00   01   11   10</a:t>
              </a:r>
            </a:p>
          </p:txBody>
        </p:sp>
        <p:sp>
          <p:nvSpPr>
            <p:cNvPr id="66670" name="Text Box 39">
              <a:extLst>
                <a:ext uri="{FF2B5EF4-FFF2-40B4-BE49-F238E27FC236}">
                  <a16:creationId xmlns:a16="http://schemas.microsoft.com/office/drawing/2014/main" id="{63F9CE2C-3C50-49C7-A481-4A6856D29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333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6671" name="Text Box 40">
              <a:extLst>
                <a:ext uri="{FF2B5EF4-FFF2-40B4-BE49-F238E27FC236}">
                  <a16:creationId xmlns:a16="http://schemas.microsoft.com/office/drawing/2014/main" id="{6C845145-CCEB-4AA1-ADDF-AEB557403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359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65" name="Text Box 19">
            <a:extLst>
              <a:ext uri="{FF2B5EF4-FFF2-40B4-BE49-F238E27FC236}">
                <a16:creationId xmlns:a16="http://schemas.microsoft.com/office/drawing/2014/main" id="{4F4D54B2-1A4E-450A-9189-070EE287B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313" y="4554538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Text Box 19">
            <a:extLst>
              <a:ext uri="{FF2B5EF4-FFF2-40B4-BE49-F238E27FC236}">
                <a16:creationId xmlns:a16="http://schemas.microsoft.com/office/drawing/2014/main" id="{BAD67145-8422-4B23-AD7E-076207E81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563" y="4213225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Text Box 19">
            <a:extLst>
              <a:ext uri="{FF2B5EF4-FFF2-40B4-BE49-F238E27FC236}">
                <a16:creationId xmlns:a16="http://schemas.microsoft.com/office/drawing/2014/main" id="{A5D027DF-F70B-4FEE-AAFD-5BE238A91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025" y="4213225"/>
            <a:ext cx="31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18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Text Box 19">
            <a:extLst>
              <a:ext uri="{FF2B5EF4-FFF2-40B4-BE49-F238E27FC236}">
                <a16:creationId xmlns:a16="http://schemas.microsoft.com/office/drawing/2014/main" id="{040AB952-6AB8-4806-91C0-6F4479E76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3950" y="4213225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Text Box 19">
            <a:extLst>
              <a:ext uri="{FF2B5EF4-FFF2-40B4-BE49-F238E27FC236}">
                <a16:creationId xmlns:a16="http://schemas.microsoft.com/office/drawing/2014/main" id="{F97DF42C-6A53-4B66-947A-41C972252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413" y="4554538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Text Box 19">
            <a:extLst>
              <a:ext uri="{FF2B5EF4-FFF2-40B4-BE49-F238E27FC236}">
                <a16:creationId xmlns:a16="http://schemas.microsoft.com/office/drawing/2014/main" id="{B1C7D6EA-2321-4460-8966-A4A948A1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8" y="4554538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Text Box 19">
            <a:extLst>
              <a:ext uri="{FF2B5EF4-FFF2-40B4-BE49-F238E27FC236}">
                <a16:creationId xmlns:a16="http://schemas.microsoft.com/office/drawing/2014/main" id="{D782A682-EC72-4D06-9D16-C3A2C721D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025" y="4554538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1800" b="1" baseline="-25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9183222-D945-4833-8EDC-D3696E97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00" y="368935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buClr>
                <a:srgbClr val="0000FF"/>
              </a:buClr>
              <a:buSzPct val="80000"/>
              <a:buFontTx/>
              <a:buNone/>
            </a:pPr>
            <a:r>
              <a:rPr kumimoji="1" lang="en-US" altLang="zh-CN" sz="1800" b="1">
                <a:solidFill>
                  <a:srgbClr val="0070C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F2</a:t>
            </a:r>
          </a:p>
        </p:txBody>
      </p:sp>
      <p:sp>
        <p:nvSpPr>
          <p:cNvPr id="76" name="AutoShape 2">
            <a:extLst>
              <a:ext uri="{FF2B5EF4-FFF2-40B4-BE49-F238E27FC236}">
                <a16:creationId xmlns:a16="http://schemas.microsoft.com/office/drawing/2014/main" id="{E51438A1-BA6D-4A51-9B88-6FB7C0EC5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4554538"/>
            <a:ext cx="692150" cy="330200"/>
          </a:xfrm>
          <a:prstGeom prst="roundRect">
            <a:avLst>
              <a:gd name="adj" fmla="val 48185"/>
            </a:avLst>
          </a:prstGeom>
          <a:noFill/>
          <a:ln w="38100" cap="sq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Ø"/>
            </a:pPr>
            <a:endParaRPr kumimoji="1" lang="zh-CN" altLang="en-US" sz="2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7" name="AutoShape 30">
            <a:extLst>
              <a:ext uri="{FF2B5EF4-FFF2-40B4-BE49-F238E27FC236}">
                <a16:creationId xmlns:a16="http://schemas.microsoft.com/office/drawing/2014/main" id="{2F217B1F-815D-4698-B7F8-E8BA60F2A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787" y="4239090"/>
            <a:ext cx="360040" cy="630070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006600"/>
            </a:solidFill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anchor="ctr"/>
          <a:lstStyle/>
          <a:p>
            <a:pPr>
              <a:defRPr/>
            </a:pPr>
            <a:endParaRPr kumimoji="1" lang="zh-CN" altLang="en-US" sz="2000" b="1">
              <a:latin typeface="Symbol" pitchFamily="18" charset="2"/>
            </a:endParaRPr>
          </a:p>
        </p:txBody>
      </p:sp>
      <p:sp>
        <p:nvSpPr>
          <p:cNvPr id="78" name="AutoShape 55">
            <a:extLst>
              <a:ext uri="{FF2B5EF4-FFF2-40B4-BE49-F238E27FC236}">
                <a16:creationId xmlns:a16="http://schemas.microsoft.com/office/drawing/2014/main" id="{99920891-B784-4156-ACBF-0BB9677B6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4554538"/>
            <a:ext cx="720725" cy="314325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1800" b="1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7AE0A42-CA49-412E-9A2C-BA6E0CE224F5}"/>
              </a:ext>
            </a:extLst>
          </p:cNvPr>
          <p:cNvSpPr txBox="1"/>
          <p:nvPr/>
        </p:nvSpPr>
        <p:spPr>
          <a:xfrm>
            <a:off x="6451600" y="4889500"/>
            <a:ext cx="16843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lt"/>
                <a:ea typeface="微软雅黑" pitchFamily="34" charset="-122"/>
              </a:rPr>
              <a:t>F2=AB+BC+AC</a:t>
            </a:r>
            <a:endParaRPr lang="zh-CN" altLang="en-US" sz="2000" b="1" dirty="0">
              <a:latin typeface="+mn-lt"/>
              <a:ea typeface="微软雅黑" pitchFamily="34" charset="-122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C1BEAB-9696-4FC0-AF49-8B62C45A1865}"/>
              </a:ext>
            </a:extLst>
          </p:cNvPr>
          <p:cNvSpPr txBox="1"/>
          <p:nvPr/>
        </p:nvSpPr>
        <p:spPr>
          <a:xfrm>
            <a:off x="6013450" y="3163888"/>
            <a:ext cx="305911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lt"/>
                <a:ea typeface="微软雅黑" pitchFamily="34" charset="-122"/>
              </a:rPr>
              <a:t>F1=ABC+A’B’C+A’BC’+AB’C’</a:t>
            </a:r>
            <a:endParaRPr lang="zh-CN" altLang="en-US" sz="2000" b="1" dirty="0">
              <a:latin typeface="+mn-lt"/>
              <a:ea typeface="微软雅黑" pitchFamily="34" charset="-122"/>
            </a:endParaRPr>
          </a:p>
        </p:txBody>
      </p:sp>
      <p:sp>
        <p:nvSpPr>
          <p:cNvPr id="81" name="Text Box 73">
            <a:extLst>
              <a:ext uri="{FF2B5EF4-FFF2-40B4-BE49-F238E27FC236}">
                <a16:creationId xmlns:a16="http://schemas.microsoft.com/office/drawing/2014/main" id="{D9A70D5D-87F2-480B-BB75-43265DCF5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113" y="5819775"/>
            <a:ext cx="5086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b="1" u="sng">
                <a:solidFill>
                  <a:srgbClr val="0A419B"/>
                </a:solidFill>
              </a:rPr>
              <a:t>5.Description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r>
              <a:rPr kumimoji="1" lang="en-US" altLang="zh-CN" sz="2000" b="1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What</a:t>
            </a:r>
            <a:r>
              <a:rPr kumimoji="1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kumimoji="1" lang="en-US" altLang="zh-CN" sz="2000" b="1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 the circuit</a:t>
            </a:r>
            <a:r>
              <a:rPr kumimoji="1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kumimoji="1" lang="en-US" altLang="zh-CN" sz="2000" b="1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 function?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43241CA5-8CED-4998-A152-8FFC75D9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184775"/>
            <a:ext cx="2386013" cy="539750"/>
          </a:xfrm>
          <a:prstGeom prst="wedgeRoundRectCallout">
            <a:avLst>
              <a:gd name="adj1" fmla="val 67639"/>
              <a:gd name="adj2" fmla="val -452574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Parity Generator/Checkers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Even Checker</a:t>
            </a:r>
            <a:r>
              <a:rPr lang="zh-CN" altLang="en-US" sz="1400" b="1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84" name="AutoShape 6">
            <a:extLst>
              <a:ext uri="{FF2B5EF4-FFF2-40B4-BE49-F238E27FC236}">
                <a16:creationId xmlns:a16="http://schemas.microsoft.com/office/drawing/2014/main" id="{760C6DFD-D84F-45C1-8BCC-C89A251C3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463" y="5543550"/>
            <a:ext cx="1755775" cy="495300"/>
          </a:xfrm>
          <a:prstGeom prst="wedgeRoundRectCallout">
            <a:avLst>
              <a:gd name="adj1" fmla="val 17116"/>
              <a:gd name="adj2" fmla="val -171051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Majority circuit</a:t>
            </a:r>
          </a:p>
        </p:txBody>
      </p:sp>
      <p:sp>
        <p:nvSpPr>
          <p:cNvPr id="66664" name="日期占位符 1">
            <a:extLst>
              <a:ext uri="{FF2B5EF4-FFF2-40B4-BE49-F238E27FC236}">
                <a16:creationId xmlns:a16="http://schemas.microsoft.com/office/drawing/2014/main" id="{237B9914-D7F8-41CC-A2B6-01025F5B11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68702E9-F124-4D42-872A-6267FFCCC2C5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357CE18C-F1E0-97F1-868C-139BA8C4AF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6FFEDB0-CE76-490D-913F-4AA8D7D21422}" type="slidenum">
              <a:rPr lang="zh-CN" altLang="en-US" sz="1100"/>
              <a:pPr/>
              <a:t>60</a:t>
            </a:fld>
            <a:endParaRPr lang="zh-CN" alt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DE0145-D147-448A-81E0-B00FEFA281AD}"/>
              </a:ext>
            </a:extLst>
          </p:cNvPr>
          <p:cNvSpPr txBox="1">
            <a:spLocks noChangeArrowheads="1"/>
          </p:cNvSpPr>
          <p:nvPr/>
        </p:nvSpPr>
        <p:spPr>
          <a:xfrm>
            <a:off x="385763" y="233363"/>
            <a:ext cx="8704262" cy="6302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dirty="0">
                <a:cs typeface="+mn-cs"/>
              </a:rPr>
              <a:t>Design &amp; Analysis of Combinational Circuits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67D26-1C80-4615-85C6-01920CED9B35}"/>
              </a:ext>
            </a:extLst>
          </p:cNvPr>
          <p:cNvSpPr txBox="1">
            <a:spLocks noChangeArrowheads="1"/>
          </p:cNvSpPr>
          <p:nvPr/>
        </p:nvSpPr>
        <p:spPr>
          <a:xfrm>
            <a:off x="522288" y="908050"/>
            <a:ext cx="8621712" cy="53117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lvl="1" indent="-360363">
              <a:buFont typeface="Arial" pitchFamily="34" charset="0"/>
              <a:buChar char="•"/>
              <a:defRPr/>
            </a:pPr>
            <a:r>
              <a:rPr lang="en-US" altLang="zh-CN" b="1" dirty="0">
                <a:latin typeface="Comic Sans MS" pitchFamily="66" charset="0"/>
              </a:rPr>
              <a:t>Digital Circuit Design </a:t>
            </a:r>
            <a:r>
              <a:rPr lang="en-US" altLang="zh-CN" b="1" dirty="0">
                <a:latin typeface="Comic Sans MS" pitchFamily="66" charset="0"/>
                <a:sym typeface="Symbol" panose="05050102010706020507" pitchFamily="18" charset="2"/>
              </a:rPr>
              <a:t>is</a:t>
            </a:r>
            <a:r>
              <a:rPr lang="en-US" altLang="zh-CN" b="1" dirty="0">
                <a:latin typeface="Comic Sans MS" pitchFamily="66" charset="0"/>
              </a:rPr>
              <a:t>: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To descript and simplify the function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truth table/ K map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>
                <a:sym typeface="Symbol" panose="05050102010706020507" pitchFamily="18" charset="2"/>
              </a:rPr>
              <a:t>l</a:t>
            </a:r>
            <a:r>
              <a:rPr lang="en-US" altLang="zh-CN" sz="1600" dirty="0"/>
              <a:t>ogical algebra 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expressions/equations</a:t>
            </a:r>
          </a:p>
          <a:p>
            <a:pPr marL="1611313" lvl="2">
              <a:buFont typeface="Arial" pitchFamily="34" charset="0"/>
              <a:buNone/>
              <a:defRPr/>
            </a:pPr>
            <a:r>
              <a:rPr lang="en-US" altLang="zh-CN" sz="1600" dirty="0">
                <a:sym typeface="Symbol" panose="05050102010706020507" pitchFamily="18" charset="2"/>
              </a:rPr>
              <a:t>     CSOP/</a:t>
            </a:r>
            <a:r>
              <a:rPr lang="en-US" altLang="zh-CN" sz="1600" dirty="0" err="1">
                <a:sym typeface="Symbol" panose="05050102010706020507" pitchFamily="18" charset="2"/>
              </a:rPr>
              <a:t>Minterm</a:t>
            </a:r>
            <a:r>
              <a:rPr lang="en-US" altLang="zh-CN" sz="1600" dirty="0">
                <a:sym typeface="Symbol" panose="05050102010706020507" pitchFamily="18" charset="2"/>
              </a:rPr>
              <a:t> list, CPOS/</a:t>
            </a:r>
            <a:r>
              <a:rPr lang="en-US" altLang="zh-CN" sz="1600" dirty="0" err="1">
                <a:sym typeface="Symbol" panose="05050102010706020507" pitchFamily="18" charset="2"/>
              </a:rPr>
              <a:t>Maxterm</a:t>
            </a:r>
            <a:r>
              <a:rPr lang="en-US" altLang="zh-CN" sz="1600" dirty="0">
                <a:sym typeface="Symbol" panose="05050102010706020507" pitchFamily="18" charset="2"/>
              </a:rPr>
              <a:t> list, MSOP, MPOS</a:t>
            </a:r>
            <a:endParaRPr lang="en-US" altLang="zh-CN" sz="16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>
                <a:latin typeface="Arial" charset="0"/>
              </a:rPr>
              <a:t>circuit diagram (Schematic at Module level, RTL level, etc. )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</a:rPr>
              <a:t> </a:t>
            </a:r>
            <a:r>
              <a:rPr lang="en-US" altLang="zh-CN" sz="1600" dirty="0"/>
              <a:t>timing </a:t>
            </a:r>
            <a:r>
              <a:rPr lang="en-US" altLang="zh-CN" sz="1600" dirty="0">
                <a:latin typeface="Arial" charset="0"/>
              </a:rPr>
              <a:t>diagram (Waveform)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</a:rPr>
              <a:t> 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Hardware Description Language code (VHDL, </a:t>
            </a:r>
            <a:r>
              <a:rPr lang="en-US" altLang="zh-CN" sz="1600" dirty="0" err="1">
                <a:ea typeface="宋体" panose="02010600030101010101" pitchFamily="2" charset="-122"/>
                <a:sym typeface="Symbol" panose="05050102010706020507" pitchFamily="18" charset="2"/>
              </a:rPr>
              <a:t>Verilog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, etc.)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To realize the hardware 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gates or other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Programmable Logic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Application Special Integrate Circuit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mic Sans MS" pitchFamily="66" charset="0"/>
                <a:sym typeface="Symbol" panose="05050102010706020507" pitchFamily="18" charset="2"/>
              </a:rPr>
              <a:t>Digital Circuit Analysis is: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determine the behavior of the circuit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verify the correctness of the circuit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assist in converting the circuit to a different form</a:t>
            </a:r>
          </a:p>
        </p:txBody>
      </p:sp>
      <p:sp>
        <p:nvSpPr>
          <p:cNvPr id="67588" name="日期占位符 1">
            <a:extLst>
              <a:ext uri="{FF2B5EF4-FFF2-40B4-BE49-F238E27FC236}">
                <a16:creationId xmlns:a16="http://schemas.microsoft.com/office/drawing/2014/main" id="{ABCEB264-55EF-451C-9605-85DC151B8A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49D70B78-EFCA-4739-88E2-CBC0EBEAE312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7589" name="灯片编号占位符 2">
            <a:extLst>
              <a:ext uri="{FF2B5EF4-FFF2-40B4-BE49-F238E27FC236}">
                <a16:creationId xmlns:a16="http://schemas.microsoft.com/office/drawing/2014/main" id="{1F95EA1C-B7B2-4D51-93FD-406266AE6D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1B5C3343-990E-4356-B97F-4653317AA991}" type="slidenum">
              <a:rPr lang="zh-CN" altLang="en-US" sz="1100"/>
              <a:pPr/>
              <a:t>61</a:t>
            </a:fld>
            <a:endParaRPr lang="zh-CN" altLang="en-US" sz="11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6B5C9-91D1-678E-8CE3-A6ED31A7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>
            <a:extLst>
              <a:ext uri="{FF2B5EF4-FFF2-40B4-BE49-F238E27FC236}">
                <a16:creationId xmlns:a16="http://schemas.microsoft.com/office/drawing/2014/main" id="{FF6C930A-0A3D-6B94-EC82-8F8D06758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938"/>
            <a:ext cx="9144000" cy="762000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Examples for Combinational </a:t>
            </a:r>
            <a:r>
              <a:rPr lang="en-US" altLang="zh-CN" sz="2800" dirty="0">
                <a:cs typeface="+mn-cs"/>
              </a:rPr>
              <a:t>Digital Circuit Design</a:t>
            </a:r>
          </a:p>
        </p:txBody>
      </p:sp>
      <p:sp>
        <p:nvSpPr>
          <p:cNvPr id="68612" name="灯片编号占位符 2">
            <a:extLst>
              <a:ext uri="{FF2B5EF4-FFF2-40B4-BE49-F238E27FC236}">
                <a16:creationId xmlns:a16="http://schemas.microsoft.com/office/drawing/2014/main" id="{C85EBC8F-86BE-66C2-E187-0DD887DC6A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62</a:t>
            </a:fld>
            <a:endParaRPr lang="zh-CN" altLang="en-US" sz="11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C325A9-1B98-510F-3F62-844D68402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25020"/>
            <a:ext cx="7818166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4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Multiplexer/Demultiplexer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Decoder/ Encoder  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Parity Generator/Checker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Operator</a:t>
            </a:r>
            <a:endParaRPr lang="zh-CN" altLang="en-US" sz="4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207CEB-DEBD-6254-CE42-5BF71941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245" y="1234357"/>
            <a:ext cx="21859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Chap1.3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1.4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4.2</a:t>
            </a:r>
            <a:endParaRPr lang="zh-CN" altLang="en-US" sz="1600" b="1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168A1B-A41C-CE7B-719D-FC5629FD3C4B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855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C5B758FC-F94D-4DC8-8F15-F48D450D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14300"/>
            <a:ext cx="7772400" cy="603250"/>
          </a:xfrm>
        </p:spPr>
        <p:txBody>
          <a:bodyPr/>
          <a:lstStyle/>
          <a:p>
            <a:pPr eaLnBrk="1" hangingPunct="1"/>
            <a:r>
              <a:rPr lang="en-US" altLang="zh-CN" sz="3600"/>
              <a:t>Multiplexer &amp; Demultiplexer</a:t>
            </a:r>
          </a:p>
        </p:txBody>
      </p:sp>
      <p:graphicFrame>
        <p:nvGraphicFramePr>
          <p:cNvPr id="875524" name="Object 4">
            <a:extLst>
              <a:ext uri="{FF2B5EF4-FFF2-40B4-BE49-F238E27FC236}">
                <a16:creationId xmlns:a16="http://schemas.microsoft.com/office/drawing/2014/main" id="{0BFF5264-A8E7-4066-9B86-21542633622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49250" y="1339850"/>
          <a:ext cx="4795838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5885714" imgH="2895238" progId="Paint.Picture">
                  <p:embed/>
                </p:oleObj>
              </mc:Choice>
              <mc:Fallback>
                <p:oleObj name="位图图像" r:id="rId3" imgW="5885714" imgH="2895238" progId="Paint.Picture">
                  <p:embed/>
                  <p:pic>
                    <p:nvPicPr>
                      <p:cNvPr id="875524" name="Object 4">
                        <a:extLst>
                          <a:ext uri="{FF2B5EF4-FFF2-40B4-BE49-F238E27FC236}">
                            <a16:creationId xmlns:a16="http://schemas.microsoft.com/office/drawing/2014/main" id="{0BFF5264-A8E7-4066-9B86-215426336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1339850"/>
                        <a:ext cx="4795838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F597DEA9-C12E-4B56-AA86-0F3543991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" y="850900"/>
            <a:ext cx="5911850" cy="3111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rgbClr val="7030A0"/>
                </a:solidFill>
              </a:rPr>
              <a:t>MUX, Digital Switch, Multi-Switch, Data Selector </a:t>
            </a:r>
          </a:p>
        </p:txBody>
      </p:sp>
      <p:sp>
        <p:nvSpPr>
          <p:cNvPr id="2053" name="矩形 5">
            <a:extLst>
              <a:ext uri="{FF2B5EF4-FFF2-40B4-BE49-F238E27FC236}">
                <a16:creationId xmlns:a16="http://schemas.microsoft.com/office/drawing/2014/main" id="{5DA65A71-AA9C-4CEE-BCB3-CFE94D341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0" y="3427413"/>
            <a:ext cx="2000250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zh-CN" sz="1800" b="1">
                <a:solidFill>
                  <a:srgbClr val="0070C0"/>
                </a:solidFill>
              </a:rPr>
              <a:t>Route the bus data to one of m destinations  </a:t>
            </a:r>
          </a:p>
        </p:txBody>
      </p:sp>
      <p:sp>
        <p:nvSpPr>
          <p:cNvPr id="2054" name="矩形 6">
            <a:extLst>
              <a:ext uri="{FF2B5EF4-FFF2-40B4-BE49-F238E27FC236}">
                <a16:creationId xmlns:a16="http://schemas.microsoft.com/office/drawing/2014/main" id="{020DDF56-6B04-4BB0-B007-983EBBE6D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3382963"/>
            <a:ext cx="1555750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zh-CN" sz="1800" b="1">
                <a:solidFill>
                  <a:srgbClr val="0070C0"/>
                </a:solidFill>
              </a:rPr>
              <a:t>Connect 2</a:t>
            </a:r>
            <a:r>
              <a:rPr lang="en-US" altLang="zh-CN" sz="1800" b="1" baseline="30000">
                <a:solidFill>
                  <a:srgbClr val="0070C0"/>
                </a:solidFill>
              </a:rPr>
              <a:t>n</a:t>
            </a:r>
            <a:r>
              <a:rPr lang="en-US" altLang="zh-CN" sz="1800" b="1">
                <a:solidFill>
                  <a:srgbClr val="0070C0"/>
                </a:solidFill>
              </a:rPr>
              <a:t> points to a single point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1E70F80-06FA-44B5-9908-26827E15D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688" y="1177925"/>
            <a:ext cx="1014412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Z = A'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0</a:t>
            </a:r>
          </a:p>
          <a:p>
            <a:pPr>
              <a:lnSpc>
                <a:spcPct val="85000"/>
              </a:lnSpc>
              <a:defRPr/>
            </a:pP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     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+ A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1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435E1E-8443-4718-883D-A79FA065C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257425"/>
            <a:ext cx="13335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>
              <a:lnSpc>
                <a:spcPct val="85000"/>
              </a:lnSpc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Z =  B’A’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0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>
              <a:lnSpc>
                <a:spcPct val="85000"/>
              </a:lnSpc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 + B’A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1</a:t>
            </a:r>
          </a:p>
          <a:p>
            <a:pPr>
              <a:lnSpc>
                <a:spcPct val="85000"/>
              </a:lnSpc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 + BA’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2</a:t>
            </a:r>
          </a:p>
          <a:p>
            <a:pPr>
              <a:lnSpc>
                <a:spcPct val="85000"/>
              </a:lnSpc>
              <a:defRPr/>
            </a:pP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     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+ BA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3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500C990-D892-4550-8016-6EF998B14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050" y="3716338"/>
            <a:ext cx="1466850" cy="251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Z = C’B’A’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0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+ C’B’A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1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+ C’BA’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2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+ C’BA 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3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+ CB’A’ 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4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+  CB’A 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5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+  CBA’ 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6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+mn-lt"/>
              </a:rPr>
              <a:t>   +  CBA    D</a:t>
            </a:r>
            <a:r>
              <a:rPr lang="en-US" altLang="zh-CN" sz="2000" b="1" baseline="-25000" dirty="0">
                <a:solidFill>
                  <a:srgbClr val="7030A0"/>
                </a:solidFill>
                <a:latin typeface="+mn-lt"/>
              </a:rPr>
              <a:t>7</a:t>
            </a:r>
          </a:p>
        </p:txBody>
      </p:sp>
      <p:grpSp>
        <p:nvGrpSpPr>
          <p:cNvPr id="2" name="Group 156">
            <a:extLst>
              <a:ext uri="{FF2B5EF4-FFF2-40B4-BE49-F238E27FC236}">
                <a16:creationId xmlns:a16="http://schemas.microsoft.com/office/drawing/2014/main" id="{0A9D7EEF-73ED-4097-83BD-13FB237D09FC}"/>
              </a:ext>
            </a:extLst>
          </p:cNvPr>
          <p:cNvGrpSpPr>
            <a:grpSpLocks/>
          </p:cNvGrpSpPr>
          <p:nvPr/>
        </p:nvGrpSpPr>
        <p:grpSpPr bwMode="auto">
          <a:xfrm>
            <a:off x="6072188" y="1063625"/>
            <a:ext cx="1433512" cy="854075"/>
            <a:chOff x="676" y="562"/>
            <a:chExt cx="1059" cy="621"/>
          </a:xfrm>
        </p:grpSpPr>
        <p:sp>
          <p:nvSpPr>
            <p:cNvPr id="69718" name="Line 18">
              <a:extLst>
                <a:ext uri="{FF2B5EF4-FFF2-40B4-BE49-F238E27FC236}">
                  <a16:creationId xmlns:a16="http://schemas.microsoft.com/office/drawing/2014/main" id="{1BBF74CC-0DD2-41CF-8D29-9BDB6EBF4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" y="652"/>
              <a:ext cx="17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9" name="Line 21">
              <a:extLst>
                <a:ext uri="{FF2B5EF4-FFF2-40B4-BE49-F238E27FC236}">
                  <a16:creationId xmlns:a16="http://schemas.microsoft.com/office/drawing/2014/main" id="{3DCD36EC-0E91-426A-B72B-48D17933D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" y="882"/>
              <a:ext cx="17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0" name="Line 24">
              <a:extLst>
                <a:ext uri="{FF2B5EF4-FFF2-40B4-BE49-F238E27FC236}">
                  <a16:creationId xmlns:a16="http://schemas.microsoft.com/office/drawing/2014/main" id="{F33EA69C-9205-4493-ACA3-E8EC7012B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792"/>
              <a:ext cx="17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1" name="Line 27">
              <a:extLst>
                <a:ext uri="{FF2B5EF4-FFF2-40B4-BE49-F238E27FC236}">
                  <a16:creationId xmlns:a16="http://schemas.microsoft.com/office/drawing/2014/main" id="{041D52B0-07AD-470D-AC48-81077B3D1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5" y="981"/>
              <a:ext cx="1" cy="17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2" name="Rectangle 28">
              <a:extLst>
                <a:ext uri="{FF2B5EF4-FFF2-40B4-BE49-F238E27FC236}">
                  <a16:creationId xmlns:a16="http://schemas.microsoft.com/office/drawing/2014/main" id="{2B246AF8-5084-4C7D-A45B-172F22903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594"/>
              <a:ext cx="421" cy="396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9723" name="Group 29">
              <a:extLst>
                <a:ext uri="{FF2B5EF4-FFF2-40B4-BE49-F238E27FC236}">
                  <a16:creationId xmlns:a16="http://schemas.microsoft.com/office/drawing/2014/main" id="{A48E4EE5-3A6D-40E0-9077-6DBA0967DD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5" y="645"/>
              <a:ext cx="370" cy="536"/>
              <a:chOff x="1045" y="463"/>
              <a:chExt cx="370" cy="536"/>
            </a:xfrm>
          </p:grpSpPr>
          <p:sp>
            <p:nvSpPr>
              <p:cNvPr id="69728" name="Rectangle 30">
                <a:extLst>
                  <a:ext uri="{FF2B5EF4-FFF2-40B4-BE49-F238E27FC236}">
                    <a16:creationId xmlns:a16="http://schemas.microsoft.com/office/drawing/2014/main" id="{961AA5AA-4D77-4A5F-9ED0-22A29BD33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5" y="463"/>
                <a:ext cx="370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2:1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Mux </a:t>
                </a:r>
                <a:endParaRPr lang="en-US" altLang="zh-CN" sz="32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29" name="Rectangle 31">
                <a:extLst>
                  <a:ext uri="{FF2B5EF4-FFF2-40B4-BE49-F238E27FC236}">
                    <a16:creationId xmlns:a16="http://schemas.microsoft.com/office/drawing/2014/main" id="{1E5725A2-523E-41C3-8D55-7E36B5DBD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596"/>
                <a:ext cx="4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endParaRPr lang="en-US" altLang="zh-CN" sz="36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724" name="Rectangle 33">
              <a:extLst>
                <a:ext uri="{FF2B5EF4-FFF2-40B4-BE49-F238E27FC236}">
                  <a16:creationId xmlns:a16="http://schemas.microsoft.com/office/drawing/2014/main" id="{14BF39F8-4675-4073-8582-7068CA457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" y="562"/>
              <a:ext cx="23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725" name="Rectangle 36">
              <a:extLst>
                <a:ext uri="{FF2B5EF4-FFF2-40B4-BE49-F238E27FC236}">
                  <a16:creationId xmlns:a16="http://schemas.microsoft.com/office/drawing/2014/main" id="{E9907ADF-CCA1-48C8-9046-2C114D39C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" y="767"/>
              <a:ext cx="23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726" name="Rectangle 38">
              <a:extLst>
                <a:ext uri="{FF2B5EF4-FFF2-40B4-BE49-F238E27FC236}">
                  <a16:creationId xmlns:a16="http://schemas.microsoft.com/office/drawing/2014/main" id="{F15DDE81-F66D-48AD-A1CA-A312672D2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2" y="1033"/>
              <a:ext cx="123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727" name="Rectangle 39">
              <a:extLst>
                <a:ext uri="{FF2B5EF4-FFF2-40B4-BE49-F238E27FC236}">
                  <a16:creationId xmlns:a16="http://schemas.microsoft.com/office/drawing/2014/main" id="{9661D554-CA4D-4B48-A534-6C2FD06E3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" y="716"/>
              <a:ext cx="135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Z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66">
            <a:extLst>
              <a:ext uri="{FF2B5EF4-FFF2-40B4-BE49-F238E27FC236}">
                <a16:creationId xmlns:a16="http://schemas.microsoft.com/office/drawing/2014/main" id="{3C29DCFC-E5BB-4044-A422-3FF0D27DFF2C}"/>
              </a:ext>
            </a:extLst>
          </p:cNvPr>
          <p:cNvGrpSpPr>
            <a:grpSpLocks/>
          </p:cNvGrpSpPr>
          <p:nvPr/>
        </p:nvGrpSpPr>
        <p:grpSpPr bwMode="auto">
          <a:xfrm>
            <a:off x="5994400" y="2239963"/>
            <a:ext cx="1466850" cy="1189037"/>
            <a:chOff x="541" y="1352"/>
            <a:chExt cx="1165" cy="1014"/>
          </a:xfrm>
        </p:grpSpPr>
        <p:sp>
          <p:nvSpPr>
            <p:cNvPr id="69700" name="Line 42">
              <a:extLst>
                <a:ext uri="{FF2B5EF4-FFF2-40B4-BE49-F238E27FC236}">
                  <a16:creationId xmlns:a16="http://schemas.microsoft.com/office/drawing/2014/main" id="{D0DC70BE-77FC-4464-8812-278409E21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1506"/>
              <a:ext cx="17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1" name="Line 45">
              <a:extLst>
                <a:ext uri="{FF2B5EF4-FFF2-40B4-BE49-F238E27FC236}">
                  <a16:creationId xmlns:a16="http://schemas.microsoft.com/office/drawing/2014/main" id="{1620B9D3-206E-4D18-9EAE-F781488FB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40"/>
              <a:ext cx="17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2" name="Line 48">
              <a:extLst>
                <a:ext uri="{FF2B5EF4-FFF2-40B4-BE49-F238E27FC236}">
                  <a16:creationId xmlns:a16="http://schemas.microsoft.com/office/drawing/2014/main" id="{D7F66E5F-7D43-493C-AFEE-B7B685BBB2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6" y="2092"/>
              <a:ext cx="1" cy="17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3" name="Rectangle 52">
              <a:extLst>
                <a:ext uri="{FF2B5EF4-FFF2-40B4-BE49-F238E27FC236}">
                  <a16:creationId xmlns:a16="http://schemas.microsoft.com/office/drawing/2014/main" id="{3A0EAF91-D6C4-40FE-9FBC-47528921C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2156"/>
              <a:ext cx="144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704" name="Rectangle 53">
              <a:extLst>
                <a:ext uri="{FF2B5EF4-FFF2-40B4-BE49-F238E27FC236}">
                  <a16:creationId xmlns:a16="http://schemas.microsoft.com/office/drawing/2014/main" id="{8A5B249F-8A3F-41BF-9426-4AD7E3FFC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1436"/>
              <a:ext cx="509" cy="652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705" name="Line 56">
              <a:extLst>
                <a:ext uri="{FF2B5EF4-FFF2-40B4-BE49-F238E27FC236}">
                  <a16:creationId xmlns:a16="http://schemas.microsoft.com/office/drawing/2014/main" id="{1C95873E-CAA6-459E-B507-558AB35A4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1634"/>
              <a:ext cx="17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6" name="Line 62">
              <a:extLst>
                <a:ext uri="{FF2B5EF4-FFF2-40B4-BE49-F238E27FC236}">
                  <a16:creationId xmlns:a16="http://schemas.microsoft.com/office/drawing/2014/main" id="{74DF7FD9-3FE5-4024-A025-5E3A02906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1774"/>
              <a:ext cx="17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7" name="Line 68">
              <a:extLst>
                <a:ext uri="{FF2B5EF4-FFF2-40B4-BE49-F238E27FC236}">
                  <a16:creationId xmlns:a16="http://schemas.microsoft.com/office/drawing/2014/main" id="{A3425F1B-7275-4316-88CA-E38692297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1915"/>
              <a:ext cx="17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8" name="Line 74">
              <a:extLst>
                <a:ext uri="{FF2B5EF4-FFF2-40B4-BE49-F238E27FC236}">
                  <a16:creationId xmlns:a16="http://schemas.microsoft.com/office/drawing/2014/main" id="{9FA95069-9EE9-4AB5-A9C0-160B99FCFE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4" y="2092"/>
              <a:ext cx="1" cy="17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9" name="Rectangle 75">
              <a:extLst>
                <a:ext uri="{FF2B5EF4-FFF2-40B4-BE49-F238E27FC236}">
                  <a16:creationId xmlns:a16="http://schemas.microsoft.com/office/drawing/2014/main" id="{0EC94611-93C5-4B12-9E8C-21ED04B74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" y="2156"/>
              <a:ext cx="13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710" name="Rectangle 76">
              <a:extLst>
                <a:ext uri="{FF2B5EF4-FFF2-40B4-BE49-F238E27FC236}">
                  <a16:creationId xmlns:a16="http://schemas.microsoft.com/office/drawing/2014/main" id="{BA23BF94-4BA6-44A6-85EF-9B82882F2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1663"/>
              <a:ext cx="13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Z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9711" name="Group 77">
              <a:extLst>
                <a:ext uri="{FF2B5EF4-FFF2-40B4-BE49-F238E27FC236}">
                  <a16:creationId xmlns:a16="http://schemas.microsoft.com/office/drawing/2014/main" id="{487E70F5-07AB-4017-9004-CCD1F392A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0" y="1542"/>
              <a:ext cx="331" cy="379"/>
              <a:chOff x="980" y="1449"/>
              <a:chExt cx="331" cy="379"/>
            </a:xfrm>
          </p:grpSpPr>
          <p:sp>
            <p:nvSpPr>
              <p:cNvPr id="69716" name="Rectangle 78">
                <a:extLst>
                  <a:ext uri="{FF2B5EF4-FFF2-40B4-BE49-F238E27FC236}">
                    <a16:creationId xmlns:a16="http://schemas.microsoft.com/office/drawing/2014/main" id="{5F12A506-85A5-4446-8A35-0803C4BC9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1449"/>
                <a:ext cx="255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4:1 </a:t>
                </a:r>
                <a:endPara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17" name="Rectangle 79">
                <a:extLst>
                  <a:ext uri="{FF2B5EF4-FFF2-40B4-BE49-F238E27FC236}">
                    <a16:creationId xmlns:a16="http://schemas.microsoft.com/office/drawing/2014/main" id="{C98C4CDC-E61A-4F7A-9113-465A68A1A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0" y="1618"/>
                <a:ext cx="331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Mux </a:t>
                </a:r>
                <a:endPara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712" name="Rectangle 152">
              <a:extLst>
                <a:ext uri="{FF2B5EF4-FFF2-40B4-BE49-F238E27FC236}">
                  <a16:creationId xmlns:a16="http://schemas.microsoft.com/office/drawing/2014/main" id="{D8EFAD4F-BB9D-40E9-BC20-72846CE83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352"/>
              <a:ext cx="20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713" name="Rectangle 153">
              <a:extLst>
                <a:ext uri="{FF2B5EF4-FFF2-40B4-BE49-F238E27FC236}">
                  <a16:creationId xmlns:a16="http://schemas.microsoft.com/office/drawing/2014/main" id="{8DA7F8AE-5987-43CF-AE42-1EE109B61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542"/>
              <a:ext cx="20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714" name="Rectangle 154">
              <a:extLst>
                <a:ext uri="{FF2B5EF4-FFF2-40B4-BE49-F238E27FC236}">
                  <a16:creationId xmlns:a16="http://schemas.microsoft.com/office/drawing/2014/main" id="{0C08840C-8A78-4176-B479-B911BF91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711"/>
              <a:ext cx="20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715" name="Rectangle 155">
              <a:extLst>
                <a:ext uri="{FF2B5EF4-FFF2-40B4-BE49-F238E27FC236}">
                  <a16:creationId xmlns:a16="http://schemas.microsoft.com/office/drawing/2014/main" id="{372E8F52-3FFC-496F-A6F6-2904C8FEF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857"/>
              <a:ext cx="20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165">
            <a:extLst>
              <a:ext uri="{FF2B5EF4-FFF2-40B4-BE49-F238E27FC236}">
                <a16:creationId xmlns:a16="http://schemas.microsoft.com/office/drawing/2014/main" id="{43EB11BC-9FE9-4209-8A28-06DC2B23FBF4}"/>
              </a:ext>
            </a:extLst>
          </p:cNvPr>
          <p:cNvGrpSpPr>
            <a:grpSpLocks/>
          </p:cNvGrpSpPr>
          <p:nvPr/>
        </p:nvGrpSpPr>
        <p:grpSpPr bwMode="auto">
          <a:xfrm>
            <a:off x="5873750" y="3938588"/>
            <a:ext cx="1809750" cy="2000250"/>
            <a:chOff x="466" y="2432"/>
            <a:chExt cx="1501" cy="1582"/>
          </a:xfrm>
        </p:grpSpPr>
        <p:sp>
          <p:nvSpPr>
            <p:cNvPr id="69672" name="Line 82">
              <a:extLst>
                <a:ext uri="{FF2B5EF4-FFF2-40B4-BE49-F238E27FC236}">
                  <a16:creationId xmlns:a16="http://schemas.microsoft.com/office/drawing/2014/main" id="{F83A3280-0058-44C9-AF68-58AFE92BE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591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3" name="Line 85">
              <a:extLst>
                <a:ext uri="{FF2B5EF4-FFF2-40B4-BE49-F238E27FC236}">
                  <a16:creationId xmlns:a16="http://schemas.microsoft.com/office/drawing/2014/main" id="{839DA007-84D8-4728-B1F7-ADF95A618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" y="3137"/>
              <a:ext cx="17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4" name="Line 88">
              <a:extLst>
                <a:ext uri="{FF2B5EF4-FFF2-40B4-BE49-F238E27FC236}">
                  <a16:creationId xmlns:a16="http://schemas.microsoft.com/office/drawing/2014/main" id="{F17A4B40-479B-4398-BFC2-0FED7CEE8F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8" y="3748"/>
              <a:ext cx="1" cy="166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5" name="Rectangle 92">
              <a:extLst>
                <a:ext uri="{FF2B5EF4-FFF2-40B4-BE49-F238E27FC236}">
                  <a16:creationId xmlns:a16="http://schemas.microsoft.com/office/drawing/2014/main" id="{93CCC022-EEBA-4716-BF91-92E927B86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3812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76" name="Rectangle 93">
              <a:extLst>
                <a:ext uri="{FF2B5EF4-FFF2-40B4-BE49-F238E27FC236}">
                  <a16:creationId xmlns:a16="http://schemas.microsoft.com/office/drawing/2014/main" id="{7861F41B-D029-4639-BD10-00FFA7CAF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" y="2505"/>
              <a:ext cx="803" cy="1239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77" name="Line 96">
              <a:extLst>
                <a:ext uri="{FF2B5EF4-FFF2-40B4-BE49-F238E27FC236}">
                  <a16:creationId xmlns:a16="http://schemas.microsoft.com/office/drawing/2014/main" id="{F28FCD3A-A8C0-47D9-9E52-2DE295E30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716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8" name="Line 102">
              <a:extLst>
                <a:ext uri="{FF2B5EF4-FFF2-40B4-BE49-F238E27FC236}">
                  <a16:creationId xmlns:a16="http://schemas.microsoft.com/office/drawing/2014/main" id="{5F6B2162-529B-4D14-94C6-B89DDCEC5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856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9" name="Line 108">
              <a:extLst>
                <a:ext uri="{FF2B5EF4-FFF2-40B4-BE49-F238E27FC236}">
                  <a16:creationId xmlns:a16="http://schemas.microsoft.com/office/drawing/2014/main" id="{FFDAC264-3132-4D8C-A12B-422D421D3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997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0" name="Line 114">
              <a:extLst>
                <a:ext uri="{FF2B5EF4-FFF2-40B4-BE49-F238E27FC236}">
                  <a16:creationId xmlns:a16="http://schemas.microsoft.com/office/drawing/2014/main" id="{8212DDFF-B54E-4F9B-B789-F2FA1173D9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5" y="3748"/>
              <a:ext cx="1" cy="166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1" name="Rectangle 115">
              <a:extLst>
                <a:ext uri="{FF2B5EF4-FFF2-40B4-BE49-F238E27FC236}">
                  <a16:creationId xmlns:a16="http://schemas.microsoft.com/office/drawing/2014/main" id="{D1BED7AC-2E38-44C4-ACF2-5E18C51E2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1" y="3812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82" name="Rectangle 116">
              <a:extLst>
                <a:ext uri="{FF2B5EF4-FFF2-40B4-BE49-F238E27FC236}">
                  <a16:creationId xmlns:a16="http://schemas.microsoft.com/office/drawing/2014/main" id="{78CF19A4-4F57-47F5-9660-A4CE6E359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3048"/>
              <a:ext cx="15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Z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9683" name="Group 117">
              <a:extLst>
                <a:ext uri="{FF2B5EF4-FFF2-40B4-BE49-F238E27FC236}">
                  <a16:creationId xmlns:a16="http://schemas.microsoft.com/office/drawing/2014/main" id="{31CB05B6-83AA-4959-B528-DF3AC359BE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1" y="2889"/>
              <a:ext cx="370" cy="380"/>
              <a:chOff x="1081" y="2889"/>
              <a:chExt cx="370" cy="380"/>
            </a:xfrm>
          </p:grpSpPr>
          <p:sp>
            <p:nvSpPr>
              <p:cNvPr id="69698" name="Rectangle 118">
                <a:extLst>
                  <a:ext uri="{FF2B5EF4-FFF2-40B4-BE49-F238E27FC236}">
                    <a16:creationId xmlns:a16="http://schemas.microsoft.com/office/drawing/2014/main" id="{AC6B9A1C-A35A-4A5E-9477-B39C212CA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" y="2889"/>
                <a:ext cx="280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8:1 </a:t>
                </a:r>
                <a:endPara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99" name="Rectangle 119">
                <a:extLst>
                  <a:ext uri="{FF2B5EF4-FFF2-40B4-BE49-F238E27FC236}">
                    <a16:creationId xmlns:a16="http://schemas.microsoft.com/office/drawing/2014/main" id="{E9B280FC-7E76-4CDE-ABD4-DB9556D8E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3074"/>
                <a:ext cx="370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Mux </a:t>
                </a:r>
                <a:endPara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684" name="Line 122">
              <a:extLst>
                <a:ext uri="{FF2B5EF4-FFF2-40B4-BE49-F238E27FC236}">
                  <a16:creationId xmlns:a16="http://schemas.microsoft.com/office/drawing/2014/main" id="{07C076C4-C868-4C4D-9F12-326B04B8E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0" y="3748"/>
              <a:ext cx="1" cy="166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5" name="Rectangle 123">
              <a:extLst>
                <a:ext uri="{FF2B5EF4-FFF2-40B4-BE49-F238E27FC236}">
                  <a16:creationId xmlns:a16="http://schemas.microsoft.com/office/drawing/2014/main" id="{462F5007-3FCD-4B98-8825-1B1D437CA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" y="3812"/>
              <a:ext cx="14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86" name="Line 126">
              <a:extLst>
                <a:ext uri="{FF2B5EF4-FFF2-40B4-BE49-F238E27FC236}">
                  <a16:creationId xmlns:a16="http://schemas.microsoft.com/office/drawing/2014/main" id="{1092A3DB-9E79-46C8-AC88-D0DD891CB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3150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7" name="Line 132">
              <a:extLst>
                <a:ext uri="{FF2B5EF4-FFF2-40B4-BE49-F238E27FC236}">
                  <a16:creationId xmlns:a16="http://schemas.microsoft.com/office/drawing/2014/main" id="{A4588B60-F45D-4A67-BD07-0822C32D2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3278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8" name="Line 138">
              <a:extLst>
                <a:ext uri="{FF2B5EF4-FFF2-40B4-BE49-F238E27FC236}">
                  <a16:creationId xmlns:a16="http://schemas.microsoft.com/office/drawing/2014/main" id="{228160E8-1D06-4037-929B-129B34D9A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3431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9" name="Line 144">
              <a:extLst>
                <a:ext uri="{FF2B5EF4-FFF2-40B4-BE49-F238E27FC236}">
                  <a16:creationId xmlns:a16="http://schemas.microsoft.com/office/drawing/2014/main" id="{65C97562-388A-4122-B0FC-E7C5CB4AF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3572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0" name="Rectangle 157">
              <a:extLst>
                <a:ext uri="{FF2B5EF4-FFF2-40B4-BE49-F238E27FC236}">
                  <a16:creationId xmlns:a16="http://schemas.microsoft.com/office/drawing/2014/main" id="{A5E3FE11-81CD-49BF-B321-DC1C6E18A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2432"/>
              <a:ext cx="22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91" name="Rectangle 158">
              <a:extLst>
                <a:ext uri="{FF2B5EF4-FFF2-40B4-BE49-F238E27FC236}">
                  <a16:creationId xmlns:a16="http://schemas.microsoft.com/office/drawing/2014/main" id="{73430E34-8FA6-48C5-B54F-839A5B9CC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2605"/>
              <a:ext cx="22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92" name="Rectangle 159">
              <a:extLst>
                <a:ext uri="{FF2B5EF4-FFF2-40B4-BE49-F238E27FC236}">
                  <a16:creationId xmlns:a16="http://schemas.microsoft.com/office/drawing/2014/main" id="{375E6A9A-3FC3-4DF4-82C3-28D05E987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2764"/>
              <a:ext cx="22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93" name="Rectangle 160">
              <a:extLst>
                <a:ext uri="{FF2B5EF4-FFF2-40B4-BE49-F238E27FC236}">
                  <a16:creationId xmlns:a16="http://schemas.microsoft.com/office/drawing/2014/main" id="{40E0BFFB-47F6-400A-9E1C-D978A1B66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2924"/>
              <a:ext cx="22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94" name="Rectangle 161">
              <a:extLst>
                <a:ext uri="{FF2B5EF4-FFF2-40B4-BE49-F238E27FC236}">
                  <a16:creationId xmlns:a16="http://schemas.microsoft.com/office/drawing/2014/main" id="{86415482-2099-4B7B-B51C-3F8DF6BDE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3046"/>
              <a:ext cx="22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95" name="Rectangle 162">
              <a:extLst>
                <a:ext uri="{FF2B5EF4-FFF2-40B4-BE49-F238E27FC236}">
                  <a16:creationId xmlns:a16="http://schemas.microsoft.com/office/drawing/2014/main" id="{75739276-B348-4702-AF1A-F51485D83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3195"/>
              <a:ext cx="22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96" name="Rectangle 163">
              <a:extLst>
                <a:ext uri="{FF2B5EF4-FFF2-40B4-BE49-F238E27FC236}">
                  <a16:creationId xmlns:a16="http://schemas.microsoft.com/office/drawing/2014/main" id="{37046868-70F7-4812-B61A-25BF8EA96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3327"/>
              <a:ext cx="22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97" name="Rectangle 164">
              <a:extLst>
                <a:ext uri="{FF2B5EF4-FFF2-40B4-BE49-F238E27FC236}">
                  <a16:creationId xmlns:a16="http://schemas.microsoft.com/office/drawing/2014/main" id="{B2DADA7B-25A8-4F52-9F11-ACFFEE466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3490"/>
              <a:ext cx="22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4E54A186-F52C-4FF6-B8F8-AC92655765AB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406900"/>
            <a:ext cx="1666875" cy="1816100"/>
            <a:chOff x="1536" y="1872"/>
            <a:chExt cx="1331" cy="1762"/>
          </a:xfrm>
        </p:grpSpPr>
        <p:sp>
          <p:nvSpPr>
            <p:cNvPr id="69662" name="Rectangle 4">
              <a:extLst>
                <a:ext uri="{FF2B5EF4-FFF2-40B4-BE49-F238E27FC236}">
                  <a16:creationId xmlns:a16="http://schemas.microsoft.com/office/drawing/2014/main" id="{721B5A97-F598-4E3E-A4A4-2FE3DE042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960" cy="17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63" name="Text Box 5">
              <a:extLst>
                <a:ext uri="{FF2B5EF4-FFF2-40B4-BE49-F238E27FC236}">
                  <a16:creationId xmlns:a16="http://schemas.microsoft.com/office/drawing/2014/main" id="{AF99FFEF-44DD-49A7-8DD9-3C196DF7D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872"/>
              <a:ext cx="502" cy="1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EN</a:t>
              </a: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SEL</a:t>
              </a: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D0</a:t>
              </a: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endParaRPr lang="en-US" altLang="zh-CN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Dn-1</a:t>
              </a:r>
            </a:p>
          </p:txBody>
        </p:sp>
        <p:sp>
          <p:nvSpPr>
            <p:cNvPr id="69664" name="Line 6">
              <a:extLst>
                <a:ext uri="{FF2B5EF4-FFF2-40B4-BE49-F238E27FC236}">
                  <a16:creationId xmlns:a16="http://schemas.microsoft.com/office/drawing/2014/main" id="{DF5F7215-1419-44DD-9A02-6D2A1BD776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064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9665" name="Group 7">
              <a:extLst>
                <a:ext uri="{FF2B5EF4-FFF2-40B4-BE49-F238E27FC236}">
                  <a16:creationId xmlns:a16="http://schemas.microsoft.com/office/drawing/2014/main" id="{DCA545BD-572A-4A0D-B2D1-566E94FB45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304"/>
              <a:ext cx="336" cy="192"/>
              <a:chOff x="1536" y="2304"/>
              <a:chExt cx="336" cy="192"/>
            </a:xfrm>
          </p:grpSpPr>
          <p:sp>
            <p:nvSpPr>
              <p:cNvPr id="69668" name="Line 8">
                <a:extLst>
                  <a:ext uri="{FF2B5EF4-FFF2-40B4-BE49-F238E27FC236}">
                    <a16:creationId xmlns:a16="http://schemas.microsoft.com/office/drawing/2014/main" id="{256E4EB3-14DD-4B92-B710-F889E8658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235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9669" name="Line 9">
                <a:extLst>
                  <a:ext uri="{FF2B5EF4-FFF2-40B4-BE49-F238E27FC236}">
                    <a16:creationId xmlns:a16="http://schemas.microsoft.com/office/drawing/2014/main" id="{FABD3EFE-192E-4105-812F-27BBA1E69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2448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9670" name="Line 10">
                <a:extLst>
                  <a:ext uri="{FF2B5EF4-FFF2-40B4-BE49-F238E27FC236}">
                    <a16:creationId xmlns:a16="http://schemas.microsoft.com/office/drawing/2014/main" id="{FC9754CA-449C-4D34-B992-5618405C1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3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9671" name="Line 11">
                <a:extLst>
                  <a:ext uri="{FF2B5EF4-FFF2-40B4-BE49-F238E27FC236}">
                    <a16:creationId xmlns:a16="http://schemas.microsoft.com/office/drawing/2014/main" id="{1BD60FB0-FF9B-40C6-B79B-484189EF11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76" y="240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9666" name="Line 15">
              <a:extLst>
                <a:ext uri="{FF2B5EF4-FFF2-40B4-BE49-F238E27FC236}">
                  <a16:creationId xmlns:a16="http://schemas.microsoft.com/office/drawing/2014/main" id="{6A2110EF-B6DE-4297-850E-FE92A2356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4" y="2932"/>
              <a:ext cx="0" cy="288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67" name="Text Box 17">
              <a:extLst>
                <a:ext uri="{FF2B5EF4-FFF2-40B4-BE49-F238E27FC236}">
                  <a16:creationId xmlns:a16="http://schemas.microsoft.com/office/drawing/2014/main" id="{DF35D463-685C-4E3E-8D50-B948F8D7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" y="2599"/>
              <a:ext cx="25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</p:grpSp>
      <p:sp>
        <p:nvSpPr>
          <p:cNvPr id="94" name="Text Box 18">
            <a:extLst>
              <a:ext uri="{FF2B5EF4-FFF2-40B4-BE49-F238E27FC236}">
                <a16:creationId xmlns:a16="http://schemas.microsoft.com/office/drawing/2014/main" id="{24BD9BA4-2C07-4A1A-BA39-6102B3D68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4419600"/>
            <a:ext cx="865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黑体" panose="02010609060101010101" pitchFamily="49" charset="-122"/>
              </a:rPr>
              <a:t>Enable</a:t>
            </a:r>
            <a:endParaRPr lang="zh-CN" altLang="en-US" sz="16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5" name="Text Box 19">
            <a:extLst>
              <a:ext uri="{FF2B5EF4-FFF2-40B4-BE49-F238E27FC236}">
                <a16:creationId xmlns:a16="http://schemas.microsoft.com/office/drawing/2014/main" id="{02EF90AF-CBAF-4134-A11C-D603C2F1C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4775200"/>
            <a:ext cx="9286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黑体" panose="02010609060101010101" pitchFamily="49" charset="-122"/>
              </a:rPr>
              <a:t>Select</a:t>
            </a:r>
            <a:endParaRPr lang="zh-CN" altLang="en-US" sz="16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064" name="AutoShape 22">
            <a:extLst>
              <a:ext uri="{FF2B5EF4-FFF2-40B4-BE49-F238E27FC236}">
                <a16:creationId xmlns:a16="http://schemas.microsoft.com/office/drawing/2014/main" id="{14BAAD44-EADB-40DC-9BFA-EFA4D2AE9408}"/>
              </a:ext>
            </a:extLst>
          </p:cNvPr>
          <p:cNvSpPr>
            <a:spLocks/>
          </p:cNvSpPr>
          <p:nvPr/>
        </p:nvSpPr>
        <p:spPr bwMode="auto">
          <a:xfrm>
            <a:off x="1604963" y="5264150"/>
            <a:ext cx="133350" cy="704850"/>
          </a:xfrm>
          <a:prstGeom prst="leftBrace">
            <a:avLst>
              <a:gd name="adj1" fmla="val 49994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AE292C0E-70BF-44EF-840E-6A770F50871A}"/>
              </a:ext>
            </a:extLst>
          </p:cNvPr>
          <p:cNvCxnSpPr/>
          <p:nvPr/>
        </p:nvCxnSpPr>
        <p:spPr>
          <a:xfrm rot="5400000" flipH="1" flipV="1">
            <a:off x="2005013" y="5200650"/>
            <a:ext cx="177800" cy="17780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79F149D4-5543-47B4-85D5-B1313A3079E5}"/>
              </a:ext>
            </a:extLst>
          </p:cNvPr>
          <p:cNvCxnSpPr/>
          <p:nvPr/>
        </p:nvCxnSpPr>
        <p:spPr>
          <a:xfrm rot="5400000" flipH="1" flipV="1">
            <a:off x="2049463" y="5911850"/>
            <a:ext cx="177800" cy="17780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7" name="矩形 102">
            <a:extLst>
              <a:ext uri="{FF2B5EF4-FFF2-40B4-BE49-F238E27FC236}">
                <a16:creationId xmlns:a16="http://schemas.microsoft.com/office/drawing/2014/main" id="{1CD6867E-1173-41D9-A1AF-68B525EB5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5863"/>
            <a:ext cx="2984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n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8" name="矩形 103">
            <a:extLst>
              <a:ext uri="{FF2B5EF4-FFF2-40B4-BE49-F238E27FC236}">
                <a16:creationId xmlns:a16="http://schemas.microsoft.com/office/drawing/2014/main" id="{6B0CC656-4624-47B9-BD78-104CB6243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5689600"/>
            <a:ext cx="298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n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9" name="Text Box 21">
            <a:extLst>
              <a:ext uri="{FF2B5EF4-FFF2-40B4-BE49-F238E27FC236}">
                <a16:creationId xmlns:a16="http://schemas.microsoft.com/office/drawing/2014/main" id="{C5785F4D-6016-4BB7-803B-B4CC167AF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763" y="5422900"/>
            <a:ext cx="639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latin typeface="Tahoma" panose="020B0604030504040204" pitchFamily="34" charset="0"/>
                <a:ea typeface="黑体" panose="02010609060101010101" pitchFamily="49" charset="-122"/>
              </a:rPr>
              <a:t>Data</a:t>
            </a:r>
            <a:endParaRPr lang="zh-CN" altLang="en-US" sz="16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8AAAFF2D-E9BB-46C9-82E3-4601106889AF}"/>
              </a:ext>
            </a:extLst>
          </p:cNvPr>
          <p:cNvCxnSpPr/>
          <p:nvPr/>
        </p:nvCxnSpPr>
        <p:spPr>
          <a:xfrm rot="5400000" flipH="1" flipV="1">
            <a:off x="3694113" y="5200650"/>
            <a:ext cx="177800" cy="17780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1" name="矩形 106">
            <a:extLst>
              <a:ext uri="{FF2B5EF4-FFF2-40B4-BE49-F238E27FC236}">
                <a16:creationId xmlns:a16="http://schemas.microsoft.com/office/drawing/2014/main" id="{6BD8357D-A971-4529-885D-FDE329E06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63" y="5022850"/>
            <a:ext cx="298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n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" name="Line 12">
            <a:extLst>
              <a:ext uri="{FF2B5EF4-FFF2-40B4-BE49-F238E27FC236}">
                <a16:creationId xmlns:a16="http://schemas.microsoft.com/office/drawing/2014/main" id="{6D449BFC-E170-4F57-9A26-30107A3178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5297488"/>
            <a:ext cx="420688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8" name="Line 16">
            <a:extLst>
              <a:ext uri="{FF2B5EF4-FFF2-40B4-BE49-F238E27FC236}">
                <a16:creationId xmlns:a16="http://schemas.microsoft.com/office/drawing/2014/main" id="{F83E8831-23CF-4668-8843-18A310AA1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9013" y="5334000"/>
            <a:ext cx="420687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9" name="Line 14">
            <a:extLst>
              <a:ext uri="{FF2B5EF4-FFF2-40B4-BE49-F238E27FC236}">
                <a16:creationId xmlns:a16="http://schemas.microsoft.com/office/drawing/2014/main" id="{0CAB4334-6F88-43F3-9503-3B9FA926D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975" y="5495925"/>
            <a:ext cx="0" cy="346075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" name="日期占位符 1">
            <a:extLst>
              <a:ext uri="{FF2B5EF4-FFF2-40B4-BE49-F238E27FC236}">
                <a16:creationId xmlns:a16="http://schemas.microsoft.com/office/drawing/2014/main" id="{241AF0D0-1A63-0472-B945-21C4A50BD392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>
                <a:spcBef>
                  <a:spcPct val="0"/>
                </a:spcBef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D9B42C51-9336-D708-F759-136B9C7EC1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63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528490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ED5DCD3-9113-49F2-B875-44458CEF9F3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zh-CN" sz="3600"/>
              <a:t>Logic design with MUX</a:t>
            </a:r>
            <a:endParaRPr lang="zh-CN" altLang="en-US" sz="3600"/>
          </a:p>
        </p:txBody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F9CE2610-1EF9-4F56-8C01-0E6EA07A1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62500"/>
            <a:ext cx="16446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266700" indent="-2667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  <a:buFontTx/>
              <a:buNone/>
            </a:pPr>
            <a:r>
              <a:rPr lang="en-US" altLang="zh-CN" sz="1800" b="1">
                <a:solidFill>
                  <a:srgbClr val="205BA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Lookup Table</a:t>
            </a:r>
          </a:p>
        </p:txBody>
      </p:sp>
      <p:sp>
        <p:nvSpPr>
          <p:cNvPr id="918534" name="Rectangle 6">
            <a:extLst>
              <a:ext uri="{FF2B5EF4-FFF2-40B4-BE49-F238E27FC236}">
                <a16:creationId xmlns:a16="http://schemas.microsoft.com/office/drawing/2014/main" id="{2E901F29-674E-4306-9792-E3FA41FDD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88" y="1211263"/>
            <a:ext cx="5278437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F(A,B,C) = m0 + m2 + m6 + m7</a:t>
            </a:r>
          </a:p>
        </p:txBody>
      </p:sp>
      <p:grpSp>
        <p:nvGrpSpPr>
          <p:cNvPr id="2" name="Group 121">
            <a:extLst>
              <a:ext uri="{FF2B5EF4-FFF2-40B4-BE49-F238E27FC236}">
                <a16:creationId xmlns:a16="http://schemas.microsoft.com/office/drawing/2014/main" id="{80E94236-6913-41B8-8328-E16F51276E63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2268538"/>
            <a:ext cx="2084388" cy="2232025"/>
            <a:chOff x="374" y="2268"/>
            <a:chExt cx="1313" cy="1406"/>
          </a:xfrm>
        </p:grpSpPr>
        <p:sp>
          <p:nvSpPr>
            <p:cNvPr id="70747" name="Rectangle 8">
              <a:extLst>
                <a:ext uri="{FF2B5EF4-FFF2-40B4-BE49-F238E27FC236}">
                  <a16:creationId xmlns:a16="http://schemas.microsoft.com/office/drawing/2014/main" id="{5A782F43-0382-4ED0-90F2-ED5684BF7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2268"/>
              <a:ext cx="934" cy="1181"/>
            </a:xfrm>
            <a:prstGeom prst="rect">
              <a:avLst/>
            </a:prstGeom>
            <a:solidFill>
              <a:srgbClr val="FFFFFF"/>
            </a:solidFill>
            <a:ln w="206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748" name="Line 10">
              <a:extLst>
                <a:ext uri="{FF2B5EF4-FFF2-40B4-BE49-F238E27FC236}">
                  <a16:creationId xmlns:a16="http://schemas.microsoft.com/office/drawing/2014/main" id="{C1B3B760-A9C5-4BA8-9968-30C34C5BD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4" y="2865"/>
              <a:ext cx="183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9" name="Line 11">
              <a:extLst>
                <a:ext uri="{FF2B5EF4-FFF2-40B4-BE49-F238E27FC236}">
                  <a16:creationId xmlns:a16="http://schemas.microsoft.com/office/drawing/2014/main" id="{53786575-73FF-4DBB-864A-7AEF95FDF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6" y="3455"/>
              <a:ext cx="1" cy="21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0" name="Line 12">
              <a:extLst>
                <a:ext uri="{FF2B5EF4-FFF2-40B4-BE49-F238E27FC236}">
                  <a16:creationId xmlns:a16="http://schemas.microsoft.com/office/drawing/2014/main" id="{827FAADD-4B8D-4DCA-82C1-8EF94BCE2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3" y="3455"/>
              <a:ext cx="1" cy="21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1" name="Line 13">
              <a:extLst>
                <a:ext uri="{FF2B5EF4-FFF2-40B4-BE49-F238E27FC236}">
                  <a16:creationId xmlns:a16="http://schemas.microsoft.com/office/drawing/2014/main" id="{629211DB-A52E-43F5-9C47-A6539BF1F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2" y="3455"/>
              <a:ext cx="1" cy="21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2" name="Line 14">
              <a:extLst>
                <a:ext uri="{FF2B5EF4-FFF2-40B4-BE49-F238E27FC236}">
                  <a16:creationId xmlns:a16="http://schemas.microsoft.com/office/drawing/2014/main" id="{208D4C0B-938C-45BF-9F84-5C6FDBC14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" y="2365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3" name="Line 15">
              <a:extLst>
                <a:ext uri="{FF2B5EF4-FFF2-40B4-BE49-F238E27FC236}">
                  <a16:creationId xmlns:a16="http://schemas.microsoft.com/office/drawing/2014/main" id="{436445E6-AEA5-4974-A736-951288F08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" y="2519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4" name="Line 16">
              <a:extLst>
                <a:ext uri="{FF2B5EF4-FFF2-40B4-BE49-F238E27FC236}">
                  <a16:creationId xmlns:a16="http://schemas.microsoft.com/office/drawing/2014/main" id="{8C5676C6-587B-4388-9425-7C20ADA89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" y="2647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5" name="Line 17">
              <a:extLst>
                <a:ext uri="{FF2B5EF4-FFF2-40B4-BE49-F238E27FC236}">
                  <a16:creationId xmlns:a16="http://schemas.microsoft.com/office/drawing/2014/main" id="{EB762256-C181-423D-BBB2-6525553B7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" y="2801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6" name="Line 18">
              <a:extLst>
                <a:ext uri="{FF2B5EF4-FFF2-40B4-BE49-F238E27FC236}">
                  <a16:creationId xmlns:a16="http://schemas.microsoft.com/office/drawing/2014/main" id="{E353E8CF-B5FE-4745-8C71-569001A5A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" y="2942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7" name="Line 19">
              <a:extLst>
                <a:ext uri="{FF2B5EF4-FFF2-40B4-BE49-F238E27FC236}">
                  <a16:creationId xmlns:a16="http://schemas.microsoft.com/office/drawing/2014/main" id="{15E6B05B-FF0A-4163-8772-BAC3C680E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" y="3083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8" name="Line 20">
              <a:extLst>
                <a:ext uri="{FF2B5EF4-FFF2-40B4-BE49-F238E27FC236}">
                  <a16:creationId xmlns:a16="http://schemas.microsoft.com/office/drawing/2014/main" id="{CFBD8F39-E5CF-4CE6-A8C0-7BD5F0D19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" y="3225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9" name="Line 21">
              <a:extLst>
                <a:ext uri="{FF2B5EF4-FFF2-40B4-BE49-F238E27FC236}">
                  <a16:creationId xmlns:a16="http://schemas.microsoft.com/office/drawing/2014/main" id="{E7236432-6844-4BEC-A77B-411B93360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" y="3366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60" name="Rectangle 22">
              <a:extLst>
                <a:ext uri="{FF2B5EF4-FFF2-40B4-BE49-F238E27FC236}">
                  <a16:creationId xmlns:a16="http://schemas.microsoft.com/office/drawing/2014/main" id="{FA899234-4FF8-4186-8902-1BB58C8DB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" y="2686"/>
              <a:ext cx="2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8:1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1" name="Rectangle 23">
              <a:extLst>
                <a:ext uri="{FF2B5EF4-FFF2-40B4-BE49-F238E27FC236}">
                  <a16:creationId xmlns:a16="http://schemas.microsoft.com/office/drawing/2014/main" id="{906E5885-90A3-44D7-9B0C-9887B3E26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" y="2840"/>
              <a:ext cx="28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2" name="Rectangle 32">
              <a:extLst>
                <a:ext uri="{FF2B5EF4-FFF2-40B4-BE49-F238E27FC236}">
                  <a16:creationId xmlns:a16="http://schemas.microsoft.com/office/drawing/2014/main" id="{62FD3FC4-C2C1-468A-9B83-704CFF8F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301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3" name="Rectangle 33">
              <a:extLst>
                <a:ext uri="{FF2B5EF4-FFF2-40B4-BE49-F238E27FC236}">
                  <a16:creationId xmlns:a16="http://schemas.microsoft.com/office/drawing/2014/main" id="{65A83DC4-CE53-472A-B0DF-5052D7603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443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4" name="Rectangle 34">
              <a:extLst>
                <a:ext uri="{FF2B5EF4-FFF2-40B4-BE49-F238E27FC236}">
                  <a16:creationId xmlns:a16="http://schemas.microsoft.com/office/drawing/2014/main" id="{0A6FB425-083C-4150-B7B3-E1874477C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584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5" name="Rectangle 35">
              <a:extLst>
                <a:ext uri="{FF2B5EF4-FFF2-40B4-BE49-F238E27FC236}">
                  <a16:creationId xmlns:a16="http://schemas.microsoft.com/office/drawing/2014/main" id="{E2C8DDBB-CD52-4B08-A5C2-DD6576E6D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725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6" name="Rectangle 36">
              <a:extLst>
                <a:ext uri="{FF2B5EF4-FFF2-40B4-BE49-F238E27FC236}">
                  <a16:creationId xmlns:a16="http://schemas.microsoft.com/office/drawing/2014/main" id="{BD4FDB83-6B6A-43B7-ABCF-5D2404A17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866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7" name="Rectangle 37">
              <a:extLst>
                <a:ext uri="{FF2B5EF4-FFF2-40B4-BE49-F238E27FC236}">
                  <a16:creationId xmlns:a16="http://schemas.microsoft.com/office/drawing/2014/main" id="{830AAD7D-D8F8-4BC9-94DD-570672B2D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3007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8" name="Rectangle 38">
              <a:extLst>
                <a:ext uri="{FF2B5EF4-FFF2-40B4-BE49-F238E27FC236}">
                  <a16:creationId xmlns:a16="http://schemas.microsoft.com/office/drawing/2014/main" id="{F74701F7-3DEC-4061-AD6D-4551D09C8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3148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69" name="Rectangle 39">
              <a:extLst>
                <a:ext uri="{FF2B5EF4-FFF2-40B4-BE49-F238E27FC236}">
                  <a16:creationId xmlns:a16="http://schemas.microsoft.com/office/drawing/2014/main" id="{F895268D-9576-4997-B992-6DB03FE55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3289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70" name="Rectangle 40">
              <a:extLst>
                <a:ext uri="{FF2B5EF4-FFF2-40B4-BE49-F238E27FC236}">
                  <a16:creationId xmlns:a16="http://schemas.microsoft.com/office/drawing/2014/main" id="{8CE3AE7E-C7E3-42F8-9246-F54FCAAF3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" y="3289"/>
              <a:ext cx="60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S2   S1   S0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20">
            <a:extLst>
              <a:ext uri="{FF2B5EF4-FFF2-40B4-BE49-F238E27FC236}">
                <a16:creationId xmlns:a16="http://schemas.microsoft.com/office/drawing/2014/main" id="{E38F59DF-B10A-4BFE-AFAF-C9502FFB3562}"/>
              </a:ext>
            </a:extLst>
          </p:cNvPr>
          <p:cNvGrpSpPr>
            <a:grpSpLocks/>
          </p:cNvGrpSpPr>
          <p:nvPr/>
        </p:nvGrpSpPr>
        <p:grpSpPr bwMode="auto">
          <a:xfrm>
            <a:off x="6702425" y="2663825"/>
            <a:ext cx="1931988" cy="1620838"/>
            <a:chOff x="4144" y="2386"/>
            <a:chExt cx="1217" cy="1021"/>
          </a:xfrm>
        </p:grpSpPr>
        <p:sp>
          <p:nvSpPr>
            <p:cNvPr id="70732" name="Line 46">
              <a:extLst>
                <a:ext uri="{FF2B5EF4-FFF2-40B4-BE49-F238E27FC236}">
                  <a16:creationId xmlns:a16="http://schemas.microsoft.com/office/drawing/2014/main" id="{C53C7656-14E0-4367-B65D-7C12E8F01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4" y="2503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3" name="Line 47">
              <a:extLst>
                <a:ext uri="{FF2B5EF4-FFF2-40B4-BE49-F238E27FC236}">
                  <a16:creationId xmlns:a16="http://schemas.microsoft.com/office/drawing/2014/main" id="{0FDD43C2-FDB5-4D21-8A28-D5971C7B1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4" y="2667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4" name="Rectangle 48">
              <a:extLst>
                <a:ext uri="{FF2B5EF4-FFF2-40B4-BE49-F238E27FC236}">
                  <a16:creationId xmlns:a16="http://schemas.microsoft.com/office/drawing/2014/main" id="{C4B2A611-D269-47C3-8619-C40ECAE42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386"/>
              <a:ext cx="807" cy="795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735" name="Line 49">
              <a:extLst>
                <a:ext uri="{FF2B5EF4-FFF2-40B4-BE49-F238E27FC236}">
                  <a16:creationId xmlns:a16="http://schemas.microsoft.com/office/drawing/2014/main" id="{5BA577D8-FBFE-471C-9E91-404333EC0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4" y="2832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6" name="Line 50">
              <a:extLst>
                <a:ext uri="{FF2B5EF4-FFF2-40B4-BE49-F238E27FC236}">
                  <a16:creationId xmlns:a16="http://schemas.microsoft.com/office/drawing/2014/main" id="{3D0BAF31-10EA-4126-8E96-32B56AF13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4" y="2996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7" name="Line 51">
              <a:extLst>
                <a:ext uri="{FF2B5EF4-FFF2-40B4-BE49-F238E27FC236}">
                  <a16:creationId xmlns:a16="http://schemas.microsoft.com/office/drawing/2014/main" id="{DE39AEDA-4D9D-43C0-89C0-8F8709E9F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5" y="3174"/>
              <a:ext cx="1" cy="23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8" name="Line 52">
              <a:extLst>
                <a:ext uri="{FF2B5EF4-FFF2-40B4-BE49-F238E27FC236}">
                  <a16:creationId xmlns:a16="http://schemas.microsoft.com/office/drawing/2014/main" id="{8BD09FE8-2524-487E-93FA-AFF7DBE3F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0" y="3174"/>
              <a:ext cx="1" cy="23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9" name="Line 54">
              <a:extLst>
                <a:ext uri="{FF2B5EF4-FFF2-40B4-BE49-F238E27FC236}">
                  <a16:creationId xmlns:a16="http://schemas.microsoft.com/office/drawing/2014/main" id="{0CD2912F-FF8A-426A-8C75-CFD229B51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2736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0" name="Rectangle 55">
              <a:extLst>
                <a:ext uri="{FF2B5EF4-FFF2-40B4-BE49-F238E27FC236}">
                  <a16:creationId xmlns:a16="http://schemas.microsoft.com/office/drawing/2014/main" id="{81D9478D-AADD-423D-BD65-C105F193D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7" y="3010"/>
              <a:ext cx="4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S1     S0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41" name="Rectangle 58">
              <a:extLst>
                <a:ext uri="{FF2B5EF4-FFF2-40B4-BE49-F238E27FC236}">
                  <a16:creationId xmlns:a16="http://schemas.microsoft.com/office/drawing/2014/main" id="{3C89527A-1707-40F4-855D-6AA9279D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" y="2585"/>
              <a:ext cx="23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7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4:1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42" name="Rectangle 59">
              <a:extLst>
                <a:ext uri="{FF2B5EF4-FFF2-40B4-BE49-F238E27FC236}">
                  <a16:creationId xmlns:a16="http://schemas.microsoft.com/office/drawing/2014/main" id="{BCFA9DB4-87DB-498B-AE64-2F17716DB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6" y="2749"/>
              <a:ext cx="30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7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43" name="Rectangle 60">
              <a:extLst>
                <a:ext uri="{FF2B5EF4-FFF2-40B4-BE49-F238E27FC236}">
                  <a16:creationId xmlns:a16="http://schemas.microsoft.com/office/drawing/2014/main" id="{82554FFE-6E44-4643-8880-D8E81BC15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" y="2421"/>
              <a:ext cx="11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7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44" name="Rectangle 61">
              <a:extLst>
                <a:ext uri="{FF2B5EF4-FFF2-40B4-BE49-F238E27FC236}">
                  <a16:creationId xmlns:a16="http://schemas.microsoft.com/office/drawing/2014/main" id="{488A47D0-9888-4320-AED9-7B41982A5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" y="2585"/>
              <a:ext cx="11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7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45" name="Rectangle 62">
              <a:extLst>
                <a:ext uri="{FF2B5EF4-FFF2-40B4-BE49-F238E27FC236}">
                  <a16:creationId xmlns:a16="http://schemas.microsoft.com/office/drawing/2014/main" id="{4F1D3122-4171-47D0-B99B-09682BA8E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" y="2749"/>
              <a:ext cx="11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7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46" name="Rectangle 63">
              <a:extLst>
                <a:ext uri="{FF2B5EF4-FFF2-40B4-BE49-F238E27FC236}">
                  <a16:creationId xmlns:a16="http://schemas.microsoft.com/office/drawing/2014/main" id="{CCC4FC72-7933-4B40-AEAA-0F71DAC7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" y="2914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7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19">
            <a:extLst>
              <a:ext uri="{FF2B5EF4-FFF2-40B4-BE49-F238E27FC236}">
                <a16:creationId xmlns:a16="http://schemas.microsoft.com/office/drawing/2014/main" id="{10C00A32-5C45-42DD-99E3-597ADACB9075}"/>
              </a:ext>
            </a:extLst>
          </p:cNvPr>
          <p:cNvGrpSpPr>
            <a:grpSpLocks/>
          </p:cNvGrpSpPr>
          <p:nvPr/>
        </p:nvGrpSpPr>
        <p:grpSpPr bwMode="auto">
          <a:xfrm>
            <a:off x="3897313" y="2259013"/>
            <a:ext cx="1595437" cy="2682875"/>
            <a:chOff x="2408" y="2232"/>
            <a:chExt cx="1005" cy="1620"/>
          </a:xfrm>
        </p:grpSpPr>
        <p:sp>
          <p:nvSpPr>
            <p:cNvPr id="70691" name="Rectangle 71">
              <a:extLst>
                <a:ext uri="{FF2B5EF4-FFF2-40B4-BE49-F238E27FC236}">
                  <a16:creationId xmlns:a16="http://schemas.microsoft.com/office/drawing/2014/main" id="{48C2B19C-8697-4FEA-853B-CCEE70F1F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4"/>
              <a:ext cx="14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92" name="Rectangle 72">
              <a:extLst>
                <a:ext uri="{FF2B5EF4-FFF2-40B4-BE49-F238E27FC236}">
                  <a16:creationId xmlns:a16="http://schemas.microsoft.com/office/drawing/2014/main" id="{A4282CD8-43CD-4448-AECB-1BD38120C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2413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93" name="Rectangle 73">
              <a:extLst>
                <a:ext uri="{FF2B5EF4-FFF2-40B4-BE49-F238E27FC236}">
                  <a16:creationId xmlns:a16="http://schemas.microsoft.com/office/drawing/2014/main" id="{C1F22158-4B7C-4215-8D61-2109025BE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2581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94" name="Rectangle 74">
              <a:extLst>
                <a:ext uri="{FF2B5EF4-FFF2-40B4-BE49-F238E27FC236}">
                  <a16:creationId xmlns:a16="http://schemas.microsoft.com/office/drawing/2014/main" id="{CF8DC10B-E12F-4FCC-8742-A09E98161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2750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95" name="Rectangle 75">
              <a:extLst>
                <a:ext uri="{FF2B5EF4-FFF2-40B4-BE49-F238E27FC236}">
                  <a16:creationId xmlns:a16="http://schemas.microsoft.com/office/drawing/2014/main" id="{E9EAAF21-F064-4947-8FA8-667D8DCE5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2918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96" name="Rectangle 76">
              <a:extLst>
                <a:ext uri="{FF2B5EF4-FFF2-40B4-BE49-F238E27FC236}">
                  <a16:creationId xmlns:a16="http://schemas.microsoft.com/office/drawing/2014/main" id="{D4F8A4C7-EEBD-49EA-8BEC-D0FB699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3087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97" name="Rectangle 77">
              <a:extLst>
                <a:ext uri="{FF2B5EF4-FFF2-40B4-BE49-F238E27FC236}">
                  <a16:creationId xmlns:a16="http://schemas.microsoft.com/office/drawing/2014/main" id="{8899A46B-3429-4C34-A567-D143E87AB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3255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98" name="Rectangle 78">
              <a:extLst>
                <a:ext uri="{FF2B5EF4-FFF2-40B4-BE49-F238E27FC236}">
                  <a16:creationId xmlns:a16="http://schemas.microsoft.com/office/drawing/2014/main" id="{DC040DF7-34EE-4F56-9F33-E1F77AF0B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3423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99" name="Rectangle 79">
              <a:extLst>
                <a:ext uri="{FF2B5EF4-FFF2-40B4-BE49-F238E27FC236}">
                  <a16:creationId xmlns:a16="http://schemas.microsoft.com/office/drawing/2014/main" id="{020BF3C4-C8DD-4C22-9E5F-BE7B0D383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3592"/>
              <a:ext cx="8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0" name="Rectangle 80">
              <a:extLst>
                <a:ext uri="{FF2B5EF4-FFF2-40B4-BE49-F238E27FC236}">
                  <a16:creationId xmlns:a16="http://schemas.microsoft.com/office/drawing/2014/main" id="{12264AB0-4F0D-44CA-B3BF-63D46FF88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2244"/>
              <a:ext cx="14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1" name="Rectangle 81">
              <a:extLst>
                <a:ext uri="{FF2B5EF4-FFF2-40B4-BE49-F238E27FC236}">
                  <a16:creationId xmlns:a16="http://schemas.microsoft.com/office/drawing/2014/main" id="{F7A9D9CD-FFF6-43CC-9C91-5B3A92BD8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413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2" name="Rectangle 82">
              <a:extLst>
                <a:ext uri="{FF2B5EF4-FFF2-40B4-BE49-F238E27FC236}">
                  <a16:creationId xmlns:a16="http://schemas.microsoft.com/office/drawing/2014/main" id="{EA3C4148-85F3-4C91-AA51-9B0E2CEDB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581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3" name="Rectangle 83">
              <a:extLst>
                <a:ext uri="{FF2B5EF4-FFF2-40B4-BE49-F238E27FC236}">
                  <a16:creationId xmlns:a16="http://schemas.microsoft.com/office/drawing/2014/main" id="{CA1CB998-49CD-44FD-B0E2-5E6126EEF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750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4" name="Rectangle 84">
              <a:extLst>
                <a:ext uri="{FF2B5EF4-FFF2-40B4-BE49-F238E27FC236}">
                  <a16:creationId xmlns:a16="http://schemas.microsoft.com/office/drawing/2014/main" id="{72086B85-8493-4062-9219-00D8AD71F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918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5" name="Rectangle 85">
              <a:extLst>
                <a:ext uri="{FF2B5EF4-FFF2-40B4-BE49-F238E27FC236}">
                  <a16:creationId xmlns:a16="http://schemas.microsoft.com/office/drawing/2014/main" id="{13B4B9CE-865F-410E-B526-ABF27ADED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3087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6" name="Rectangle 86">
              <a:extLst>
                <a:ext uri="{FF2B5EF4-FFF2-40B4-BE49-F238E27FC236}">
                  <a16:creationId xmlns:a16="http://schemas.microsoft.com/office/drawing/2014/main" id="{0A3A8636-DD76-46E9-9F59-A9306F2DA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3255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7" name="Rectangle 87">
              <a:extLst>
                <a:ext uri="{FF2B5EF4-FFF2-40B4-BE49-F238E27FC236}">
                  <a16:creationId xmlns:a16="http://schemas.microsoft.com/office/drawing/2014/main" id="{9763A906-DE7D-4D18-8B0C-566A09A8D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3423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8" name="Rectangle 88">
              <a:extLst>
                <a:ext uri="{FF2B5EF4-FFF2-40B4-BE49-F238E27FC236}">
                  <a16:creationId xmlns:a16="http://schemas.microsoft.com/office/drawing/2014/main" id="{91DBE0BD-6163-4748-B442-6E9EC0DA4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3592"/>
              <a:ext cx="8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09" name="Rectangle 89">
              <a:extLst>
                <a:ext uri="{FF2B5EF4-FFF2-40B4-BE49-F238E27FC236}">
                  <a16:creationId xmlns:a16="http://schemas.microsoft.com/office/drawing/2014/main" id="{AF84C67E-FDDC-463B-83C6-328622F76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5" y="2244"/>
              <a:ext cx="14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0" name="Rectangle 90">
              <a:extLst>
                <a:ext uri="{FF2B5EF4-FFF2-40B4-BE49-F238E27FC236}">
                  <a16:creationId xmlns:a16="http://schemas.microsoft.com/office/drawing/2014/main" id="{BDE840D5-CC57-4248-A2C2-6BE314574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413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1" name="Rectangle 91">
              <a:extLst>
                <a:ext uri="{FF2B5EF4-FFF2-40B4-BE49-F238E27FC236}">
                  <a16:creationId xmlns:a16="http://schemas.microsoft.com/office/drawing/2014/main" id="{46EFBE41-CAFD-4F3D-AFCD-9D2967452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581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2" name="Rectangle 92">
              <a:extLst>
                <a:ext uri="{FF2B5EF4-FFF2-40B4-BE49-F238E27FC236}">
                  <a16:creationId xmlns:a16="http://schemas.microsoft.com/office/drawing/2014/main" id="{BF32BFC1-4DE8-4375-AF24-E03AE58C6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750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3" name="Rectangle 93">
              <a:extLst>
                <a:ext uri="{FF2B5EF4-FFF2-40B4-BE49-F238E27FC236}">
                  <a16:creationId xmlns:a16="http://schemas.microsoft.com/office/drawing/2014/main" id="{221F173F-48BC-4946-B379-DCA3E9AD5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918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4" name="Rectangle 94">
              <a:extLst>
                <a:ext uri="{FF2B5EF4-FFF2-40B4-BE49-F238E27FC236}">
                  <a16:creationId xmlns:a16="http://schemas.microsoft.com/office/drawing/2014/main" id="{2CEE979F-23E7-43AF-85C4-651274BD3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3087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5" name="Rectangle 95">
              <a:extLst>
                <a:ext uri="{FF2B5EF4-FFF2-40B4-BE49-F238E27FC236}">
                  <a16:creationId xmlns:a16="http://schemas.microsoft.com/office/drawing/2014/main" id="{D94340D7-E9DB-414F-B648-507F653E0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3255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6" name="Rectangle 96">
              <a:extLst>
                <a:ext uri="{FF2B5EF4-FFF2-40B4-BE49-F238E27FC236}">
                  <a16:creationId xmlns:a16="http://schemas.microsoft.com/office/drawing/2014/main" id="{3E512590-420C-4BA3-8DB5-F1EECF3B4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3423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7" name="Rectangle 97">
              <a:extLst>
                <a:ext uri="{FF2B5EF4-FFF2-40B4-BE49-F238E27FC236}">
                  <a16:creationId xmlns:a16="http://schemas.microsoft.com/office/drawing/2014/main" id="{91C9DDBA-82A8-4415-BD21-34D526B10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3592"/>
              <a:ext cx="8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8" name="Rectangle 98">
              <a:extLst>
                <a:ext uri="{FF2B5EF4-FFF2-40B4-BE49-F238E27FC236}">
                  <a16:creationId xmlns:a16="http://schemas.microsoft.com/office/drawing/2014/main" id="{3BBBBE05-0A0D-4729-94D3-BFCEBFD87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2244"/>
              <a:ext cx="12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 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19" name="Rectangle 99">
              <a:extLst>
                <a:ext uri="{FF2B5EF4-FFF2-40B4-BE49-F238E27FC236}">
                  <a16:creationId xmlns:a16="http://schemas.microsoft.com/office/drawing/2014/main" id="{99E211C8-A91F-430C-93AA-CB62B1AF4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2413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20" name="Rectangle 100">
              <a:extLst>
                <a:ext uri="{FF2B5EF4-FFF2-40B4-BE49-F238E27FC236}">
                  <a16:creationId xmlns:a16="http://schemas.microsoft.com/office/drawing/2014/main" id="{9B040C0F-A985-4184-AFB6-449F5E38D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2581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21" name="Rectangle 101">
              <a:extLst>
                <a:ext uri="{FF2B5EF4-FFF2-40B4-BE49-F238E27FC236}">
                  <a16:creationId xmlns:a16="http://schemas.microsoft.com/office/drawing/2014/main" id="{D483C3EB-A0D5-4661-BE1C-D2B727519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2750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22" name="Rectangle 102">
              <a:extLst>
                <a:ext uri="{FF2B5EF4-FFF2-40B4-BE49-F238E27FC236}">
                  <a16:creationId xmlns:a16="http://schemas.microsoft.com/office/drawing/2014/main" id="{62A57B74-4EDF-4ABF-B1CD-B9F6364E7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2918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23" name="Rectangle 103">
              <a:extLst>
                <a:ext uri="{FF2B5EF4-FFF2-40B4-BE49-F238E27FC236}">
                  <a16:creationId xmlns:a16="http://schemas.microsoft.com/office/drawing/2014/main" id="{B50D2E4E-2BBC-4B3C-9D2F-E36FAA8B0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3087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24" name="Rectangle 104">
              <a:extLst>
                <a:ext uri="{FF2B5EF4-FFF2-40B4-BE49-F238E27FC236}">
                  <a16:creationId xmlns:a16="http://schemas.microsoft.com/office/drawing/2014/main" id="{2FEB44AC-93AC-4C84-8303-185B2958F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3255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 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25" name="Rectangle 105">
              <a:extLst>
                <a:ext uri="{FF2B5EF4-FFF2-40B4-BE49-F238E27FC236}">
                  <a16:creationId xmlns:a16="http://schemas.microsoft.com/office/drawing/2014/main" id="{F76AF79E-99D9-4B2D-87E6-CCB4AA1C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3423"/>
              <a:ext cx="12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 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26" name="Rectangle 106">
              <a:extLst>
                <a:ext uri="{FF2B5EF4-FFF2-40B4-BE49-F238E27FC236}">
                  <a16:creationId xmlns:a16="http://schemas.microsoft.com/office/drawing/2014/main" id="{E28A0A6A-95BB-40C7-922F-6AABC989E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3592"/>
              <a:ext cx="81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727" name="Line 107">
              <a:extLst>
                <a:ext uri="{FF2B5EF4-FFF2-40B4-BE49-F238E27FC236}">
                  <a16:creationId xmlns:a16="http://schemas.microsoft.com/office/drawing/2014/main" id="{5EB8CB02-7E6B-40D1-9A42-B4554E8FF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2421"/>
              <a:ext cx="100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8" name="Line 108">
              <a:extLst>
                <a:ext uri="{FF2B5EF4-FFF2-40B4-BE49-F238E27FC236}">
                  <a16:creationId xmlns:a16="http://schemas.microsoft.com/office/drawing/2014/main" id="{76570C74-50E9-4E6D-9748-E2732206F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2" y="2232"/>
              <a:ext cx="1" cy="15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9" name="Line 109">
              <a:extLst>
                <a:ext uri="{FF2B5EF4-FFF2-40B4-BE49-F238E27FC236}">
                  <a16:creationId xmlns:a16="http://schemas.microsoft.com/office/drawing/2014/main" id="{0214B57F-BAB0-4F67-AA93-0A25E77C0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2748"/>
              <a:ext cx="98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0" name="Line 110">
              <a:extLst>
                <a:ext uri="{FF2B5EF4-FFF2-40B4-BE49-F238E27FC236}">
                  <a16:creationId xmlns:a16="http://schemas.microsoft.com/office/drawing/2014/main" id="{E5F96270-4EA9-42D4-8AD7-DD299660E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3074"/>
              <a:ext cx="9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1" name="Line 111">
              <a:extLst>
                <a:ext uri="{FF2B5EF4-FFF2-40B4-BE49-F238E27FC236}">
                  <a16:creationId xmlns:a16="http://schemas.microsoft.com/office/drawing/2014/main" id="{2A41EC0C-440C-48D3-974F-7D70C1CBE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3427"/>
              <a:ext cx="9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6" name="Rectangle 113">
            <a:extLst>
              <a:ext uri="{FF2B5EF4-FFF2-40B4-BE49-F238E27FC236}">
                <a16:creationId xmlns:a16="http://schemas.microsoft.com/office/drawing/2014/main" id="{02349144-B52B-45FE-B9FA-5CA0B31CA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678113"/>
            <a:ext cx="23018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C’</a:t>
            </a:r>
            <a:endParaRPr lang="en-US" altLang="zh-CN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" name="Rectangle 114">
            <a:extLst>
              <a:ext uri="{FF2B5EF4-FFF2-40B4-BE49-F238E27FC236}">
                <a16:creationId xmlns:a16="http://schemas.microsoft.com/office/drawing/2014/main" id="{C518D387-7532-460A-A8C4-99FA2D7AA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255963"/>
            <a:ext cx="23018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C’</a:t>
            </a:r>
            <a:endParaRPr lang="en-US" altLang="zh-CN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" name="Rectangle 115">
            <a:extLst>
              <a:ext uri="{FF2B5EF4-FFF2-40B4-BE49-F238E27FC236}">
                <a16:creationId xmlns:a16="http://schemas.microsoft.com/office/drawing/2014/main" id="{83C7275B-5139-4106-BB65-8C3886AF4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1775" y="3814763"/>
            <a:ext cx="1270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" name="Rectangle 116">
            <a:extLst>
              <a:ext uri="{FF2B5EF4-FFF2-40B4-BE49-F238E27FC236}">
                <a16:creationId xmlns:a16="http://schemas.microsoft.com/office/drawing/2014/main" id="{8F1D6771-231F-4AD7-9C83-4CAD38EB0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1775" y="4352925"/>
            <a:ext cx="127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" name="Rectangle 24">
            <a:extLst>
              <a:ext uri="{FF2B5EF4-FFF2-40B4-BE49-F238E27FC236}">
                <a16:creationId xmlns:a16="http://schemas.microsoft.com/office/drawing/2014/main" id="{72AE6866-9CD7-40B4-9022-C4708D9A2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2301875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endParaRPr lang="en-US" altLang="zh-CN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" name="Rectangle 25">
            <a:extLst>
              <a:ext uri="{FF2B5EF4-FFF2-40B4-BE49-F238E27FC236}">
                <a16:creationId xmlns:a16="http://schemas.microsoft.com/office/drawing/2014/main" id="{BE412E8A-06F4-4AD2-B8F2-29EF05144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2525713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</a:t>
            </a:r>
            <a:endParaRPr lang="en-US" altLang="zh-CN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" name="Rectangle 26">
            <a:extLst>
              <a:ext uri="{FF2B5EF4-FFF2-40B4-BE49-F238E27FC236}">
                <a16:creationId xmlns:a16="http://schemas.microsoft.com/office/drawing/2014/main" id="{43F3C149-09E9-4C47-BCDC-A741D7C1F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2749550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endParaRPr lang="en-US" altLang="zh-CN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" name="Rectangle 27">
            <a:extLst>
              <a:ext uri="{FF2B5EF4-FFF2-40B4-BE49-F238E27FC236}">
                <a16:creationId xmlns:a16="http://schemas.microsoft.com/office/drawing/2014/main" id="{99A45318-1D75-4B99-9A9B-DC550AC98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2973388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</a:t>
            </a:r>
            <a:endParaRPr lang="en-US" altLang="zh-CN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" name="Rectangle 28">
            <a:extLst>
              <a:ext uri="{FF2B5EF4-FFF2-40B4-BE49-F238E27FC236}">
                <a16:creationId xmlns:a16="http://schemas.microsoft.com/office/drawing/2014/main" id="{C87FB66F-9042-4CE9-8E5B-FC9B10833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3197225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</a:t>
            </a:r>
            <a:endParaRPr lang="en-US" altLang="zh-CN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" name="Rectangle 29">
            <a:extLst>
              <a:ext uri="{FF2B5EF4-FFF2-40B4-BE49-F238E27FC236}">
                <a16:creationId xmlns:a16="http://schemas.microsoft.com/office/drawing/2014/main" id="{B7592988-65E1-4659-9835-4757B1CB3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3421063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</a:t>
            </a:r>
            <a:endParaRPr lang="en-US" altLang="zh-CN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" name="Rectangle 30">
            <a:extLst>
              <a:ext uri="{FF2B5EF4-FFF2-40B4-BE49-F238E27FC236}">
                <a16:creationId xmlns:a16="http://schemas.microsoft.com/office/drawing/2014/main" id="{77C691E3-3DDD-4AEE-B1CB-0AB882E4F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3644900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endParaRPr lang="en-US" altLang="zh-CN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" name="Rectangle 31">
            <a:extLst>
              <a:ext uri="{FF2B5EF4-FFF2-40B4-BE49-F238E27FC236}">
                <a16:creationId xmlns:a16="http://schemas.microsoft.com/office/drawing/2014/main" id="{C2908184-651B-4585-9E39-89AE61761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3868738"/>
            <a:ext cx="984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" name="Rectangle 41">
            <a:extLst>
              <a:ext uri="{FF2B5EF4-FFF2-40B4-BE49-F238E27FC236}">
                <a16:creationId xmlns:a16="http://schemas.microsoft.com/office/drawing/2014/main" id="{F0A25B13-D5DE-43FC-AF6F-3F240C323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4276725"/>
            <a:ext cx="14605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3200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" name="Rectangle 42">
            <a:extLst>
              <a:ext uri="{FF2B5EF4-FFF2-40B4-BE49-F238E27FC236}">
                <a16:creationId xmlns:a16="http://schemas.microsoft.com/office/drawing/2014/main" id="{6FF4FF61-955D-40F6-AB25-6AB839690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0" y="4276725"/>
            <a:ext cx="1476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3200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" name="Rectangle 43">
            <a:extLst>
              <a:ext uri="{FF2B5EF4-FFF2-40B4-BE49-F238E27FC236}">
                <a16:creationId xmlns:a16="http://schemas.microsoft.com/office/drawing/2014/main" id="{4B68F0BC-74BC-4E34-A90B-CFC29F4D0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4276725"/>
            <a:ext cx="1476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3200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" name="Rectangle 44">
            <a:extLst>
              <a:ext uri="{FF2B5EF4-FFF2-40B4-BE49-F238E27FC236}">
                <a16:creationId xmlns:a16="http://schemas.microsoft.com/office/drawing/2014/main" id="{A9766E5F-84B2-4430-AB7F-7E59910C1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2708275"/>
            <a:ext cx="14128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" name="Rectangle 56">
            <a:extLst>
              <a:ext uri="{FF2B5EF4-FFF2-40B4-BE49-F238E27FC236}">
                <a16:creationId xmlns:a16="http://schemas.microsoft.com/office/drawing/2014/main" id="{FA96D98A-5B76-4005-BA55-DE665C2D0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063" y="4038600"/>
            <a:ext cx="1476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3200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" name="Rectangle 57">
            <a:extLst>
              <a:ext uri="{FF2B5EF4-FFF2-40B4-BE49-F238E27FC236}">
                <a16:creationId xmlns:a16="http://schemas.microsoft.com/office/drawing/2014/main" id="{3865F557-C82F-48E8-833F-7CC5F9387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025" y="4038600"/>
            <a:ext cx="1476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3200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" name="Rectangle 64">
            <a:extLst>
              <a:ext uri="{FF2B5EF4-FFF2-40B4-BE49-F238E27FC236}">
                <a16:creationId xmlns:a16="http://schemas.microsoft.com/office/drawing/2014/main" id="{9D21DAED-E8DC-4191-B91B-FC95B9A6C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711450"/>
            <a:ext cx="2047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C’</a:t>
            </a:r>
            <a:endParaRPr lang="en-US" altLang="zh-CN" sz="3200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" name="Rectangle 65">
            <a:extLst>
              <a:ext uri="{FF2B5EF4-FFF2-40B4-BE49-F238E27FC236}">
                <a16:creationId xmlns:a16="http://schemas.microsoft.com/office/drawing/2014/main" id="{F7FE6ABC-829B-4BAD-A241-B282C5899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994025"/>
            <a:ext cx="2047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C’</a:t>
            </a:r>
            <a:endParaRPr lang="en-US" altLang="zh-CN" sz="3200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" name="Rectangle 66">
            <a:extLst>
              <a:ext uri="{FF2B5EF4-FFF2-40B4-BE49-F238E27FC236}">
                <a16:creationId xmlns:a16="http://schemas.microsoft.com/office/drawing/2014/main" id="{EE714ED7-ACA0-4B4B-BEE2-E23F37A1B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575" y="3255963"/>
            <a:ext cx="1127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3200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" name="Rectangle 67">
            <a:extLst>
              <a:ext uri="{FF2B5EF4-FFF2-40B4-BE49-F238E27FC236}">
                <a16:creationId xmlns:a16="http://schemas.microsoft.com/office/drawing/2014/main" id="{DD7C462E-58C4-447B-824A-1B66B8F26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575" y="3494088"/>
            <a:ext cx="1127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3200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" name="Rectangle 70">
            <a:extLst>
              <a:ext uri="{FF2B5EF4-FFF2-40B4-BE49-F238E27FC236}">
                <a16:creationId xmlns:a16="http://schemas.microsoft.com/office/drawing/2014/main" id="{23E5FC9A-2A2E-48FE-9110-CFCF02FC7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0913" y="2754313"/>
            <a:ext cx="1412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AE129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endParaRPr lang="en-US" altLang="zh-CN" sz="3200" b="1">
              <a:solidFill>
                <a:srgbClr val="AE129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" name="Rectangle 3">
            <a:extLst>
              <a:ext uri="{FF2B5EF4-FFF2-40B4-BE49-F238E27FC236}">
                <a16:creationId xmlns:a16="http://schemas.microsoft.com/office/drawing/2014/main" id="{D90F3D45-D054-43E0-8053-FFC5A0D66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953000"/>
            <a:ext cx="3132137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1800" b="1" baseline="300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n-1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:1</a:t>
            </a:r>
            <a:r>
              <a:rPr lang="en-US" altLang="zh-CN" sz="1800" b="1">
                <a:solidFill>
                  <a:srgbClr val="205BA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MUX 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can implement any function of</a:t>
            </a:r>
            <a:r>
              <a:rPr lang="en-US" altLang="zh-CN" sz="1800" b="1">
                <a:solidFill>
                  <a:srgbClr val="205BA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less than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800" b="1">
                <a:solidFill>
                  <a:srgbClr val="205BA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variables</a:t>
            </a:r>
          </a:p>
        </p:txBody>
      </p:sp>
      <p:sp>
        <p:nvSpPr>
          <p:cNvPr id="142" name="Line 112">
            <a:extLst>
              <a:ext uri="{FF2B5EF4-FFF2-40B4-BE49-F238E27FC236}">
                <a16:creationId xmlns:a16="http://schemas.microsoft.com/office/drawing/2014/main" id="{A88BDC27-EEDB-4C87-9FFA-603F578B6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7550" y="2303463"/>
            <a:ext cx="0" cy="2519362"/>
          </a:xfrm>
          <a:prstGeom prst="line">
            <a:avLst/>
          </a:prstGeom>
          <a:noFill/>
          <a:ln w="25400">
            <a:solidFill>
              <a:srgbClr val="AE12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89" name="日期占位符 1">
            <a:extLst>
              <a:ext uri="{FF2B5EF4-FFF2-40B4-BE49-F238E27FC236}">
                <a16:creationId xmlns:a16="http://schemas.microsoft.com/office/drawing/2014/main" id="{49EEC25C-CFA6-4FF4-9373-6B70477BF3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34924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70690" name="灯片编号占位符 2">
            <a:extLst>
              <a:ext uri="{FF2B5EF4-FFF2-40B4-BE49-F238E27FC236}">
                <a16:creationId xmlns:a16="http://schemas.microsoft.com/office/drawing/2014/main" id="{1819DDA2-9F15-4E2B-8BB9-D6E273237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64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41511526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23ED7C-7C42-41DB-9231-1A1682564357}"/>
              </a:ext>
            </a:extLst>
          </p:cNvPr>
          <p:cNvGrpSpPr>
            <a:grpSpLocks/>
          </p:cNvGrpSpPr>
          <p:nvPr/>
        </p:nvGrpSpPr>
        <p:grpSpPr bwMode="auto">
          <a:xfrm>
            <a:off x="6176169" y="1313765"/>
            <a:ext cx="2362200" cy="4468813"/>
            <a:chOff x="3696" y="929"/>
            <a:chExt cx="1488" cy="2815"/>
          </a:xfrm>
        </p:grpSpPr>
        <p:sp>
          <p:nvSpPr>
            <p:cNvPr id="71759" name="Rectangle 3">
              <a:extLst>
                <a:ext uri="{FF2B5EF4-FFF2-40B4-BE49-F238E27FC236}">
                  <a16:creationId xmlns:a16="http://schemas.microsoft.com/office/drawing/2014/main" id="{4DD47F0C-9F93-4255-9397-EED2E28EF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152"/>
              <a:ext cx="1008" cy="25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60" name="Text Box 4">
              <a:extLst>
                <a:ext uri="{FF2B5EF4-FFF2-40B4-BE49-F238E27FC236}">
                  <a16:creationId xmlns:a16="http://schemas.microsoft.com/office/drawing/2014/main" id="{EA662380-8BE0-4B4C-BDF0-09F43C5CF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19"/>
              <a:ext cx="33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EN</a:t>
              </a:r>
            </a:p>
          </p:txBody>
        </p:sp>
        <p:sp>
          <p:nvSpPr>
            <p:cNvPr id="71761" name="Oval 5">
              <a:extLst>
                <a:ext uri="{FF2B5EF4-FFF2-40B4-BE49-F238E27FC236}">
                  <a16:creationId xmlns:a16="http://schemas.microsoft.com/office/drawing/2014/main" id="{A3CA949F-1F21-40EF-8B5A-03599EFC1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9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62" name="Line 6">
              <a:extLst>
                <a:ext uri="{FF2B5EF4-FFF2-40B4-BE49-F238E27FC236}">
                  <a16:creationId xmlns:a16="http://schemas.microsoft.com/office/drawing/2014/main" id="{B8987BF7-867C-4574-AAD6-053EE0431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163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63" name="Line 7">
              <a:extLst>
                <a:ext uri="{FF2B5EF4-FFF2-40B4-BE49-F238E27FC236}">
                  <a16:creationId xmlns:a16="http://schemas.microsoft.com/office/drawing/2014/main" id="{6873AB58-2CA6-4108-B8EB-64C01B4306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177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64" name="Line 8">
              <a:extLst>
                <a:ext uri="{FF2B5EF4-FFF2-40B4-BE49-F238E27FC236}">
                  <a16:creationId xmlns:a16="http://schemas.microsoft.com/office/drawing/2014/main" id="{86AF4F48-87B7-4B1D-9229-3E712C74E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192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65" name="Line 9">
              <a:extLst>
                <a:ext uri="{FF2B5EF4-FFF2-40B4-BE49-F238E27FC236}">
                  <a16:creationId xmlns:a16="http://schemas.microsoft.com/office/drawing/2014/main" id="{0DE2EEAF-F964-46C8-8D21-B472FA800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134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66" name="Text Box 10">
              <a:extLst>
                <a:ext uri="{FF2B5EF4-FFF2-40B4-BE49-F238E27FC236}">
                  <a16:creationId xmlns:a16="http://schemas.microsoft.com/office/drawing/2014/main" id="{27702DFB-2AB0-49CE-9E34-18CFF408D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4" y="1536"/>
              <a:ext cx="232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71767" name="Text Box 11">
              <a:extLst>
                <a:ext uri="{FF2B5EF4-FFF2-40B4-BE49-F238E27FC236}">
                  <a16:creationId xmlns:a16="http://schemas.microsoft.com/office/drawing/2014/main" id="{E557469F-3978-4CF1-A27D-A78753214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054"/>
              <a:ext cx="321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D0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D1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D2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D3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D4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D5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D6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D7</a:t>
              </a:r>
            </a:p>
          </p:txBody>
        </p:sp>
        <p:sp>
          <p:nvSpPr>
            <p:cNvPr id="71768" name="Line 12">
              <a:extLst>
                <a:ext uri="{FF2B5EF4-FFF2-40B4-BE49-F238E27FC236}">
                  <a16:creationId xmlns:a16="http://schemas.microsoft.com/office/drawing/2014/main" id="{AB3BD06F-677C-4C89-B781-950E93244D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1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69" name="Line 13">
              <a:extLst>
                <a:ext uri="{FF2B5EF4-FFF2-40B4-BE49-F238E27FC236}">
                  <a16:creationId xmlns:a16="http://schemas.microsoft.com/office/drawing/2014/main" id="{B6C22A27-62EF-4989-ADED-5371A9619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35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0" name="Line 14">
              <a:extLst>
                <a:ext uri="{FF2B5EF4-FFF2-40B4-BE49-F238E27FC236}">
                  <a16:creationId xmlns:a16="http://schemas.microsoft.com/office/drawing/2014/main" id="{0F0F4CB4-BA0C-43B4-B282-D34C6C035A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54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1" name="Line 15">
              <a:extLst>
                <a:ext uri="{FF2B5EF4-FFF2-40B4-BE49-F238E27FC236}">
                  <a16:creationId xmlns:a16="http://schemas.microsoft.com/office/drawing/2014/main" id="{3CF2108B-7937-41A5-9DEB-F81204B1D1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73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2" name="Line 16">
              <a:extLst>
                <a:ext uri="{FF2B5EF4-FFF2-40B4-BE49-F238E27FC236}">
                  <a16:creationId xmlns:a16="http://schemas.microsoft.com/office/drawing/2014/main" id="{D5E23EB5-7F0B-4FC5-B910-225EFFC363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92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3" name="Line 17">
              <a:extLst>
                <a:ext uri="{FF2B5EF4-FFF2-40B4-BE49-F238E27FC236}">
                  <a16:creationId xmlns:a16="http://schemas.microsoft.com/office/drawing/2014/main" id="{3C56D9E5-2E25-4570-8F2F-B8C1C5720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12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4" name="Line 18">
              <a:extLst>
                <a:ext uri="{FF2B5EF4-FFF2-40B4-BE49-F238E27FC236}">
                  <a16:creationId xmlns:a16="http://schemas.microsoft.com/office/drawing/2014/main" id="{2018B224-596A-48C2-8A21-70D912FAA8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50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5" name="Line 19">
              <a:extLst>
                <a:ext uri="{FF2B5EF4-FFF2-40B4-BE49-F238E27FC236}">
                  <a16:creationId xmlns:a16="http://schemas.microsoft.com/office/drawing/2014/main" id="{BB124D34-EE93-4D87-A26D-53C154FF37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31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6" name="Text Box 20">
              <a:extLst>
                <a:ext uri="{FF2B5EF4-FFF2-40B4-BE49-F238E27FC236}">
                  <a16:creationId xmlns:a16="http://schemas.microsoft.com/office/drawing/2014/main" id="{473A7E36-39F8-4C76-9078-90D435DD9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1" y="2150"/>
              <a:ext cx="22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71777" name="Line 21">
              <a:extLst>
                <a:ext uri="{FF2B5EF4-FFF2-40B4-BE49-F238E27FC236}">
                  <a16:creationId xmlns:a16="http://schemas.microsoft.com/office/drawing/2014/main" id="{D2474E02-A33A-460D-BFB8-C419D3200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25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8" name="Line 22">
              <a:extLst>
                <a:ext uri="{FF2B5EF4-FFF2-40B4-BE49-F238E27FC236}">
                  <a16:creationId xmlns:a16="http://schemas.microsoft.com/office/drawing/2014/main" id="{8BC4CD02-D234-4A45-BF3F-FA6D1C844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44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79" name="Oval 23">
              <a:extLst>
                <a:ext uri="{FF2B5EF4-FFF2-40B4-BE49-F238E27FC236}">
                  <a16:creationId xmlns:a16="http://schemas.microsoft.com/office/drawing/2014/main" id="{574A2356-2E3C-4A53-AE7D-127600FCB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400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80" name="Text Box 24">
              <a:extLst>
                <a:ext uri="{FF2B5EF4-FFF2-40B4-BE49-F238E27FC236}">
                  <a16:creationId xmlns:a16="http://schemas.microsoft.com/office/drawing/2014/main" id="{4EEA1EE3-FF36-4CBE-8E1A-9F7DC36E5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2" y="929"/>
              <a:ext cx="6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Arial" panose="020B0604020202020204" pitchFamily="34" charset="0"/>
                  <a:ea typeface="宋体" panose="02010600030101010101" pitchFamily="2" charset="-122"/>
                </a:rPr>
                <a:t>74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x151</a:t>
              </a:r>
            </a:p>
          </p:txBody>
        </p:sp>
      </p:grpSp>
      <p:sp>
        <p:nvSpPr>
          <p:cNvPr id="29758" name="Line 26">
            <a:extLst>
              <a:ext uri="{FF2B5EF4-FFF2-40B4-BE49-F238E27FC236}">
                <a16:creationId xmlns:a16="http://schemas.microsoft.com/office/drawing/2014/main" id="{8C53CF8A-1BFC-4934-9D11-06B119865F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7969" y="3267978"/>
            <a:ext cx="838200" cy="0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32">
            <a:extLst>
              <a:ext uri="{FF2B5EF4-FFF2-40B4-BE49-F238E27FC236}">
                <a16:creationId xmlns:a16="http://schemas.microsoft.com/office/drawing/2014/main" id="{6481B043-70F1-42B6-8D52-A32CAA9107F6}"/>
              </a:ext>
            </a:extLst>
          </p:cNvPr>
          <p:cNvGrpSpPr>
            <a:grpSpLocks/>
          </p:cNvGrpSpPr>
          <p:nvPr/>
        </p:nvGrpSpPr>
        <p:grpSpPr bwMode="auto">
          <a:xfrm>
            <a:off x="5555457" y="1591578"/>
            <a:ext cx="620712" cy="3200400"/>
            <a:chOff x="3312" y="1056"/>
            <a:chExt cx="391" cy="2016"/>
          </a:xfrm>
        </p:grpSpPr>
        <p:sp>
          <p:nvSpPr>
            <p:cNvPr id="71754" name="Line 34">
              <a:extLst>
                <a:ext uri="{FF2B5EF4-FFF2-40B4-BE49-F238E27FC236}">
                  <a16:creationId xmlns:a16="http://schemas.microsoft.com/office/drawing/2014/main" id="{4024201D-79AD-4FE2-98CA-28EADAFDA8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9" y="1056"/>
              <a:ext cx="0" cy="24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55" name="Line 39">
              <a:extLst>
                <a:ext uri="{FF2B5EF4-FFF2-40B4-BE49-F238E27FC236}">
                  <a16:creationId xmlns:a16="http://schemas.microsoft.com/office/drawing/2014/main" id="{26891796-2FA2-4B03-9958-75784D6F0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9" y="2496"/>
              <a:ext cx="38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56" name="Line 40">
              <a:extLst>
                <a:ext uri="{FF2B5EF4-FFF2-40B4-BE49-F238E27FC236}">
                  <a16:creationId xmlns:a16="http://schemas.microsoft.com/office/drawing/2014/main" id="{57EC18EE-D894-40DB-BEBE-431ABFBA77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9" y="3072"/>
              <a:ext cx="38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57" name="Line 41">
              <a:extLst>
                <a:ext uri="{FF2B5EF4-FFF2-40B4-BE49-F238E27FC236}">
                  <a16:creationId xmlns:a16="http://schemas.microsoft.com/office/drawing/2014/main" id="{286EEB7F-22FC-412C-B986-31701BFF2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296"/>
              <a:ext cx="7" cy="177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58" name="Line 42">
              <a:extLst>
                <a:ext uri="{FF2B5EF4-FFF2-40B4-BE49-F238E27FC236}">
                  <a16:creationId xmlns:a16="http://schemas.microsoft.com/office/drawing/2014/main" id="{73A15A04-DCF0-40B0-AF59-CCB9915441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9" y="1296"/>
              <a:ext cx="38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9746" name="Text Box 44">
            <a:extLst>
              <a:ext uri="{FF2B5EF4-FFF2-40B4-BE49-F238E27FC236}">
                <a16:creationId xmlns:a16="http://schemas.microsoft.com/office/drawing/2014/main" id="{52137E5D-BDEF-43EA-8E29-0107AECAA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169" y="2315478"/>
            <a:ext cx="4238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</a:t>
            </a:r>
          </a:p>
        </p:txBody>
      </p:sp>
      <p:grpSp>
        <p:nvGrpSpPr>
          <p:cNvPr id="4" name="Group 47">
            <a:extLst>
              <a:ext uri="{FF2B5EF4-FFF2-40B4-BE49-F238E27FC236}">
                <a16:creationId xmlns:a16="http://schemas.microsoft.com/office/drawing/2014/main" id="{DFCE87B1-8201-4D3E-8DEA-81C3297924FD}"/>
              </a:ext>
            </a:extLst>
          </p:cNvPr>
          <p:cNvGrpSpPr>
            <a:grpSpLocks/>
          </p:cNvGrpSpPr>
          <p:nvPr/>
        </p:nvGrpSpPr>
        <p:grpSpPr bwMode="auto">
          <a:xfrm>
            <a:off x="5795169" y="3572778"/>
            <a:ext cx="381000" cy="1524000"/>
            <a:chOff x="3504" y="2160"/>
            <a:chExt cx="240" cy="960"/>
          </a:xfrm>
        </p:grpSpPr>
        <p:sp>
          <p:nvSpPr>
            <p:cNvPr id="71749" name="Line 48">
              <a:extLst>
                <a:ext uri="{FF2B5EF4-FFF2-40B4-BE49-F238E27FC236}">
                  <a16:creationId xmlns:a16="http://schemas.microsoft.com/office/drawing/2014/main" id="{F3A01117-E585-4F64-9238-2722328E9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2736"/>
              <a:ext cx="24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50" name="Line 49">
              <a:extLst>
                <a:ext uri="{FF2B5EF4-FFF2-40B4-BE49-F238E27FC236}">
                  <a16:creationId xmlns:a16="http://schemas.microsoft.com/office/drawing/2014/main" id="{0E1D4A35-8CCD-4B9E-8FB9-7BAA1CCDD7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2544"/>
              <a:ext cx="24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51" name="Line 50">
              <a:extLst>
                <a:ext uri="{FF2B5EF4-FFF2-40B4-BE49-F238E27FC236}">
                  <a16:creationId xmlns:a16="http://schemas.microsoft.com/office/drawing/2014/main" id="{5AE194AB-131B-4880-A6E4-AF606BA952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2160"/>
              <a:ext cx="24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52" name="Line 51">
              <a:extLst>
                <a:ext uri="{FF2B5EF4-FFF2-40B4-BE49-F238E27FC236}">
                  <a16:creationId xmlns:a16="http://schemas.microsoft.com/office/drawing/2014/main" id="{C83C33B1-09FF-4743-9868-2BB154ECA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160"/>
              <a:ext cx="0" cy="96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53" name="Line 48">
              <a:extLst>
                <a:ext uri="{FF2B5EF4-FFF2-40B4-BE49-F238E27FC236}">
                  <a16:creationId xmlns:a16="http://schemas.microsoft.com/office/drawing/2014/main" id="{850735A2-A8DA-4F6D-B35B-C4C6ED0298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114"/>
              <a:ext cx="24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9732" name="Text Box 62">
            <a:extLst>
              <a:ext uri="{FF2B5EF4-FFF2-40B4-BE49-F238E27FC236}">
                <a16:creationId xmlns:a16="http://schemas.microsoft.com/office/drawing/2014/main" id="{A5AFAD9B-7875-4CFA-A7EE-BB48BBAED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3207"/>
            <a:ext cx="46545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=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</a:t>
            </a:r>
            <a:r>
              <a:rPr lang="en-US" altLang="zh-CN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(W,X,Y,Z)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(0,1,3,7,9,13,14)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67">
            <a:extLst>
              <a:ext uri="{FF2B5EF4-FFF2-40B4-BE49-F238E27FC236}">
                <a16:creationId xmlns:a16="http://schemas.microsoft.com/office/drawing/2014/main" id="{F7D892A0-5840-4CD4-B399-469863FF1B4D}"/>
              </a:ext>
            </a:extLst>
          </p:cNvPr>
          <p:cNvGrpSpPr>
            <a:grpSpLocks/>
          </p:cNvGrpSpPr>
          <p:nvPr/>
        </p:nvGrpSpPr>
        <p:grpSpPr bwMode="auto">
          <a:xfrm>
            <a:off x="697707" y="4050615"/>
            <a:ext cx="2936875" cy="1806575"/>
            <a:chOff x="646" y="2558"/>
            <a:chExt cx="1850" cy="1138"/>
          </a:xfrm>
        </p:grpSpPr>
        <p:grpSp>
          <p:nvGrpSpPr>
            <p:cNvPr id="71737" name="Group 68">
              <a:extLst>
                <a:ext uri="{FF2B5EF4-FFF2-40B4-BE49-F238E27FC236}">
                  <a16:creationId xmlns:a16="http://schemas.microsoft.com/office/drawing/2014/main" id="{3215D31E-366D-4BFB-A18B-B089EBFBF4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688"/>
              <a:ext cx="1776" cy="1008"/>
              <a:chOff x="519" y="3024"/>
              <a:chExt cx="1776" cy="1008"/>
            </a:xfrm>
          </p:grpSpPr>
          <p:sp>
            <p:nvSpPr>
              <p:cNvPr id="71743" name="Line 69">
                <a:extLst>
                  <a:ext uri="{FF2B5EF4-FFF2-40B4-BE49-F238E27FC236}">
                    <a16:creationId xmlns:a16="http://schemas.microsoft.com/office/drawing/2014/main" id="{BB7F9374-41EF-4A31-8257-110EFE2E22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44" name="Line 70">
                <a:extLst>
                  <a:ext uri="{FF2B5EF4-FFF2-40B4-BE49-F238E27FC236}">
                    <a16:creationId xmlns:a16="http://schemas.microsoft.com/office/drawing/2014/main" id="{39CD973D-418C-483F-A105-24D79C514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45" name="Line 71">
                <a:extLst>
                  <a:ext uri="{FF2B5EF4-FFF2-40B4-BE49-F238E27FC236}">
                    <a16:creationId xmlns:a16="http://schemas.microsoft.com/office/drawing/2014/main" id="{B128E051-23CE-4F27-AA2A-82DDAEAA1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46" name="Line 72">
                <a:extLst>
                  <a:ext uri="{FF2B5EF4-FFF2-40B4-BE49-F238E27FC236}">
                    <a16:creationId xmlns:a16="http://schemas.microsoft.com/office/drawing/2014/main" id="{46EBB2B8-F22F-49D9-8ACB-2B3425CBA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47" name="Rectangle 73">
                <a:extLst>
                  <a:ext uri="{FF2B5EF4-FFF2-40B4-BE49-F238E27FC236}">
                    <a16:creationId xmlns:a16="http://schemas.microsoft.com/office/drawing/2014/main" id="{37477FDA-B767-4166-A75A-175B82616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748" name="Line 74">
                <a:extLst>
                  <a:ext uri="{FF2B5EF4-FFF2-40B4-BE49-F238E27FC236}">
                    <a16:creationId xmlns:a16="http://schemas.microsoft.com/office/drawing/2014/main" id="{DC3E3359-4A39-4843-B729-1161494EB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1738" name="Text Box 75">
              <a:extLst>
                <a:ext uri="{FF2B5EF4-FFF2-40B4-BE49-F238E27FC236}">
                  <a16:creationId xmlns:a16="http://schemas.microsoft.com/office/drawing/2014/main" id="{0B65A9AF-C738-4F64-9A54-3EC6F61C6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" y="2704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71739" name="Text Box 76">
              <a:extLst>
                <a:ext uri="{FF2B5EF4-FFF2-40B4-BE49-F238E27FC236}">
                  <a16:creationId xmlns:a16="http://schemas.microsoft.com/office/drawing/2014/main" id="{3DD4A233-4B1F-4FC7-8F10-3F5C98F89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" y="2558"/>
              <a:ext cx="4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WX</a:t>
              </a:r>
            </a:p>
          </p:txBody>
        </p:sp>
        <p:sp>
          <p:nvSpPr>
            <p:cNvPr id="71740" name="Text Box 77">
              <a:extLst>
                <a:ext uri="{FF2B5EF4-FFF2-40B4-BE49-F238E27FC236}">
                  <a16:creationId xmlns:a16="http://schemas.microsoft.com/office/drawing/2014/main" id="{C8375051-5662-4448-9453-E817A2ACA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696"/>
              <a:ext cx="135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Arial" panose="020B0604020202020204" pitchFamily="34" charset="0"/>
                  <a:ea typeface="宋体" panose="02010600030101010101" pitchFamily="2" charset="-122"/>
                </a:rPr>
                <a:t>00    01    11    10</a:t>
              </a:r>
            </a:p>
          </p:txBody>
        </p:sp>
        <p:sp>
          <p:nvSpPr>
            <p:cNvPr id="71741" name="Text Box 78">
              <a:extLst>
                <a:ext uri="{FF2B5EF4-FFF2-40B4-BE49-F238E27FC236}">
                  <a16:creationId xmlns:a16="http://schemas.microsoft.com/office/drawing/2014/main" id="{26F77205-2061-4852-85DC-041F595BA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" y="2990"/>
              <a:ext cx="20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1742" name="Text Box 79">
              <a:extLst>
                <a:ext uri="{FF2B5EF4-FFF2-40B4-BE49-F238E27FC236}">
                  <a16:creationId xmlns:a16="http://schemas.microsoft.com/office/drawing/2014/main" id="{6AAE6087-1762-4943-B40E-F953185AA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" y="3364"/>
              <a:ext cx="20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90" name="Rectangle 5">
            <a:extLst>
              <a:ext uri="{FF2B5EF4-FFF2-40B4-BE49-F238E27FC236}">
                <a16:creationId xmlns:a16="http://schemas.microsoft.com/office/drawing/2014/main" id="{C18B7333-F46A-4199-8D29-63DC5C9F22E6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41288"/>
            <a:ext cx="5264150" cy="531812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0A419B"/>
                </a:solidFill>
                <a:latin typeface="微软雅黑" pitchFamily="34" charset="-122"/>
                <a:cs typeface="+mj-cs"/>
              </a:rPr>
              <a:t>Exercise</a:t>
            </a:r>
            <a:endParaRPr lang="zh-CN" altLang="en-US" sz="3600" b="1" dirty="0">
              <a:solidFill>
                <a:srgbClr val="0A419B"/>
              </a:solidFill>
              <a:latin typeface="微软雅黑" pitchFamily="34" charset="-122"/>
              <a:cs typeface="+mj-cs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1F4385E5-2B62-4EAE-8C10-EB183E173BF4}"/>
              </a:ext>
            </a:extLst>
          </p:cNvPr>
          <p:cNvGrpSpPr>
            <a:grpSpLocks/>
          </p:cNvGrpSpPr>
          <p:nvPr/>
        </p:nvGrpSpPr>
        <p:grpSpPr bwMode="auto">
          <a:xfrm>
            <a:off x="921544" y="1421715"/>
            <a:ext cx="2251075" cy="2268538"/>
            <a:chOff x="3072" y="1392"/>
            <a:chExt cx="2016" cy="2016"/>
          </a:xfrm>
        </p:grpSpPr>
        <p:sp>
          <p:nvSpPr>
            <p:cNvPr id="71724" name="Text Box 3">
              <a:extLst>
                <a:ext uri="{FF2B5EF4-FFF2-40B4-BE49-F238E27FC236}">
                  <a16:creationId xmlns:a16="http://schemas.microsoft.com/office/drawing/2014/main" id="{A03CEF2F-CAE9-4DDD-9CA6-9B3BD326A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648"/>
              <a:ext cx="3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YZ</a:t>
              </a:r>
            </a:p>
          </p:txBody>
        </p:sp>
        <p:sp>
          <p:nvSpPr>
            <p:cNvPr id="71725" name="Text Box 4">
              <a:extLst>
                <a:ext uri="{FF2B5EF4-FFF2-40B4-BE49-F238E27FC236}">
                  <a16:creationId xmlns:a16="http://schemas.microsoft.com/office/drawing/2014/main" id="{9ECE0F29-B200-45D7-899A-9C6F8F05E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3" y="1392"/>
              <a:ext cx="4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WX</a:t>
              </a:r>
            </a:p>
          </p:txBody>
        </p:sp>
        <p:sp>
          <p:nvSpPr>
            <p:cNvPr id="71726" name="Text Box 5">
              <a:extLst>
                <a:ext uri="{FF2B5EF4-FFF2-40B4-BE49-F238E27FC236}">
                  <a16:creationId xmlns:a16="http://schemas.microsoft.com/office/drawing/2014/main" id="{BE7CD34E-C2DA-47FF-A196-6924C487C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632"/>
              <a:ext cx="1488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600">
                  <a:latin typeface="Tahoma" panose="020B0604030504040204" pitchFamily="34" charset="0"/>
                  <a:ea typeface="宋体" panose="02010600030101010101" pitchFamily="2" charset="-122"/>
                </a:rPr>
                <a:t>00</a:t>
              </a:r>
              <a:r>
                <a:rPr lang="zh-CN" altLang="en-US" sz="16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1600">
                  <a:latin typeface="Tahoma" panose="020B0604030504040204" pitchFamily="34" charset="0"/>
                  <a:ea typeface="宋体" panose="02010600030101010101" pitchFamily="2" charset="-122"/>
                </a:rPr>
                <a:t>  01 </a:t>
              </a:r>
              <a:r>
                <a:rPr lang="zh-CN" altLang="en-US" sz="16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1600">
                  <a:latin typeface="Tahoma" panose="020B0604030504040204" pitchFamily="34" charset="0"/>
                  <a:ea typeface="宋体" panose="02010600030101010101" pitchFamily="2" charset="-122"/>
                </a:rPr>
                <a:t>  11</a:t>
              </a:r>
              <a:r>
                <a:rPr lang="zh-CN" altLang="en-US" sz="16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sz="1600">
                  <a:latin typeface="Tahoma" panose="020B0604030504040204" pitchFamily="34" charset="0"/>
                  <a:ea typeface="宋体" panose="02010600030101010101" pitchFamily="2" charset="-122"/>
                </a:rPr>
                <a:t>  10</a:t>
              </a:r>
            </a:p>
          </p:txBody>
        </p:sp>
        <p:sp>
          <p:nvSpPr>
            <p:cNvPr id="95" name="Text Box 6">
              <a:extLst>
                <a:ext uri="{FF2B5EF4-FFF2-40B4-BE49-F238E27FC236}">
                  <a16:creationId xmlns:a16="http://schemas.microsoft.com/office/drawing/2014/main" id="{BC670AE2-1786-4194-A915-8415FAC52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3" y="1968"/>
              <a:ext cx="367" cy="1381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600" dirty="0">
                  <a:latin typeface="Tahoma" pitchFamily="34" charset="0"/>
                </a:rPr>
                <a:t>00</a:t>
              </a:r>
            </a:p>
            <a:p>
              <a:pPr>
                <a:defRPr/>
              </a:pPr>
              <a:endParaRPr lang="zh-CN" altLang="en-US" sz="1050" dirty="0">
                <a:latin typeface="Tahoma" pitchFamily="34" charset="0"/>
              </a:endParaRPr>
            </a:p>
            <a:p>
              <a:pPr>
                <a:defRPr/>
              </a:pPr>
              <a:r>
                <a:rPr lang="zh-CN" altLang="en-US" sz="1600" dirty="0">
                  <a:latin typeface="Tahoma" pitchFamily="34" charset="0"/>
                </a:rPr>
                <a:t>01</a:t>
              </a:r>
            </a:p>
            <a:p>
              <a:pPr>
                <a:defRPr/>
              </a:pPr>
              <a:endParaRPr lang="zh-CN" altLang="en-US" sz="1100" dirty="0">
                <a:latin typeface="Tahoma" pitchFamily="34" charset="0"/>
              </a:endParaRPr>
            </a:p>
            <a:p>
              <a:pPr>
                <a:defRPr/>
              </a:pPr>
              <a:r>
                <a:rPr lang="zh-CN" altLang="en-US" sz="1600" dirty="0">
                  <a:latin typeface="Tahoma" pitchFamily="34" charset="0"/>
                </a:rPr>
                <a:t>11</a:t>
              </a:r>
            </a:p>
            <a:p>
              <a:pPr>
                <a:defRPr/>
              </a:pPr>
              <a:endParaRPr lang="zh-CN" altLang="en-US" sz="1000" dirty="0">
                <a:latin typeface="Tahoma" pitchFamily="34" charset="0"/>
              </a:endParaRPr>
            </a:p>
            <a:p>
              <a:pPr>
                <a:defRPr/>
              </a:pPr>
              <a:r>
                <a:rPr lang="zh-CN" altLang="en-US" sz="1600" dirty="0">
                  <a:latin typeface="Tahoma" pitchFamily="34" charset="0"/>
                </a:rPr>
                <a:t>10</a:t>
              </a:r>
            </a:p>
          </p:txBody>
        </p:sp>
        <p:grpSp>
          <p:nvGrpSpPr>
            <p:cNvPr id="71728" name="Group 7">
              <a:extLst>
                <a:ext uri="{FF2B5EF4-FFF2-40B4-BE49-F238E27FC236}">
                  <a16:creationId xmlns:a16="http://schemas.microsoft.com/office/drawing/2014/main" id="{E93E57D0-AAD9-4DE8-970B-368C3C5648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632"/>
              <a:ext cx="1776" cy="1776"/>
              <a:chOff x="864" y="144"/>
              <a:chExt cx="1776" cy="1776"/>
            </a:xfrm>
          </p:grpSpPr>
          <p:sp>
            <p:nvSpPr>
              <p:cNvPr id="71729" name="Line 8">
                <a:extLst>
                  <a:ext uri="{FF2B5EF4-FFF2-40B4-BE49-F238E27FC236}">
                    <a16:creationId xmlns:a16="http://schemas.microsoft.com/office/drawing/2014/main" id="{70D467BB-BEB2-486A-8E5A-33F93D56E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768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30" name="Line 9">
                <a:extLst>
                  <a:ext uri="{FF2B5EF4-FFF2-40B4-BE49-F238E27FC236}">
                    <a16:creationId xmlns:a16="http://schemas.microsoft.com/office/drawing/2014/main" id="{31378F5C-189F-43D0-B71A-2E846BA012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31" name="Line 10">
                <a:extLst>
                  <a:ext uri="{FF2B5EF4-FFF2-40B4-BE49-F238E27FC236}">
                    <a16:creationId xmlns:a16="http://schemas.microsoft.com/office/drawing/2014/main" id="{E5C5E78B-232A-42E8-B073-DC1F14243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32" name="Line 11">
                <a:extLst>
                  <a:ext uri="{FF2B5EF4-FFF2-40B4-BE49-F238E27FC236}">
                    <a16:creationId xmlns:a16="http://schemas.microsoft.com/office/drawing/2014/main" id="{F7E98E37-39EF-4DE3-AA4F-94AE40BD3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384"/>
                <a:ext cx="0" cy="15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33" name="Rectangle 12">
                <a:extLst>
                  <a:ext uri="{FF2B5EF4-FFF2-40B4-BE49-F238E27FC236}">
                    <a16:creationId xmlns:a16="http://schemas.microsoft.com/office/drawing/2014/main" id="{34C8C156-1FC6-4C9E-97B6-E7B9D2A5F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84"/>
                <a:ext cx="1536" cy="1536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734" name="Line 13">
                <a:extLst>
                  <a:ext uri="{FF2B5EF4-FFF2-40B4-BE49-F238E27FC236}">
                    <a16:creationId xmlns:a16="http://schemas.microsoft.com/office/drawing/2014/main" id="{8B4F8356-01A6-4E31-9F25-7D67BAAD8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64" y="144"/>
                <a:ext cx="24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35" name="Line 14">
                <a:extLst>
                  <a:ext uri="{FF2B5EF4-FFF2-40B4-BE49-F238E27FC236}">
                    <a16:creationId xmlns:a16="http://schemas.microsoft.com/office/drawing/2014/main" id="{EB5E21B4-FE61-4750-ADA8-D4628B643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152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736" name="Line 15">
                <a:extLst>
                  <a:ext uri="{FF2B5EF4-FFF2-40B4-BE49-F238E27FC236}">
                    <a16:creationId xmlns:a16="http://schemas.microsoft.com/office/drawing/2014/main" id="{F8402213-A3E2-495F-96F9-1D166EF03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536"/>
                <a:ext cx="1536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13" name="Text Box 17">
            <a:extLst>
              <a:ext uri="{FF2B5EF4-FFF2-40B4-BE49-F238E27FC236}">
                <a16:creationId xmlns:a16="http://schemas.microsoft.com/office/drawing/2014/main" id="{FFD0C446-6C57-433E-BCDE-E037C4DD9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869" y="197257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4" name="Text Box 18">
            <a:extLst>
              <a:ext uri="{FF2B5EF4-FFF2-40B4-BE49-F238E27FC236}">
                <a16:creationId xmlns:a16="http://schemas.microsoft.com/office/drawing/2014/main" id="{DC6DAF22-6152-4102-9F6D-657AFA23B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869" y="243771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5" name="Text Box 19">
            <a:extLst>
              <a:ext uri="{FF2B5EF4-FFF2-40B4-BE49-F238E27FC236}">
                <a16:creationId xmlns:a16="http://schemas.microsoft.com/office/drawing/2014/main" id="{6329545C-41AC-4AA2-B8E6-49853601F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869" y="2888565"/>
            <a:ext cx="377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6" name="Text Box 20">
            <a:extLst>
              <a:ext uri="{FF2B5EF4-FFF2-40B4-BE49-F238E27FC236}">
                <a16:creationId xmlns:a16="http://schemas.microsoft.com/office/drawing/2014/main" id="{CC80207F-D806-4177-B3CC-F99B9CCC9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2257" y="239326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7" name="Text Box 21">
            <a:extLst>
              <a:ext uri="{FF2B5EF4-FFF2-40B4-BE49-F238E27FC236}">
                <a16:creationId xmlns:a16="http://schemas.microsoft.com/office/drawing/2014/main" id="{28934418-FBC6-48D3-8454-A5395D5E6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182" y="288062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8" name="Text Box 22">
            <a:extLst>
              <a:ext uri="{FF2B5EF4-FFF2-40B4-BE49-F238E27FC236}">
                <a16:creationId xmlns:a16="http://schemas.microsoft.com/office/drawing/2014/main" id="{751513B5-402A-49AC-9638-5C38B5A2B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5532" y="332354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9" name="Text Box 23">
            <a:extLst>
              <a:ext uri="{FF2B5EF4-FFF2-40B4-BE49-F238E27FC236}">
                <a16:creationId xmlns:a16="http://schemas.microsoft.com/office/drawing/2014/main" id="{F19B490D-FABF-4786-B0EE-10A0D17D8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994" y="243771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0" name="Text Box 80">
            <a:extLst>
              <a:ext uri="{FF2B5EF4-FFF2-40B4-BE49-F238E27FC236}">
                <a16:creationId xmlns:a16="http://schemas.microsoft.com/office/drawing/2014/main" id="{95BA30E9-6F81-4F01-9785-3222EC450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832" y="4726890"/>
            <a:ext cx="347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1" name="Text Box 81">
            <a:extLst>
              <a:ext uri="{FF2B5EF4-FFF2-40B4-BE49-F238E27FC236}">
                <a16:creationId xmlns:a16="http://schemas.microsoft.com/office/drawing/2014/main" id="{9A9C8F2E-FFFA-4607-8092-A69E3E27B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6432" y="4726890"/>
            <a:ext cx="347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2" name="Text Box 82">
            <a:extLst>
              <a:ext uri="{FF2B5EF4-FFF2-40B4-BE49-F238E27FC236}">
                <a16:creationId xmlns:a16="http://schemas.microsoft.com/office/drawing/2014/main" id="{B791F36E-6F96-4E39-9DC6-DA2FAE058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857" y="4726890"/>
            <a:ext cx="344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123" name="Text Box 83">
            <a:extLst>
              <a:ext uri="{FF2B5EF4-FFF2-40B4-BE49-F238E27FC236}">
                <a16:creationId xmlns:a16="http://schemas.microsoft.com/office/drawing/2014/main" id="{14927E9F-51A9-4257-9EEA-57F02072F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457" y="4726890"/>
            <a:ext cx="344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124" name="Text Box 84">
            <a:extLst>
              <a:ext uri="{FF2B5EF4-FFF2-40B4-BE49-F238E27FC236}">
                <a16:creationId xmlns:a16="http://schemas.microsoft.com/office/drawing/2014/main" id="{5F0B67DE-B018-41B2-AD38-9D2FDAE7A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657" y="5336490"/>
            <a:ext cx="344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125" name="Text Box 85">
            <a:extLst>
              <a:ext uri="{FF2B5EF4-FFF2-40B4-BE49-F238E27FC236}">
                <a16:creationId xmlns:a16="http://schemas.microsoft.com/office/drawing/2014/main" id="{F113EC5E-887F-47B7-AC79-5C8B93FE3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3257" y="5336490"/>
            <a:ext cx="344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126" name="Text Box 86">
            <a:extLst>
              <a:ext uri="{FF2B5EF4-FFF2-40B4-BE49-F238E27FC236}">
                <a16:creationId xmlns:a16="http://schemas.microsoft.com/office/drawing/2014/main" id="{DC90B964-7A94-4008-8A22-AC9D7B1A5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9682" y="5336490"/>
            <a:ext cx="415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Z’</a:t>
            </a:r>
          </a:p>
        </p:txBody>
      </p:sp>
      <p:sp>
        <p:nvSpPr>
          <p:cNvPr id="127" name="Text Box 87">
            <a:extLst>
              <a:ext uri="{FF2B5EF4-FFF2-40B4-BE49-F238E27FC236}">
                <a16:creationId xmlns:a16="http://schemas.microsoft.com/office/drawing/2014/main" id="{47AEE827-0D90-48C0-8F6C-AC322798A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9282" y="5336490"/>
            <a:ext cx="347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8" name="Text Box 45">
            <a:extLst>
              <a:ext uri="{FF2B5EF4-FFF2-40B4-BE49-F238E27FC236}">
                <a16:creationId xmlns:a16="http://schemas.microsoft.com/office/drawing/2014/main" id="{8D32B695-83EA-4CB3-8C07-B4C4DAE63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3282" y="3217178"/>
            <a:ext cx="3714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129" name="Line 52">
            <a:extLst>
              <a:ext uri="{FF2B5EF4-FFF2-40B4-BE49-F238E27FC236}">
                <a16:creationId xmlns:a16="http://schemas.microsoft.com/office/drawing/2014/main" id="{32597774-2ED5-4998-BB60-63FBE38694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4569" y="5096778"/>
            <a:ext cx="1022350" cy="0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0" name="Line 53">
            <a:extLst>
              <a:ext uri="{FF2B5EF4-FFF2-40B4-BE49-F238E27FC236}">
                <a16:creationId xmlns:a16="http://schemas.microsoft.com/office/drawing/2014/main" id="{03F8155E-B1E9-4C08-929F-AC569735B2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3169" y="5096778"/>
            <a:ext cx="0" cy="609600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1" name="Line 55">
            <a:extLst>
              <a:ext uri="{FF2B5EF4-FFF2-40B4-BE49-F238E27FC236}">
                <a16:creationId xmlns:a16="http://schemas.microsoft.com/office/drawing/2014/main" id="{4E7CFC49-27AD-44E8-A4CA-F68F704B92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3169" y="5706378"/>
            <a:ext cx="1143000" cy="0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2" name="AutoShape 57">
            <a:extLst>
              <a:ext uri="{FF2B5EF4-FFF2-40B4-BE49-F238E27FC236}">
                <a16:creationId xmlns:a16="http://schemas.microsoft.com/office/drawing/2014/main" id="{10C29A21-3E88-461A-89D1-9338F48A002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337969" y="5477778"/>
            <a:ext cx="457200" cy="4572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" name="Oval 58">
            <a:extLst>
              <a:ext uri="{FF2B5EF4-FFF2-40B4-BE49-F238E27FC236}">
                <a16:creationId xmlns:a16="http://schemas.microsoft.com/office/drawing/2014/main" id="{76205502-8F29-4AB4-A9D7-5FE6A9380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169" y="5630178"/>
            <a:ext cx="152400" cy="152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" name="Text Box 59">
            <a:extLst>
              <a:ext uri="{FF2B5EF4-FFF2-40B4-BE49-F238E27FC236}">
                <a16:creationId xmlns:a16="http://schemas.microsoft.com/office/drawing/2014/main" id="{7F9E4B1D-7159-429A-895C-3A4C10E62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3569" y="4871353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135" name="Line 35">
            <a:extLst>
              <a:ext uri="{FF2B5EF4-FFF2-40B4-BE49-F238E27FC236}">
                <a16:creationId xmlns:a16="http://schemas.microsoft.com/office/drawing/2014/main" id="{B36D194A-E136-416E-8AAE-C244DE6BD8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9369" y="1591578"/>
            <a:ext cx="4572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" name="Line 37">
            <a:extLst>
              <a:ext uri="{FF2B5EF4-FFF2-40B4-BE49-F238E27FC236}">
                <a16:creationId xmlns:a16="http://schemas.microsoft.com/office/drawing/2014/main" id="{E3D24975-D10B-4394-8FD2-0FF1D26DB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9369" y="1591578"/>
            <a:ext cx="0" cy="152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7" name="AutoShape 38">
            <a:extLst>
              <a:ext uri="{FF2B5EF4-FFF2-40B4-BE49-F238E27FC236}">
                <a16:creationId xmlns:a16="http://schemas.microsoft.com/office/drawing/2014/main" id="{59C39064-A9CF-464E-A18E-A96DD568323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956969" y="1743978"/>
            <a:ext cx="304800" cy="152400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" name="Rectangle 27">
            <a:extLst>
              <a:ext uri="{FF2B5EF4-FFF2-40B4-BE49-F238E27FC236}">
                <a16:creationId xmlns:a16="http://schemas.microsoft.com/office/drawing/2014/main" id="{3AA301DC-163D-471D-9AF2-D88B1E554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969" y="3191778"/>
            <a:ext cx="381000" cy="152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" name="Line 28">
            <a:extLst>
              <a:ext uri="{FF2B5EF4-FFF2-40B4-BE49-F238E27FC236}">
                <a16:creationId xmlns:a16="http://schemas.microsoft.com/office/drawing/2014/main" id="{2C2722A8-5DEA-4DA8-976A-9A0BA23A0F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8369" y="3267978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0" name="Line 29">
            <a:extLst>
              <a:ext uri="{FF2B5EF4-FFF2-40B4-BE49-F238E27FC236}">
                <a16:creationId xmlns:a16="http://schemas.microsoft.com/office/drawing/2014/main" id="{23A7D063-B673-45E8-9EDB-66DCF3D144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8369" y="3039378"/>
            <a:ext cx="0" cy="228600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1" name="Line 30">
            <a:extLst>
              <a:ext uri="{FF2B5EF4-FFF2-40B4-BE49-F238E27FC236}">
                <a16:creationId xmlns:a16="http://schemas.microsoft.com/office/drawing/2014/main" id="{AF2D86F8-F6AB-40A7-9328-E6C2916DB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5969" y="3039378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2" name="Text Box 31">
            <a:extLst>
              <a:ext uri="{FF2B5EF4-FFF2-40B4-BE49-F238E27FC236}">
                <a16:creationId xmlns:a16="http://schemas.microsoft.com/office/drawing/2014/main" id="{541A5473-DE23-46B7-B850-263E9B5C5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919" y="2505978"/>
            <a:ext cx="59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CC</a:t>
            </a:r>
          </a:p>
        </p:txBody>
      </p:sp>
      <p:sp>
        <p:nvSpPr>
          <p:cNvPr id="143" name="Line 54">
            <a:extLst>
              <a:ext uri="{FF2B5EF4-FFF2-40B4-BE49-F238E27FC236}">
                <a16:creationId xmlns:a16="http://schemas.microsoft.com/office/drawing/2014/main" id="{3263F44C-39C2-4CD8-A7C1-D849EE42F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6169" y="5401578"/>
            <a:ext cx="0" cy="304800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1" name="Text Box 62">
            <a:extLst>
              <a:ext uri="{FF2B5EF4-FFF2-40B4-BE49-F238E27FC236}">
                <a16:creationId xmlns:a16="http://schemas.microsoft.com/office/drawing/2014/main" id="{D5B2EB9C-C0E6-475F-BDB0-B69A47DD2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494" y="2128670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2" name="Text Box 63">
            <a:extLst>
              <a:ext uri="{FF2B5EF4-FFF2-40B4-BE49-F238E27FC236}">
                <a16:creationId xmlns:a16="http://schemas.microsoft.com/office/drawing/2014/main" id="{797E068B-307F-4532-B52D-545892F51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182" y="2138364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4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3" name="Text Box 64">
            <a:extLst>
              <a:ext uri="{FF2B5EF4-FFF2-40B4-BE49-F238E27FC236}">
                <a16:creationId xmlns:a16="http://schemas.microsoft.com/office/drawing/2014/main" id="{F57A8D92-6017-4244-9978-20429B1F0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341" y="2150579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12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4" name="Text Box 65">
            <a:extLst>
              <a:ext uri="{FF2B5EF4-FFF2-40B4-BE49-F238E27FC236}">
                <a16:creationId xmlns:a16="http://schemas.microsoft.com/office/drawing/2014/main" id="{52928E44-1231-462F-BAA0-D28A8EEA6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2" y="2583488"/>
            <a:ext cx="241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5" name="Text Box 66">
            <a:extLst>
              <a:ext uri="{FF2B5EF4-FFF2-40B4-BE49-F238E27FC236}">
                <a16:creationId xmlns:a16="http://schemas.microsoft.com/office/drawing/2014/main" id="{41C58DE8-F4E6-40C1-BB23-15F1FF318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182" y="2594151"/>
            <a:ext cx="27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5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6" name="Text Box 67">
            <a:extLst>
              <a:ext uri="{FF2B5EF4-FFF2-40B4-BE49-F238E27FC236}">
                <a16:creationId xmlns:a16="http://schemas.microsoft.com/office/drawing/2014/main" id="{888BB2E0-6CA2-4162-996F-2C1312048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806" y="2594151"/>
            <a:ext cx="346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7" name="Text Box 68">
            <a:extLst>
              <a:ext uri="{FF2B5EF4-FFF2-40B4-BE49-F238E27FC236}">
                <a16:creationId xmlns:a16="http://schemas.microsoft.com/office/drawing/2014/main" id="{7B2A26D3-9764-4A08-917F-D756CBB25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811" y="2562334"/>
            <a:ext cx="279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9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8" name="Text Box 69">
            <a:extLst>
              <a:ext uri="{FF2B5EF4-FFF2-40B4-BE49-F238E27FC236}">
                <a16:creationId xmlns:a16="http://schemas.microsoft.com/office/drawing/2014/main" id="{F235602B-BD0B-4BEC-BF44-74DF5BB08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402" y="3013241"/>
            <a:ext cx="2889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3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09" name="Text Box 70">
            <a:extLst>
              <a:ext uri="{FF2B5EF4-FFF2-40B4-BE49-F238E27FC236}">
                <a16:creationId xmlns:a16="http://schemas.microsoft.com/office/drawing/2014/main" id="{21D66CDA-0A66-4257-B0D4-655F8E5D4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303" y="3021188"/>
            <a:ext cx="229124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7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0" name="Text Box 71">
            <a:extLst>
              <a:ext uri="{FF2B5EF4-FFF2-40B4-BE49-F238E27FC236}">
                <a16:creationId xmlns:a16="http://schemas.microsoft.com/office/drawing/2014/main" id="{00B49B80-0C2C-42B6-95B1-7E6063D79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928" y="3005780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15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1" name="Text Box 72">
            <a:extLst>
              <a:ext uri="{FF2B5EF4-FFF2-40B4-BE49-F238E27FC236}">
                <a16:creationId xmlns:a16="http://schemas.microsoft.com/office/drawing/2014/main" id="{BD083B5F-C769-40FC-8B98-D58069CBD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8361" y="3441014"/>
            <a:ext cx="2746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2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12" name="Text Box 73">
            <a:extLst>
              <a:ext uri="{FF2B5EF4-FFF2-40B4-BE49-F238E27FC236}">
                <a16:creationId xmlns:a16="http://schemas.microsoft.com/office/drawing/2014/main" id="{BC5DE299-4BCB-477E-9F72-3258998F4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222" y="3453290"/>
            <a:ext cx="26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6</a:t>
            </a:r>
            <a:endParaRPr kumimoji="1" lang="en-US" altLang="zh-CN" sz="1600" b="1" baseline="-2500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44" name="Text Box 74">
            <a:extLst>
              <a:ext uri="{FF2B5EF4-FFF2-40B4-BE49-F238E27FC236}">
                <a16:creationId xmlns:a16="http://schemas.microsoft.com/office/drawing/2014/main" id="{80E76F0E-185D-42CD-8858-9483A22EA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085" y="3447946"/>
            <a:ext cx="33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14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45" name="Text Box 75">
            <a:extLst>
              <a:ext uri="{FF2B5EF4-FFF2-40B4-BE49-F238E27FC236}">
                <a16:creationId xmlns:a16="http://schemas.microsoft.com/office/drawing/2014/main" id="{2DA0A091-254B-4C11-B9A9-334AFDC88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770" y="3448542"/>
            <a:ext cx="331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10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46" name="Text Box 76">
            <a:extLst>
              <a:ext uri="{FF2B5EF4-FFF2-40B4-BE49-F238E27FC236}">
                <a16:creationId xmlns:a16="http://schemas.microsoft.com/office/drawing/2014/main" id="{9D99D13B-9803-48F0-8CC0-A74030F2C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986" y="2150176"/>
            <a:ext cx="276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8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147" name="Text Box 77">
            <a:extLst>
              <a:ext uri="{FF2B5EF4-FFF2-40B4-BE49-F238E27FC236}">
                <a16:creationId xmlns:a16="http://schemas.microsoft.com/office/drawing/2014/main" id="{557F706D-E668-40BE-B791-507695873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259" y="2994435"/>
            <a:ext cx="2968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600" b="1" dirty="0">
                <a:solidFill>
                  <a:schemeClr val="bg1">
                    <a:lumMod val="65000"/>
                  </a:schemeClr>
                </a:solidFill>
                <a:latin typeface="Brush Script MT" pitchFamily="66" charset="0"/>
              </a:rPr>
              <a:t>11</a:t>
            </a:r>
            <a:endParaRPr kumimoji="1" lang="en-US" altLang="zh-CN" sz="1600" b="1" baseline="-25000" dirty="0">
              <a:solidFill>
                <a:schemeClr val="bg1">
                  <a:lumMod val="65000"/>
                </a:schemeClr>
              </a:solidFill>
              <a:latin typeface="Brush Script MT" pitchFamily="66" charset="0"/>
            </a:endParaRPr>
          </a:p>
        </p:txBody>
      </p:sp>
      <p:sp>
        <p:nvSpPr>
          <p:cNvPr id="6" name="日期占位符 1">
            <a:extLst>
              <a:ext uri="{FF2B5EF4-FFF2-40B4-BE49-F238E27FC236}">
                <a16:creationId xmlns:a16="http://schemas.microsoft.com/office/drawing/2014/main" id="{B5CBCFD5-6013-2015-372B-1D4537A90144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3E4E47FB-0538-92EE-FE5A-631D8FE881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65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69758333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>
            <a:extLst>
              <a:ext uri="{FF2B5EF4-FFF2-40B4-BE49-F238E27FC236}">
                <a16:creationId xmlns:a16="http://schemas.microsoft.com/office/drawing/2014/main" id="{8EE7E716-27A5-4277-9D2A-1D18F6E7858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14313"/>
            <a:ext cx="6543675" cy="615950"/>
          </a:xfrm>
        </p:spPr>
        <p:txBody>
          <a:bodyPr anchor="t"/>
          <a:lstStyle/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HDL for Octal 2-to-1 </a:t>
            </a:r>
            <a:r>
              <a:rPr lang="en-US" altLang="zh-CN" dirty="0"/>
              <a:t>MUX</a:t>
            </a:r>
          </a:p>
        </p:txBody>
      </p:sp>
      <p:sp>
        <p:nvSpPr>
          <p:cNvPr id="517125" name="AutoShape 5">
            <a:extLst>
              <a:ext uri="{FF2B5EF4-FFF2-40B4-BE49-F238E27FC236}">
                <a16:creationId xmlns:a16="http://schemas.microsoft.com/office/drawing/2014/main" id="{D62888C3-97FE-4D6D-A360-F0E7C99F1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743450"/>
            <a:ext cx="5500688" cy="436563"/>
          </a:xfrm>
          <a:prstGeom prst="wedgeRoundRectCallout">
            <a:avLst>
              <a:gd name="adj1" fmla="val -28018"/>
              <a:gd name="adj2" fmla="val -329348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b="1" dirty="0"/>
              <a:t>condition 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  <a:r>
              <a:rPr lang="en-US" altLang="zh-CN" b="1" dirty="0" err="1"/>
              <a:t>true_expression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 err="1"/>
              <a:t>false_expression</a:t>
            </a:r>
            <a:endParaRPr lang="en-US" altLang="zh-CN" b="1" dirty="0"/>
          </a:p>
          <a:p>
            <a:pPr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sp>
        <p:nvSpPr>
          <p:cNvPr id="57353" name="Rectangle 3">
            <a:extLst>
              <a:ext uri="{FF2B5EF4-FFF2-40B4-BE49-F238E27FC236}">
                <a16:creationId xmlns:a16="http://schemas.microsoft.com/office/drawing/2014/main" id="{AB370302-E786-443B-8447-0D5DBF7DA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8625" y="1371600"/>
            <a:ext cx="7715250" cy="2643188"/>
          </a:xfrm>
          <a:ln>
            <a:solidFill>
              <a:schemeClr val="tx1"/>
            </a:solidFill>
          </a:ln>
        </p:spPr>
        <p:txBody>
          <a:bodyPr tIns="137160" rIns="0"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pitchFamily="2" charset="-122"/>
              </a:rPr>
              <a:t>module</a:t>
            </a:r>
            <a:r>
              <a:rPr lang="en-US" altLang="zh-CN" sz="24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Mux8 (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b="1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b="1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                               )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b="1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pitchFamily="2" charset="-122"/>
              </a:rPr>
              <a:t>endmodule</a:t>
            </a:r>
            <a:endParaRPr lang="en-US" altLang="zh-CN" sz="2400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508597-8C08-4A7E-80D5-2C011236F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1443038"/>
            <a:ext cx="51435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output</a:t>
            </a: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[7:0] bus1,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</a:t>
            </a: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sel,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</a:t>
            </a: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[7:0] data1, data0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9FC0F8-4972-4EA8-A311-03EFAACE7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124200"/>
            <a:ext cx="6929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assign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           ;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686726-5CCC-4697-85AC-00D4E4BEE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3157538"/>
            <a:ext cx="4978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bus1 = sel ? data1 : data0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95241" name="日期占位符 2">
            <a:extLst>
              <a:ext uri="{FF2B5EF4-FFF2-40B4-BE49-F238E27FC236}">
                <a16:creationId xmlns:a16="http://schemas.microsoft.com/office/drawing/2014/main" id="{BEAF941F-CFD5-407C-B365-E0A4A60E418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4CFF673B-C477-41CB-AB7B-9055C5AF4862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grpSp>
        <p:nvGrpSpPr>
          <p:cNvPr id="2" name="组合 42">
            <a:extLst>
              <a:ext uri="{FF2B5EF4-FFF2-40B4-BE49-F238E27FC236}">
                <a16:creationId xmlns:a16="http://schemas.microsoft.com/office/drawing/2014/main" id="{BB574D98-3DE1-4FD8-B104-D0B6B861F65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349750"/>
            <a:ext cx="2679700" cy="1284288"/>
            <a:chOff x="785786" y="4764297"/>
            <a:chExt cx="2678864" cy="1284141"/>
          </a:xfrm>
        </p:grpSpPr>
        <p:grpSp>
          <p:nvGrpSpPr>
            <p:cNvPr id="95245" name="组合 49">
              <a:extLst>
                <a:ext uri="{FF2B5EF4-FFF2-40B4-BE49-F238E27FC236}">
                  <a16:creationId xmlns:a16="http://schemas.microsoft.com/office/drawing/2014/main" id="{2CFBA242-EEF3-4866-AB65-E2F0DAD90C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786" y="4889694"/>
              <a:ext cx="2678864" cy="1158744"/>
              <a:chOff x="969963" y="2484515"/>
              <a:chExt cx="2069504" cy="1075678"/>
            </a:xfrm>
          </p:grpSpPr>
          <p:sp>
            <p:nvSpPr>
              <p:cNvPr id="24" name="梯形 23">
                <a:extLst>
                  <a:ext uri="{FF2B5EF4-FFF2-40B4-BE49-F238E27FC236}">
                    <a16:creationId xmlns:a16="http://schemas.microsoft.com/office/drawing/2014/main" id="{2361F1C9-F125-4EBC-8FA8-6D40F9B9EE11}"/>
                  </a:ext>
                </a:extLst>
              </p:cNvPr>
              <p:cNvSpPr/>
              <p:nvPr/>
            </p:nvSpPr>
            <p:spPr>
              <a:xfrm rot="5400000">
                <a:off x="1668345" y="2687252"/>
                <a:ext cx="720555" cy="315084"/>
              </a:xfrm>
              <a:prstGeom prst="trapezoid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E471AD79-79AD-47D7-A9CF-244BBA58BB83}"/>
                  </a:ext>
                </a:extLst>
              </p:cNvPr>
              <p:cNvCxnSpPr/>
              <p:nvPr/>
            </p:nvCxnSpPr>
            <p:spPr>
              <a:xfrm>
                <a:off x="2186164" y="2844058"/>
                <a:ext cx="361673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4D72765-7122-4B81-AE84-1CE8424486D7}"/>
                  </a:ext>
                </a:extLst>
              </p:cNvPr>
              <p:cNvCxnSpPr/>
              <p:nvPr/>
            </p:nvCxnSpPr>
            <p:spPr>
              <a:xfrm>
                <a:off x="1510634" y="2664287"/>
                <a:ext cx="360447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93637B34-DD01-4541-A3C8-09787E3E721F}"/>
                  </a:ext>
                </a:extLst>
              </p:cNvPr>
              <p:cNvCxnSpPr/>
              <p:nvPr/>
            </p:nvCxnSpPr>
            <p:spPr>
              <a:xfrm>
                <a:off x="1510634" y="3069507"/>
                <a:ext cx="360447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256" name="TextBox 17">
                <a:extLst>
                  <a:ext uri="{FF2B5EF4-FFF2-40B4-BE49-F238E27FC236}">
                    <a16:creationId xmlns:a16="http://schemas.microsoft.com/office/drawing/2014/main" id="{39B679F4-FC25-41B0-B27C-12DA4BE4DB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695" y="2618910"/>
                <a:ext cx="180020" cy="229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lnSpc>
                    <a:spcPts val="1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zh-CN" altLang="en-US" sz="1400" b="1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257" name="TextBox 18">
                <a:extLst>
                  <a:ext uri="{FF2B5EF4-FFF2-40B4-BE49-F238E27FC236}">
                    <a16:creationId xmlns:a16="http://schemas.microsoft.com/office/drawing/2014/main" id="{50066F0C-9B2E-4FF0-9C10-750EA413F4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695" y="2962883"/>
                <a:ext cx="180020" cy="229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lnSpc>
                    <a:spcPts val="1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zh-CN" altLang="en-US" sz="1400" b="1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258" name="TextBox 19">
                <a:extLst>
                  <a:ext uri="{FF2B5EF4-FFF2-40B4-BE49-F238E27FC236}">
                    <a16:creationId xmlns:a16="http://schemas.microsoft.com/office/drawing/2014/main" id="{DC025948-60BD-4424-B79D-98E9C55449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7773" y="2720138"/>
                <a:ext cx="511694" cy="314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rgbClr val="0070C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bus1</a:t>
                </a:r>
                <a:endParaRPr lang="zh-CN" altLang="en-US" sz="1600" b="1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259" name="TextBox 20">
                <a:extLst>
                  <a:ext uri="{FF2B5EF4-FFF2-40B4-BE49-F238E27FC236}">
                    <a16:creationId xmlns:a16="http://schemas.microsoft.com/office/drawing/2014/main" id="{E67B0334-2E60-4BAC-8A8E-868DCDE859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9963" y="2870071"/>
                <a:ext cx="551880" cy="314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rgbClr val="0070C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data</a:t>
                </a:r>
                <a:r>
                  <a:rPr lang="en-US" altLang="zh-CN" sz="1600" b="1" baseline="-25000">
                    <a:solidFill>
                      <a:srgbClr val="0070C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zh-CN" altLang="en-US" sz="1600" b="1" baseline="-2500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260" name="TextBox 21">
                <a:extLst>
                  <a:ext uri="{FF2B5EF4-FFF2-40B4-BE49-F238E27FC236}">
                    <a16:creationId xmlns:a16="http://schemas.microsoft.com/office/drawing/2014/main" id="{2ECCBBFA-2E9F-42EF-BA5D-DFCBF9DFC0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9963" y="2500740"/>
                <a:ext cx="526554" cy="314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rgbClr val="0070C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data</a:t>
                </a:r>
                <a:r>
                  <a:rPr lang="en-US" altLang="zh-CN" sz="1600" b="1" baseline="-25000">
                    <a:solidFill>
                      <a:srgbClr val="0070C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zh-CN" altLang="en-US" sz="1600" b="1" baseline="-2500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261" name="TextBox 22">
                <a:extLst>
                  <a:ext uri="{FF2B5EF4-FFF2-40B4-BE49-F238E27FC236}">
                    <a16:creationId xmlns:a16="http://schemas.microsoft.com/office/drawing/2014/main" id="{C14EDD14-C8F2-4405-82A8-82904839C2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363" y="3274479"/>
                <a:ext cx="334607" cy="2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Arial" panose="020B0604020202020204" pitchFamily="34" charset="0"/>
                    <a:ea typeface="宋体" panose="02010600030101010101" pitchFamily="2" charset="-122"/>
                  </a:rPr>
                  <a:t>sel</a:t>
                </a:r>
                <a:endParaRPr lang="zh-CN" altLang="en-US" sz="1400" b="1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891A18F-E89A-41CE-862E-888EC8A4B78C}"/>
                  </a:ext>
                </a:extLst>
              </p:cNvPr>
              <p:cNvCxnSpPr>
                <a:stCxn id="24" idx="3"/>
              </p:cNvCxnSpPr>
              <p:nvPr/>
            </p:nvCxnSpPr>
            <p:spPr>
              <a:xfrm flipH="1">
                <a:off x="2018201" y="3163813"/>
                <a:ext cx="11034" cy="36543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7886E78-8386-4514-861B-1AF1D341A88E}"/>
                </a:ext>
              </a:extLst>
            </p:cNvPr>
            <p:cNvCxnSpPr/>
            <p:nvPr/>
          </p:nvCxnSpPr>
          <p:spPr>
            <a:xfrm rot="5400000">
              <a:off x="1607047" y="5036530"/>
              <a:ext cx="142859" cy="71416"/>
            </a:xfrm>
            <a:prstGeom prst="line">
              <a:avLst/>
            </a:prstGeom>
            <a:ln w="19050">
              <a:solidFill>
                <a:schemeClr val="tx1">
                  <a:alpha val="9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247" name="TextBox 37">
              <a:extLst>
                <a:ext uri="{FF2B5EF4-FFF2-40B4-BE49-F238E27FC236}">
                  <a16:creationId xmlns:a16="http://schemas.microsoft.com/office/drawing/2014/main" id="{02725DE5-C84B-4BD7-941E-2BAA4D01A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4742" y="4764297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16E5725-9119-4134-92C3-1B5C6D864D94}"/>
                </a:ext>
              </a:extLst>
            </p:cNvPr>
            <p:cNvCxnSpPr/>
            <p:nvPr/>
          </p:nvCxnSpPr>
          <p:spPr>
            <a:xfrm rot="5400000">
              <a:off x="1607047" y="5487328"/>
              <a:ext cx="142859" cy="71416"/>
            </a:xfrm>
            <a:prstGeom prst="line">
              <a:avLst/>
            </a:prstGeom>
            <a:ln w="19050">
              <a:solidFill>
                <a:schemeClr val="tx1">
                  <a:alpha val="9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249" name="TextBox 39">
              <a:extLst>
                <a:ext uri="{FF2B5EF4-FFF2-40B4-BE49-F238E27FC236}">
                  <a16:creationId xmlns:a16="http://schemas.microsoft.com/office/drawing/2014/main" id="{72A2A427-01AF-4AE3-BF57-8ED54AAFB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4742" y="5214950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9A7FA14-EE1F-4B8F-942D-E73712A9B3D6}"/>
                </a:ext>
              </a:extLst>
            </p:cNvPr>
            <p:cNvCxnSpPr/>
            <p:nvPr/>
          </p:nvCxnSpPr>
          <p:spPr>
            <a:xfrm rot="5400000">
              <a:off x="2537031" y="5250817"/>
              <a:ext cx="142859" cy="71416"/>
            </a:xfrm>
            <a:prstGeom prst="line">
              <a:avLst/>
            </a:prstGeom>
            <a:ln w="19050">
              <a:solidFill>
                <a:schemeClr val="tx1">
                  <a:alpha val="9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251" name="TextBox 41">
              <a:extLst>
                <a:ext uri="{FF2B5EF4-FFF2-40B4-BE49-F238E27FC236}">
                  <a16:creationId xmlns:a16="http://schemas.microsoft.com/office/drawing/2014/main" id="{B1EFBDF7-859F-44C1-BF39-8BF5CD4E6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3436" y="4978611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6B53BE4D-6D3B-421B-8B09-83C518FB2940}"/>
              </a:ext>
            </a:extLst>
          </p:cNvPr>
          <p:cNvSpPr/>
          <p:nvPr/>
        </p:nvSpPr>
        <p:spPr>
          <a:xfrm>
            <a:off x="4500563" y="3159125"/>
            <a:ext cx="287337" cy="431800"/>
          </a:xfrm>
          <a:prstGeom prst="round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0A47A7FD-792F-4C73-892E-3B746AB7DD9C}"/>
              </a:ext>
            </a:extLst>
          </p:cNvPr>
          <p:cNvSpPr/>
          <p:nvPr/>
        </p:nvSpPr>
        <p:spPr>
          <a:xfrm>
            <a:off x="5940425" y="3159125"/>
            <a:ext cx="287338" cy="431800"/>
          </a:xfrm>
          <a:prstGeom prst="round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FD03961-664E-2A6D-C076-7CEA978B5A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66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200033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>
            <a:extLst>
              <a:ext uri="{FF2B5EF4-FFF2-40B4-BE49-F238E27FC236}">
                <a16:creationId xmlns:a16="http://schemas.microsoft.com/office/drawing/2014/main" id="{2D338CEC-0D04-4B37-B792-3E3E411F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188913"/>
            <a:ext cx="6543675" cy="615950"/>
          </a:xfrm>
        </p:spPr>
        <p:txBody>
          <a:bodyPr/>
          <a:lstStyle/>
          <a:p>
            <a:r>
              <a:rPr lang="en-US" altLang="zh-CN" dirty="0"/>
              <a:t>HDL for 3-to-1 MUX</a:t>
            </a:r>
            <a:endParaRPr lang="zh-CN" altLang="en-US" dirty="0"/>
          </a:p>
        </p:txBody>
      </p:sp>
      <p:sp>
        <p:nvSpPr>
          <p:cNvPr id="96259" name="日期占位符 2">
            <a:extLst>
              <a:ext uri="{FF2B5EF4-FFF2-40B4-BE49-F238E27FC236}">
                <a16:creationId xmlns:a16="http://schemas.microsoft.com/office/drawing/2014/main" id="{6D1C8651-E976-4C76-AE1B-FDFE4153F3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7185DCFF-1C2F-4C89-8F76-8B999707F241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06" name="爆炸形 2 105">
            <a:extLst>
              <a:ext uri="{FF2B5EF4-FFF2-40B4-BE49-F238E27FC236}">
                <a16:creationId xmlns:a16="http://schemas.microsoft.com/office/drawing/2014/main" id="{A38C5DAD-3CF7-47B4-8A84-530835066865}"/>
              </a:ext>
            </a:extLst>
          </p:cNvPr>
          <p:cNvSpPr/>
          <p:nvPr/>
        </p:nvSpPr>
        <p:spPr>
          <a:xfrm>
            <a:off x="3059113" y="4724400"/>
            <a:ext cx="2089150" cy="1368425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HARDWARE!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C92E2138-E257-4D9A-B2FA-D5A094FC8A81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891088"/>
            <a:ext cx="1960562" cy="1274762"/>
            <a:chOff x="2361" y="3235"/>
            <a:chExt cx="1267" cy="1069"/>
          </a:xfrm>
        </p:grpSpPr>
        <p:sp>
          <p:nvSpPr>
            <p:cNvPr id="96309" name="AutoShape 7">
              <a:extLst>
                <a:ext uri="{FF2B5EF4-FFF2-40B4-BE49-F238E27FC236}">
                  <a16:creationId xmlns:a16="http://schemas.microsoft.com/office/drawing/2014/main" id="{466EE89C-74AE-4D57-80B9-58054D2020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2791" y="3530"/>
              <a:ext cx="674" cy="2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87 w 21600"/>
                <a:gd name="T13" fmla="*/ 4461 h 21600"/>
                <a:gd name="T14" fmla="*/ 17113 w 21600"/>
                <a:gd name="T15" fmla="*/ 1713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1" y="21600"/>
                  </a:lnTo>
                  <a:lnTo>
                    <a:pt x="1620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10" name="Line 8">
              <a:extLst>
                <a:ext uri="{FF2B5EF4-FFF2-40B4-BE49-F238E27FC236}">
                  <a16:creationId xmlns:a16="http://schemas.microsoft.com/office/drawing/2014/main" id="{FE4FF0AD-54D5-47B9-8625-F74570F72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7" y="3413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11" name="Line 10">
              <a:extLst>
                <a:ext uri="{FF2B5EF4-FFF2-40B4-BE49-F238E27FC236}">
                  <a16:creationId xmlns:a16="http://schemas.microsoft.com/office/drawing/2014/main" id="{A9D3F479-2343-4E88-A65D-4BCA9DBBAC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4" y="365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12" name="Line 11">
              <a:extLst>
                <a:ext uri="{FF2B5EF4-FFF2-40B4-BE49-F238E27FC236}">
                  <a16:creationId xmlns:a16="http://schemas.microsoft.com/office/drawing/2014/main" id="{0D30081F-5863-41C3-B138-AFDA90F1F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3919"/>
              <a:ext cx="0" cy="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13" name="Line 12">
              <a:extLst>
                <a:ext uri="{FF2B5EF4-FFF2-40B4-BE49-F238E27FC236}">
                  <a16:creationId xmlns:a16="http://schemas.microsoft.com/office/drawing/2014/main" id="{03395D37-D152-4091-8F8B-9122AFEA63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7" y="4067"/>
              <a:ext cx="4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14" name="Rectangle 13">
              <a:extLst>
                <a:ext uri="{FF2B5EF4-FFF2-40B4-BE49-F238E27FC236}">
                  <a16:creationId xmlns:a16="http://schemas.microsoft.com/office/drawing/2014/main" id="{6C1DFA2A-A377-47C7-8F27-5B73CB925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0" y="3235"/>
              <a:ext cx="16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12" tIns="38100" rIns="74612" bIns="38100">
              <a:spAutoFit/>
            </a:bodyPr>
            <a:lstStyle>
              <a:lvl1pPr defTabSz="57308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573088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573088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573088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573088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6315" name="Rectangle 15">
              <a:extLst>
                <a:ext uri="{FF2B5EF4-FFF2-40B4-BE49-F238E27FC236}">
                  <a16:creationId xmlns:a16="http://schemas.microsoft.com/office/drawing/2014/main" id="{9EDE4223-70F4-4BC6-AFA2-C221F3535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1" y="3976"/>
              <a:ext cx="2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12" tIns="38100" rIns="74612" bIns="38100">
              <a:spAutoFit/>
            </a:bodyPr>
            <a:lstStyle>
              <a:lvl1pPr defTabSz="57308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573088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573088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573088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573088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sel</a:t>
              </a:r>
            </a:p>
          </p:txBody>
        </p:sp>
        <p:sp>
          <p:nvSpPr>
            <p:cNvPr id="96316" name="Line 16">
              <a:extLst>
                <a:ext uri="{FF2B5EF4-FFF2-40B4-BE49-F238E27FC236}">
                  <a16:creationId xmlns:a16="http://schemas.microsoft.com/office/drawing/2014/main" id="{822D16EA-1482-4199-9059-DE32E1B5C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22" y="3995"/>
              <a:ext cx="82" cy="1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17" name="Rectangle 17">
              <a:extLst>
                <a:ext uri="{FF2B5EF4-FFF2-40B4-BE49-F238E27FC236}">
                  <a16:creationId xmlns:a16="http://schemas.microsoft.com/office/drawing/2014/main" id="{E1242DE4-3B97-4F56-9F43-1F2003813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4085"/>
              <a:ext cx="242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46050" tIns="74612" rIns="146050" bIns="74612">
              <a:spAutoFit/>
            </a:bodyPr>
            <a:lstStyle>
              <a:lvl1pPr defTabSz="228917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2289175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2289175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228917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228917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22891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22891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22891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22891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6318" name="Line 18">
              <a:extLst>
                <a:ext uri="{FF2B5EF4-FFF2-40B4-BE49-F238E27FC236}">
                  <a16:creationId xmlns:a16="http://schemas.microsoft.com/office/drawing/2014/main" id="{6AF07C4A-5C0A-4260-B34F-66D615C744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7" y="3573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19" name="Line 19">
              <a:extLst>
                <a:ext uri="{FF2B5EF4-FFF2-40B4-BE49-F238E27FC236}">
                  <a16:creationId xmlns:a16="http://schemas.microsoft.com/office/drawing/2014/main" id="{84945BE3-9990-46AC-A46A-3B2CDD440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7" y="3734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20" name="Rectangle 20">
              <a:extLst>
                <a:ext uri="{FF2B5EF4-FFF2-40B4-BE49-F238E27FC236}">
                  <a16:creationId xmlns:a16="http://schemas.microsoft.com/office/drawing/2014/main" id="{FD5E68F2-4F05-4FAA-8FB7-D106D620A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3428"/>
              <a:ext cx="172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12" tIns="38100" rIns="74612" bIns="38100">
              <a:spAutoFit/>
            </a:bodyPr>
            <a:lstStyle>
              <a:lvl1pPr defTabSz="57308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573088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573088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573088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573088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96321" name="Rectangle 21">
              <a:extLst>
                <a:ext uri="{FF2B5EF4-FFF2-40B4-BE49-F238E27FC236}">
                  <a16:creationId xmlns:a16="http://schemas.microsoft.com/office/drawing/2014/main" id="{983BF62B-7697-4171-B0EB-76603D605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400"/>
              <a:ext cx="1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12" tIns="38100" rIns="74612" bIns="38100">
              <a:spAutoFit/>
            </a:bodyPr>
            <a:lstStyle>
              <a:lvl1pPr defTabSz="57308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573088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573088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573088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573088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573088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</a:p>
          </p:txBody>
        </p:sp>
      </p:grpSp>
      <p:sp>
        <p:nvSpPr>
          <p:cNvPr id="48" name="矩形 47">
            <a:extLst>
              <a:ext uri="{FF2B5EF4-FFF2-40B4-BE49-F238E27FC236}">
                <a16:creationId xmlns:a16="http://schemas.microsoft.com/office/drawing/2014/main" id="{714CA81C-2101-4AE2-8817-B10FA84851CC}"/>
              </a:ext>
            </a:extLst>
          </p:cNvPr>
          <p:cNvSpPr/>
          <p:nvPr/>
        </p:nvSpPr>
        <p:spPr>
          <a:xfrm>
            <a:off x="357188" y="1000125"/>
            <a:ext cx="3929062" cy="39084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module</a:t>
            </a:r>
            <a:r>
              <a:rPr lang="en-US" altLang="zh-CN" sz="1600" b="1" dirty="0">
                <a:latin typeface="Arial" charset="0"/>
              </a:rPr>
              <a:t> Mux31a</a:t>
            </a:r>
            <a:r>
              <a:rPr lang="zh-CN" altLang="en-US" sz="1600" b="1" dirty="0">
                <a:latin typeface="Arial" charset="0"/>
              </a:rPr>
              <a:t> </a:t>
            </a:r>
            <a:r>
              <a:rPr lang="en-US" altLang="zh-CN" sz="1600" b="1" dirty="0">
                <a:latin typeface="Arial" charset="0"/>
              </a:rPr>
              <a:t>(  q,  a , b, c, </a:t>
            </a:r>
            <a:r>
              <a:rPr lang="en-US" altLang="zh-CN" sz="1600" b="1" dirty="0" err="1">
                <a:latin typeface="Arial" charset="0"/>
              </a:rPr>
              <a:t>sel</a:t>
            </a:r>
            <a:r>
              <a:rPr lang="en-US" altLang="zh-CN" sz="1600" b="1" dirty="0">
                <a:latin typeface="Arial" charset="0"/>
              </a:rPr>
              <a:t>  ) ;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	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00B050"/>
              </a:solidFill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00B050"/>
              </a:solidFill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                                                                                       </a:t>
            </a: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      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</a:rPr>
              <a:t> </a:t>
            </a: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chemeClr val="accent2">
                  <a:lumMod val="75000"/>
                </a:schemeClr>
              </a:solidFill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	    </a:t>
            </a: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2400" b="1" dirty="0">
                <a:latin typeface="Arial" charset="0"/>
              </a:rPr>
              <a:t>	</a:t>
            </a:r>
            <a:r>
              <a:rPr lang="en-US" altLang="zh-CN" sz="1600" b="1" dirty="0">
                <a:latin typeface="Arial" charset="0"/>
              </a:rPr>
              <a:t> 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chemeClr val="accent2">
                  <a:lumMod val="75000"/>
                </a:schemeClr>
              </a:solidFill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endmodule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F43153B-F5F5-41BC-9925-CFEFD2AD5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268413"/>
            <a:ext cx="28575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                q;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</a:t>
            </a: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sz="1400" b="1">
                <a:latin typeface="Arial" panose="020B0604020202020204" pitchFamily="34" charset="0"/>
                <a:ea typeface="宋体" panose="02010600030101010101" pitchFamily="2" charset="-122"/>
              </a:rPr>
              <a:t>            </a:t>
            </a: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a, b, c;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  </a:t>
            </a: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   [ 1:0 ]    sel;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0634A02-472D-452A-8880-134D257F36A6}"/>
              </a:ext>
            </a:extLst>
          </p:cNvPr>
          <p:cNvSpPr/>
          <p:nvPr/>
        </p:nvSpPr>
        <p:spPr>
          <a:xfrm>
            <a:off x="547688" y="2292350"/>
            <a:ext cx="2166937" cy="2289175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Arial" charset="0"/>
              </a:rPr>
              <a:t>always </a:t>
            </a:r>
            <a:r>
              <a:rPr lang="en-US" altLang="zh-CN" sz="1400" b="1" dirty="0">
                <a:solidFill>
                  <a:srgbClr val="00B050"/>
                </a:solidFill>
                <a:latin typeface="Arial" charset="0"/>
              </a:rPr>
              <a:t> </a:t>
            </a:r>
            <a:r>
              <a:rPr lang="en-US" altLang="zh-CN" sz="1400" b="1" dirty="0">
                <a:latin typeface="Arial" charset="0"/>
              </a:rPr>
              <a:t>@ ( * )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  begin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  end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C8A3804-D03B-4755-9ACC-583561676CD9}"/>
              </a:ext>
            </a:extLst>
          </p:cNvPr>
          <p:cNvSpPr/>
          <p:nvPr/>
        </p:nvSpPr>
        <p:spPr>
          <a:xfrm>
            <a:off x="979488" y="2792413"/>
            <a:ext cx="1857375" cy="15001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363538" algn="l"/>
              </a:tabLst>
              <a:defRPr/>
            </a:pPr>
            <a:r>
              <a:rPr lang="en-US" altLang="zh-CN" sz="1200" b="1" dirty="0">
                <a:solidFill>
                  <a:srgbClr val="003399"/>
                </a:solidFill>
                <a:latin typeface="Arial" charset="0"/>
              </a:rPr>
              <a:t>case</a:t>
            </a:r>
            <a:r>
              <a:rPr lang="en-US" altLang="zh-CN" sz="1200" b="1" dirty="0">
                <a:solidFill>
                  <a:prstClr val="black"/>
                </a:solidFill>
                <a:latin typeface="Arial" charset="0"/>
              </a:rPr>
              <a:t> </a:t>
            </a:r>
            <a:r>
              <a:rPr lang="en-US" altLang="zh-CN" sz="1200" b="1" dirty="0">
                <a:latin typeface="Arial" charset="0"/>
              </a:rPr>
              <a:t>( </a:t>
            </a:r>
            <a:r>
              <a:rPr lang="en-US" altLang="zh-CN" sz="1200" b="1" dirty="0" err="1">
                <a:latin typeface="Arial" charset="0"/>
              </a:rPr>
              <a:t>sel</a:t>
            </a:r>
            <a:r>
              <a:rPr lang="en-US" altLang="zh-CN" sz="1200" b="1" dirty="0">
                <a:latin typeface="Arial" charset="0"/>
              </a:rPr>
              <a:t> )</a:t>
            </a:r>
            <a:endParaRPr lang="en-US" altLang="zh-CN" sz="1200" b="1" dirty="0">
              <a:solidFill>
                <a:prstClr val="black"/>
              </a:solidFill>
              <a:latin typeface="Arial" charset="0"/>
            </a:endParaRPr>
          </a:p>
          <a:p>
            <a:pPr>
              <a:tabLst>
                <a:tab pos="363538" algn="l"/>
                <a:tab pos="539750" algn="l"/>
              </a:tabLst>
              <a:defRPr/>
            </a:pPr>
            <a:r>
              <a:rPr lang="en-US" altLang="zh-CN" sz="1050" b="1" dirty="0">
                <a:solidFill>
                  <a:prstClr val="black"/>
                </a:solidFill>
                <a:latin typeface="Arial" charset="0"/>
              </a:rPr>
              <a:t>   </a:t>
            </a:r>
            <a:endParaRPr lang="en-US" altLang="zh-CN" sz="900" b="1" dirty="0">
              <a:solidFill>
                <a:prstClr val="black"/>
              </a:solidFill>
              <a:latin typeface="Arial" charset="0"/>
            </a:endParaRPr>
          </a:p>
          <a:p>
            <a:pPr>
              <a:tabLst>
                <a:tab pos="363538" algn="l"/>
                <a:tab pos="539750" algn="l"/>
              </a:tabLst>
              <a:defRPr/>
            </a:pPr>
            <a:r>
              <a:rPr lang="en-US" altLang="zh-CN" sz="900" b="1" dirty="0">
                <a:solidFill>
                  <a:prstClr val="black"/>
                </a:solidFill>
                <a:latin typeface="Arial" charset="0"/>
              </a:rPr>
              <a:t>	</a:t>
            </a:r>
          </a:p>
          <a:p>
            <a:pPr>
              <a:tabLst>
                <a:tab pos="363538" algn="l"/>
                <a:tab pos="539750" algn="l"/>
              </a:tabLst>
              <a:defRPr/>
            </a:pPr>
            <a:endParaRPr lang="en-US" altLang="zh-CN" sz="900" b="1" dirty="0">
              <a:solidFill>
                <a:srgbClr val="003399"/>
              </a:solidFill>
              <a:latin typeface="Arial" charset="0"/>
            </a:endParaRPr>
          </a:p>
          <a:p>
            <a:pPr>
              <a:tabLst>
                <a:tab pos="363538" algn="l"/>
                <a:tab pos="539750" algn="l"/>
              </a:tabLst>
              <a:defRPr/>
            </a:pPr>
            <a:endParaRPr lang="en-US" altLang="zh-CN" sz="900" b="1" dirty="0">
              <a:solidFill>
                <a:srgbClr val="003399"/>
              </a:solidFill>
              <a:latin typeface="Arial" charset="0"/>
            </a:endParaRPr>
          </a:p>
          <a:p>
            <a:pPr>
              <a:tabLst>
                <a:tab pos="363538" algn="l"/>
                <a:tab pos="539750" algn="l"/>
              </a:tabLst>
              <a:defRPr/>
            </a:pPr>
            <a:endParaRPr lang="en-US" altLang="zh-CN" sz="900" b="1" dirty="0">
              <a:solidFill>
                <a:srgbClr val="003399"/>
              </a:solidFill>
              <a:latin typeface="Arial" charset="0"/>
            </a:endParaRPr>
          </a:p>
          <a:p>
            <a:pPr>
              <a:tabLst>
                <a:tab pos="363538" algn="l"/>
                <a:tab pos="539750" algn="l"/>
              </a:tabLst>
              <a:defRPr/>
            </a:pPr>
            <a:endParaRPr lang="en-US" altLang="zh-CN" sz="900" b="1" dirty="0">
              <a:solidFill>
                <a:srgbClr val="003399"/>
              </a:solidFill>
              <a:latin typeface="Arial" charset="0"/>
            </a:endParaRPr>
          </a:p>
          <a:p>
            <a:pPr>
              <a:tabLst>
                <a:tab pos="363538" algn="l"/>
                <a:tab pos="539750" algn="l"/>
              </a:tabLst>
              <a:defRPr/>
            </a:pPr>
            <a:endParaRPr lang="en-US" altLang="zh-CN" sz="1200" b="1" dirty="0">
              <a:solidFill>
                <a:srgbClr val="003399"/>
              </a:solidFill>
              <a:latin typeface="Arial" charset="0"/>
            </a:endParaRPr>
          </a:p>
          <a:p>
            <a:pPr>
              <a:tabLst>
                <a:tab pos="363538" algn="l"/>
                <a:tab pos="539750" algn="l"/>
              </a:tabLst>
              <a:defRPr/>
            </a:pPr>
            <a:r>
              <a:rPr lang="en-US" altLang="zh-CN" sz="1200" b="1" dirty="0" err="1">
                <a:solidFill>
                  <a:srgbClr val="003399"/>
                </a:solidFill>
                <a:latin typeface="Arial" charset="0"/>
              </a:rPr>
              <a:t>endcase</a:t>
            </a:r>
            <a:endParaRPr lang="en-US" altLang="zh-CN" sz="1200" b="1" dirty="0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4F72B8E-B85D-4063-89CE-89C2DCA8E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138" y="3076575"/>
            <a:ext cx="1471612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  <a:tab pos="539750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  <a:tab pos="539750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  <a:tab pos="539750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  <a:tab pos="539750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  <a:tab pos="539750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  <a:tab pos="539750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  <a:tab pos="539750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  <a:tab pos="539750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  <a:tab pos="539750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1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0:             </a:t>
            </a:r>
            <a:r>
              <a:rPr lang="en-US" altLang="zh-CN" sz="11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   =   a</a:t>
            </a:r>
            <a:r>
              <a:rPr lang="en-US" altLang="zh-CN" sz="11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1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1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1:             </a:t>
            </a:r>
            <a:r>
              <a:rPr lang="en-US" altLang="zh-CN" sz="11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   =   b;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1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2:             </a:t>
            </a:r>
            <a:r>
              <a:rPr lang="en-US" altLang="zh-CN" sz="11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   =   c;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1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default: </a:t>
            </a:r>
            <a:r>
              <a:rPr lang="en-US" altLang="zh-CN" sz="11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q   =   a;</a:t>
            </a:r>
            <a:endParaRPr lang="zh-CN" altLang="en-US" sz="11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E348D3F-25FB-4775-B9D1-E4B3113F41E1}"/>
              </a:ext>
            </a:extLst>
          </p:cNvPr>
          <p:cNvSpPr/>
          <p:nvPr/>
        </p:nvSpPr>
        <p:spPr>
          <a:xfrm>
            <a:off x="5078413" y="1000125"/>
            <a:ext cx="3779837" cy="36623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module</a:t>
            </a:r>
            <a:r>
              <a:rPr lang="en-US" altLang="zh-CN" sz="1600" b="1" dirty="0">
                <a:latin typeface="Arial" charset="0"/>
              </a:rPr>
              <a:t> Mux31b</a:t>
            </a:r>
            <a:r>
              <a:rPr lang="zh-CN" altLang="en-US" sz="1600" b="1" dirty="0">
                <a:latin typeface="Arial" charset="0"/>
              </a:rPr>
              <a:t> </a:t>
            </a:r>
            <a:r>
              <a:rPr lang="en-US" altLang="zh-CN" sz="1600" b="1" dirty="0">
                <a:latin typeface="Arial" charset="0"/>
              </a:rPr>
              <a:t>(  q,  a , b, c, </a:t>
            </a:r>
            <a:r>
              <a:rPr lang="en-US" altLang="zh-CN" sz="1600" b="1" dirty="0" err="1">
                <a:latin typeface="Arial" charset="0"/>
              </a:rPr>
              <a:t>sel</a:t>
            </a:r>
            <a:r>
              <a:rPr lang="en-US" altLang="zh-CN" sz="1600" b="1" dirty="0">
                <a:latin typeface="Arial" charset="0"/>
              </a:rPr>
              <a:t>  ) ;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	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00B050"/>
              </a:solidFill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00B050"/>
              </a:solidFill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                                                                                       </a:t>
            </a: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      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</a:rPr>
              <a:t> </a:t>
            </a: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	    </a:t>
            </a: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2400" b="1" dirty="0">
                <a:latin typeface="Arial" charset="0"/>
              </a:rPr>
              <a:t>	</a:t>
            </a:r>
            <a:r>
              <a:rPr lang="en-US" altLang="zh-CN" sz="1600" b="1" dirty="0">
                <a:latin typeface="Arial" charset="0"/>
              </a:rPr>
              <a:t> 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chemeClr val="accent2">
                  <a:lumMod val="75000"/>
                </a:schemeClr>
              </a:solidFill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endmodule</a:t>
            </a:r>
            <a:endParaRPr lang="zh-CN" altLang="en-US" sz="1600" b="1" dirty="0" err="1">
              <a:solidFill>
                <a:schemeClr val="accent2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0995233-3619-45BE-B8BC-F4B8497B9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1311275"/>
            <a:ext cx="28844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               q;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                  a, b, c;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 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[ 1:0 ]       sel;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F1DE9AF-0D6C-4914-A6AA-E27FD4EF805C}"/>
              </a:ext>
            </a:extLst>
          </p:cNvPr>
          <p:cNvSpPr/>
          <p:nvPr/>
        </p:nvSpPr>
        <p:spPr>
          <a:xfrm>
            <a:off x="5429250" y="2522538"/>
            <a:ext cx="2571750" cy="1770062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Arial" charset="0"/>
              </a:rPr>
              <a:t>always </a:t>
            </a:r>
            <a:r>
              <a:rPr lang="en-US" altLang="zh-CN" sz="1400" b="1" dirty="0">
                <a:solidFill>
                  <a:srgbClr val="00B050"/>
                </a:solidFill>
                <a:latin typeface="Arial" charset="0"/>
              </a:rPr>
              <a:t> </a:t>
            </a:r>
            <a:r>
              <a:rPr lang="en-US" altLang="zh-CN" sz="1400" b="1" dirty="0">
                <a:latin typeface="Arial" charset="0"/>
              </a:rPr>
              <a:t>@ ( * ) </a:t>
            </a:r>
          </a:p>
          <a:p>
            <a:pPr marL="342900" indent="-342900">
              <a:spcBef>
                <a:spcPts val="600"/>
              </a:spcBef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  begin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4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  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  end</a:t>
            </a: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52CFC2DB-D307-4A1D-8726-4EC2B78D3DC2}"/>
              </a:ext>
            </a:extLst>
          </p:cNvPr>
          <p:cNvGrpSpPr>
            <a:grpSpLocks/>
          </p:cNvGrpSpPr>
          <p:nvPr/>
        </p:nvGrpSpPr>
        <p:grpSpPr bwMode="auto">
          <a:xfrm>
            <a:off x="5351463" y="4643438"/>
            <a:ext cx="3506787" cy="1516062"/>
            <a:chOff x="2101" y="3158"/>
            <a:chExt cx="2410" cy="1165"/>
          </a:xfrm>
        </p:grpSpPr>
        <p:grpSp>
          <p:nvGrpSpPr>
            <p:cNvPr id="96285" name="Group 7">
              <a:extLst>
                <a:ext uri="{FF2B5EF4-FFF2-40B4-BE49-F238E27FC236}">
                  <a16:creationId xmlns:a16="http://schemas.microsoft.com/office/drawing/2014/main" id="{BB24FCA6-67F4-4F98-AB56-3D02D56CB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1" y="3158"/>
              <a:ext cx="1388" cy="953"/>
              <a:chOff x="2101" y="3158"/>
              <a:chExt cx="1388" cy="953"/>
            </a:xfrm>
          </p:grpSpPr>
          <p:sp>
            <p:nvSpPr>
              <p:cNvPr id="96300" name="AutoShape 8">
                <a:extLst>
                  <a:ext uri="{FF2B5EF4-FFF2-40B4-BE49-F238E27FC236}">
                    <a16:creationId xmlns:a16="http://schemas.microsoft.com/office/drawing/2014/main" id="{159BBD53-F84A-4D86-8142-61A917B75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2711" y="3369"/>
                <a:ext cx="666" cy="27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8 w 21600"/>
                  <a:gd name="T13" fmla="*/ 4526 h 21600"/>
                  <a:gd name="T14" fmla="*/ 17092 w 21600"/>
                  <a:gd name="T15" fmla="*/ 1707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391" y="21600"/>
                    </a:lnTo>
                    <a:lnTo>
                      <a:pt x="16209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01" name="Line 9">
                <a:extLst>
                  <a:ext uri="{FF2B5EF4-FFF2-40B4-BE49-F238E27FC236}">
                    <a16:creationId xmlns:a16="http://schemas.microsoft.com/office/drawing/2014/main" id="{592C6A4C-8770-4F2E-9CEB-300B089CD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01" y="3329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02" name="Line 10">
                <a:extLst>
                  <a:ext uri="{FF2B5EF4-FFF2-40B4-BE49-F238E27FC236}">
                    <a16:creationId xmlns:a16="http://schemas.microsoft.com/office/drawing/2014/main" id="{9B2DE722-D629-4266-8903-41E444D13B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01" y="3686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03" name="Line 11">
                <a:extLst>
                  <a:ext uri="{FF2B5EF4-FFF2-40B4-BE49-F238E27FC236}">
                    <a16:creationId xmlns:a16="http://schemas.microsoft.com/office/drawing/2014/main" id="{D9D59A94-09B3-4EF0-A6B1-D6EFBE2448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9" y="3776"/>
                <a:ext cx="0" cy="20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04" name="Line 12">
                <a:extLst>
                  <a:ext uri="{FF2B5EF4-FFF2-40B4-BE49-F238E27FC236}">
                    <a16:creationId xmlns:a16="http://schemas.microsoft.com/office/drawing/2014/main" id="{BFEC720B-CBC0-4330-8B15-18071C8EF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02" y="3977"/>
                <a:ext cx="4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05" name="Rectangle 13">
                <a:extLst>
                  <a:ext uri="{FF2B5EF4-FFF2-40B4-BE49-F238E27FC236}">
                    <a16:creationId xmlns:a16="http://schemas.microsoft.com/office/drawing/2014/main" id="{83113405-2A4C-4EE6-85AC-021D4A18C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4" y="3158"/>
                <a:ext cx="269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44462" tIns="71438" rIns="144462" bIns="71438">
                <a:spAutoFit/>
              </a:bodyPr>
              <a:lstStyle>
                <a:lvl1pPr defTabSz="22320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defTabSz="2232025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96306" name="Rectangle 14">
                <a:extLst>
                  <a:ext uri="{FF2B5EF4-FFF2-40B4-BE49-F238E27FC236}">
                    <a16:creationId xmlns:a16="http://schemas.microsoft.com/office/drawing/2014/main" id="{13D84470-EBDB-46DB-8F3D-1436FAAA2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4" y="3498"/>
                <a:ext cx="269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44462" tIns="71438" rIns="144462" bIns="71438">
                <a:spAutoFit/>
              </a:bodyPr>
              <a:lstStyle>
                <a:lvl1pPr defTabSz="22320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defTabSz="2232025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96307" name="Rectangle 15">
                <a:extLst>
                  <a:ext uri="{FF2B5EF4-FFF2-40B4-BE49-F238E27FC236}">
                    <a16:creationId xmlns:a16="http://schemas.microsoft.com/office/drawing/2014/main" id="{EAF54FD6-DC5A-4DF7-A3BB-F5649A2CC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" y="3835"/>
                <a:ext cx="495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44462" tIns="71438" rIns="144462" bIns="71438">
                <a:spAutoFit/>
              </a:bodyPr>
              <a:lstStyle>
                <a:lvl1pPr defTabSz="22320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defTabSz="2232025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 defTabSz="2232025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defTabSz="223202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sel[1]</a:t>
                </a:r>
              </a:p>
            </p:txBody>
          </p:sp>
          <p:sp>
            <p:nvSpPr>
              <p:cNvPr id="96308" name="Line 16">
                <a:extLst>
                  <a:ext uri="{FF2B5EF4-FFF2-40B4-BE49-F238E27FC236}">
                    <a16:creationId xmlns:a16="http://schemas.microsoft.com/office/drawing/2014/main" id="{63E82404-FB8E-421D-BB0E-9C43B37C9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3" y="3517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6286" name="AutoShape 17">
              <a:extLst>
                <a:ext uri="{FF2B5EF4-FFF2-40B4-BE49-F238E27FC236}">
                  <a16:creationId xmlns:a16="http://schemas.microsoft.com/office/drawing/2014/main" id="{31EAC0A2-0339-4133-B927-34E0C94F0B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3611" y="3557"/>
              <a:ext cx="666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8 w 21600"/>
                <a:gd name="T13" fmla="*/ 4526 h 21600"/>
                <a:gd name="T14" fmla="*/ 17092 w 21600"/>
                <a:gd name="T15" fmla="*/ 1707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1" y="21600"/>
                  </a:lnTo>
                  <a:lnTo>
                    <a:pt x="1620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87" name="Line 18">
              <a:extLst>
                <a:ext uri="{FF2B5EF4-FFF2-40B4-BE49-F238E27FC236}">
                  <a16:creationId xmlns:a16="http://schemas.microsoft.com/office/drawing/2014/main" id="{8B359E09-C5D4-47DD-8CBD-3F1BA9E9F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1" y="3517"/>
              <a:ext cx="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88" name="Line 19">
              <a:extLst>
                <a:ext uri="{FF2B5EF4-FFF2-40B4-BE49-F238E27FC236}">
                  <a16:creationId xmlns:a16="http://schemas.microsoft.com/office/drawing/2014/main" id="{E92F23D3-E111-4DD4-8DA5-20816FCDC5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1" y="3873"/>
              <a:ext cx="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89" name="Line 20">
              <a:extLst>
                <a:ext uri="{FF2B5EF4-FFF2-40B4-BE49-F238E27FC236}">
                  <a16:creationId xmlns:a16="http://schemas.microsoft.com/office/drawing/2014/main" id="{5A687B20-EAB8-4430-96D8-C1690BB05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963"/>
              <a:ext cx="0" cy="2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90" name="Line 21">
              <a:extLst>
                <a:ext uri="{FF2B5EF4-FFF2-40B4-BE49-F238E27FC236}">
                  <a16:creationId xmlns:a16="http://schemas.microsoft.com/office/drawing/2014/main" id="{94C8E5FA-6382-41D2-A39E-BA3BAA5129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2" y="4164"/>
              <a:ext cx="4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91" name="Rectangle 22">
              <a:extLst>
                <a:ext uri="{FF2B5EF4-FFF2-40B4-BE49-F238E27FC236}">
                  <a16:creationId xmlns:a16="http://schemas.microsoft.com/office/drawing/2014/main" id="{53A2A87D-767D-404A-B59E-0EB9A3CEF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1" y="3256"/>
              <a:ext cx="181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92" name="Rectangle 23">
              <a:extLst>
                <a:ext uri="{FF2B5EF4-FFF2-40B4-BE49-F238E27FC236}">
                  <a16:creationId xmlns:a16="http://schemas.microsoft.com/office/drawing/2014/main" id="{E9F4885E-1E32-4EA3-A817-04053BCF5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7" y="3639"/>
              <a:ext cx="28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44462" tIns="71438" rIns="144462" bIns="71438">
              <a:spAutoFit/>
            </a:bodyPr>
            <a:lstStyle>
              <a:lvl1pPr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22320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96293" name="Rectangle 24">
              <a:extLst>
                <a:ext uri="{FF2B5EF4-FFF2-40B4-BE49-F238E27FC236}">
                  <a16:creationId xmlns:a16="http://schemas.microsoft.com/office/drawing/2014/main" id="{675F9FA0-BEBA-461A-AF9B-14A1EA8E1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4047"/>
              <a:ext cx="63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4462" tIns="71438" rIns="144462" bIns="71438">
              <a:spAutoFit/>
            </a:bodyPr>
            <a:lstStyle>
              <a:lvl1pPr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22320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sel[0]</a:t>
              </a:r>
            </a:p>
          </p:txBody>
        </p:sp>
        <p:sp>
          <p:nvSpPr>
            <p:cNvPr id="96294" name="Line 25">
              <a:extLst>
                <a:ext uri="{FF2B5EF4-FFF2-40B4-BE49-F238E27FC236}">
                  <a16:creationId xmlns:a16="http://schemas.microsoft.com/office/drawing/2014/main" id="{07D2662D-76BE-4ADF-9827-A5EC42C6A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3" y="3704"/>
              <a:ext cx="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95" name="Rectangle 26">
              <a:extLst>
                <a:ext uri="{FF2B5EF4-FFF2-40B4-BE49-F238E27FC236}">
                  <a16:creationId xmlns:a16="http://schemas.microsoft.com/office/drawing/2014/main" id="{19216E57-88C0-4CCA-B5BD-9DE630D41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6" y="3438"/>
              <a:ext cx="27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44462" tIns="71438" rIns="144462" bIns="71438">
              <a:spAutoFit/>
            </a:bodyPr>
            <a:lstStyle>
              <a:lvl1pPr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22320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q</a:t>
              </a:r>
            </a:p>
          </p:txBody>
        </p:sp>
        <p:sp>
          <p:nvSpPr>
            <p:cNvPr id="96296" name="Rectangle 24">
              <a:extLst>
                <a:ext uri="{FF2B5EF4-FFF2-40B4-BE49-F238E27FC236}">
                  <a16:creationId xmlns:a16="http://schemas.microsoft.com/office/drawing/2014/main" id="{B19958F4-1270-4340-BCB6-BEEF09DBA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3213"/>
              <a:ext cx="19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4462" tIns="71438" rIns="144462" bIns="71438">
              <a:spAutoFit/>
            </a:bodyPr>
            <a:lstStyle>
              <a:lvl1pPr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22320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6297" name="Rectangle 24">
              <a:extLst>
                <a:ext uri="{FF2B5EF4-FFF2-40B4-BE49-F238E27FC236}">
                  <a16:creationId xmlns:a16="http://schemas.microsoft.com/office/drawing/2014/main" id="{521F5DB1-BE44-47FA-85B2-A17DAD29E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3542"/>
              <a:ext cx="19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4462" tIns="71438" rIns="144462" bIns="71438">
              <a:spAutoFit/>
            </a:bodyPr>
            <a:lstStyle>
              <a:lvl1pPr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22320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6298" name="Rectangle 24">
              <a:extLst>
                <a:ext uri="{FF2B5EF4-FFF2-40B4-BE49-F238E27FC236}">
                  <a16:creationId xmlns:a16="http://schemas.microsoft.com/office/drawing/2014/main" id="{58D9746D-2433-4628-88D8-176C06301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1" y="3377"/>
              <a:ext cx="19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4462" tIns="71438" rIns="144462" bIns="71438">
              <a:spAutoFit/>
            </a:bodyPr>
            <a:lstStyle>
              <a:lvl1pPr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22320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6299" name="Rectangle 24">
              <a:extLst>
                <a:ext uri="{FF2B5EF4-FFF2-40B4-BE49-F238E27FC236}">
                  <a16:creationId xmlns:a16="http://schemas.microsoft.com/office/drawing/2014/main" id="{86F51CDC-B7EF-4433-99C4-04E1A1ACB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3707"/>
              <a:ext cx="19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4462" tIns="71438" rIns="144462" bIns="71438">
              <a:spAutoFit/>
            </a:bodyPr>
            <a:lstStyle>
              <a:lvl1pPr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2232025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22320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22320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22320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83" name="矩形 82">
            <a:extLst>
              <a:ext uri="{FF2B5EF4-FFF2-40B4-BE49-F238E27FC236}">
                <a16:creationId xmlns:a16="http://schemas.microsoft.com/office/drawing/2014/main" id="{2D776AF8-13F6-42EE-83C1-DE2AB4F3780E}"/>
              </a:ext>
            </a:extLst>
          </p:cNvPr>
          <p:cNvSpPr/>
          <p:nvPr/>
        </p:nvSpPr>
        <p:spPr>
          <a:xfrm>
            <a:off x="2752725" y="3429000"/>
            <a:ext cx="1171575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No priority</a:t>
            </a:r>
            <a:endParaRPr lang="zh-CN" altLang="en-US" b="1" dirty="0">
              <a:solidFill>
                <a:srgbClr val="7030A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ED80A7C-11C6-4162-AF35-48CFDB3871BB}"/>
              </a:ext>
            </a:extLst>
          </p:cNvPr>
          <p:cNvSpPr/>
          <p:nvPr/>
        </p:nvSpPr>
        <p:spPr>
          <a:xfrm>
            <a:off x="4164013" y="3644900"/>
            <a:ext cx="10699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Priority!</a:t>
            </a:r>
            <a:endParaRPr lang="zh-CN" altLang="en-US" b="1" dirty="0">
              <a:solidFill>
                <a:srgbClr val="7030A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DA5F1E0-1759-4CCB-942F-BD8DE0B683D9}"/>
              </a:ext>
            </a:extLst>
          </p:cNvPr>
          <p:cNvSpPr/>
          <p:nvPr/>
        </p:nvSpPr>
        <p:spPr>
          <a:xfrm>
            <a:off x="4140200" y="3644900"/>
            <a:ext cx="1079500" cy="360363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C542DE15-9B40-4420-875C-10D662D9AE50}"/>
              </a:ext>
            </a:extLst>
          </p:cNvPr>
          <p:cNvCxnSpPr/>
          <p:nvPr/>
        </p:nvCxnSpPr>
        <p:spPr>
          <a:xfrm>
            <a:off x="3995738" y="2276475"/>
            <a:ext cx="0" cy="2152650"/>
          </a:xfrm>
          <a:prstGeom prst="line">
            <a:avLst/>
          </a:prstGeom>
          <a:ln w="317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6D267EF7-FF28-4100-A55D-3709D69A8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3154363"/>
            <a:ext cx="22860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2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( sel[0] == 1 )            q = b</a:t>
            </a: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else </a:t>
            </a:r>
            <a:r>
              <a:rPr lang="en-US" altLang="zh-CN" sz="12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( sel[1] == 1 )    q = c</a:t>
            </a: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else</a:t>
            </a: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     </a:t>
            </a: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q = a</a:t>
            </a: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6297E2A-68D7-4033-BDC2-19BCB67FB4EC}"/>
              </a:ext>
            </a:extLst>
          </p:cNvPr>
          <p:cNvSpPr/>
          <p:nvPr/>
        </p:nvSpPr>
        <p:spPr>
          <a:xfrm>
            <a:off x="5786438" y="3440113"/>
            <a:ext cx="431800" cy="504825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41A6F31-1163-4ECD-A6E8-B80BDD97C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1968500"/>
            <a:ext cx="199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                      q; 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47B7326-EC10-4553-8ABA-E8E2F5899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060575"/>
            <a:ext cx="199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                        q; </a:t>
            </a:r>
          </a:p>
        </p:txBody>
      </p:sp>
      <p:sp>
        <p:nvSpPr>
          <p:cNvPr id="64" name="AutoShape 6">
            <a:extLst>
              <a:ext uri="{FF2B5EF4-FFF2-40B4-BE49-F238E27FC236}">
                <a16:creationId xmlns:a16="http://schemas.microsoft.com/office/drawing/2014/main" id="{5F7EADED-B2E4-4836-A1E1-5B500C077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1844675"/>
            <a:ext cx="2505075" cy="298450"/>
          </a:xfrm>
          <a:prstGeom prst="wedgeRoundRectCallout">
            <a:avLst>
              <a:gd name="adj1" fmla="val -68620"/>
              <a:gd name="adj2" fmla="val 50426"/>
              <a:gd name="adj3" fmla="val 16667"/>
            </a:avLst>
          </a:prstGeom>
          <a:solidFill>
            <a:srgbClr val="EC6D04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Assigned in Procedural Block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B07B88CF-49DD-4921-911A-037A74F08D2D}"/>
              </a:ext>
            </a:extLst>
          </p:cNvPr>
          <p:cNvSpPr/>
          <p:nvPr/>
        </p:nvSpPr>
        <p:spPr>
          <a:xfrm>
            <a:off x="571500" y="2000250"/>
            <a:ext cx="1643063" cy="285750"/>
          </a:xfrm>
          <a:prstGeom prst="roundRect">
            <a:avLst/>
          </a:prstGeom>
          <a:solidFill>
            <a:srgbClr val="FF6600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AutoShape 6">
            <a:extLst>
              <a:ext uri="{FF2B5EF4-FFF2-40B4-BE49-F238E27FC236}">
                <a16:creationId xmlns:a16="http://schemas.microsoft.com/office/drawing/2014/main" id="{B1F64FB0-C340-47C2-AA17-73A739922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4286250"/>
            <a:ext cx="1714500" cy="285750"/>
          </a:xfrm>
          <a:prstGeom prst="wedgeRoundRectCallout">
            <a:avLst>
              <a:gd name="adj1" fmla="val -55727"/>
              <a:gd name="adj2" fmla="val -150014"/>
              <a:gd name="adj3" fmla="val 16667"/>
            </a:avLst>
          </a:prstGeom>
          <a:solidFill>
            <a:srgbClr val="EC6D04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Default alternative </a:t>
            </a:r>
            <a:endParaRPr lang="zh-CN" altLang="en-US" sz="1200" b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8" name="AutoShape 6">
            <a:extLst>
              <a:ext uri="{FF2B5EF4-FFF2-40B4-BE49-F238E27FC236}">
                <a16:creationId xmlns:a16="http://schemas.microsoft.com/office/drawing/2014/main" id="{F0DD4037-2722-4BB4-8919-D19867119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5" y="4286250"/>
            <a:ext cx="1428750" cy="285750"/>
          </a:xfrm>
          <a:prstGeom prst="wedgeRoundRectCallout">
            <a:avLst>
              <a:gd name="adj1" fmla="val -138523"/>
              <a:gd name="adj2" fmla="val -192213"/>
              <a:gd name="adj3" fmla="val 16667"/>
            </a:avLst>
          </a:prstGeom>
          <a:solidFill>
            <a:srgbClr val="EC6D04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Else alternative </a:t>
            </a:r>
            <a:endParaRPr lang="zh-CN" altLang="en-US" sz="1200" b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" name="AutoShape 6">
            <a:extLst>
              <a:ext uri="{FF2B5EF4-FFF2-40B4-BE49-F238E27FC236}">
                <a16:creationId xmlns:a16="http://schemas.microsoft.com/office/drawing/2014/main" id="{6DA293EF-E837-4248-A49E-A63120999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1916113"/>
            <a:ext cx="1152525" cy="433387"/>
          </a:xfrm>
          <a:prstGeom prst="wedgeRoundRectCallout">
            <a:avLst>
              <a:gd name="adj1" fmla="val -85907"/>
              <a:gd name="adj2" fmla="val 17167"/>
              <a:gd name="adj3" fmla="val 16667"/>
            </a:avLst>
          </a:prstGeom>
          <a:solidFill>
            <a:srgbClr val="EC6D04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Assigned in Procedural Block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9AD76C86-A935-A415-E2E2-0F50489657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67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833121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E15A-A6DD-EA2E-2486-CF61F7F8E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>
            <a:extLst>
              <a:ext uri="{FF2B5EF4-FFF2-40B4-BE49-F238E27FC236}">
                <a16:creationId xmlns:a16="http://schemas.microsoft.com/office/drawing/2014/main" id="{367CE1F0-C279-22B7-788A-DD6AF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938"/>
            <a:ext cx="9144000" cy="762000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Examples for Combinational </a:t>
            </a:r>
            <a:r>
              <a:rPr lang="en-US" altLang="zh-CN" sz="2800" dirty="0">
                <a:cs typeface="+mn-cs"/>
              </a:rPr>
              <a:t>Digital Circuit Design</a:t>
            </a:r>
          </a:p>
        </p:txBody>
      </p:sp>
      <p:sp>
        <p:nvSpPr>
          <p:cNvPr id="68612" name="灯片编号占位符 2">
            <a:extLst>
              <a:ext uri="{FF2B5EF4-FFF2-40B4-BE49-F238E27FC236}">
                <a16:creationId xmlns:a16="http://schemas.microsoft.com/office/drawing/2014/main" id="{106EBE92-60F3-3CA2-4B7B-7DC5C2FE05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68</a:t>
            </a:fld>
            <a:endParaRPr lang="zh-CN" altLang="en-US" sz="11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4901BD-3D4A-08E1-532C-CE0EDFD27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25020"/>
            <a:ext cx="7818166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Multiplexer/Demultiplexer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4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Decoder/ Encoder  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Parity Generator/Checker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Operator</a:t>
            </a:r>
            <a:endParaRPr lang="zh-CN" altLang="en-US" sz="4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93FF1E-DBE0-FA28-4FB2-9FA853685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245" y="1234357"/>
            <a:ext cx="21859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Chap1.3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1.4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4.2</a:t>
            </a:r>
            <a:endParaRPr lang="zh-CN" altLang="en-US" sz="1600" b="1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A2934D-B4FD-A72A-3032-D62D1099C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303" y="2528900"/>
            <a:ext cx="11049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Chap4.7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1E9D0B-54ED-0BD6-ACAE-62084A12D130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4080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B40A28B0-259E-454C-9937-3E976219E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36525"/>
            <a:ext cx="7772400" cy="771525"/>
          </a:xfrm>
        </p:spPr>
        <p:txBody>
          <a:bodyPr/>
          <a:lstStyle/>
          <a:p>
            <a:pPr eaLnBrk="1" hangingPunct="1"/>
            <a:r>
              <a:rPr lang="en-US" altLang="zh-CN" sz="3600"/>
              <a:t>Decoder and Encoder</a:t>
            </a:r>
            <a:endParaRPr lang="en-US" altLang="zh-CN" sz="2400"/>
          </a:p>
        </p:txBody>
      </p:sp>
      <p:sp>
        <p:nvSpPr>
          <p:cNvPr id="29" name="Text Box 3">
            <a:extLst>
              <a:ext uri="{FF2B5EF4-FFF2-40B4-BE49-F238E27FC236}">
                <a16:creationId xmlns:a16="http://schemas.microsoft.com/office/drawing/2014/main" id="{DD14CB72-AE6D-442D-AA5A-2659652E4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73138"/>
            <a:ext cx="91440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60363" indent="-360363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274763" indent="-36036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Comic Sans MS" panose="030F0702030302020204" pitchFamily="66" charset="0"/>
                <a:ea typeface="宋体" panose="02010600030101010101" pitchFamily="2" charset="-122"/>
              </a:rPr>
              <a:t>Multiple-Input, Multiple-Output Logic Circuit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Comic Sans MS" panose="030F0702030302020204" pitchFamily="66" charset="0"/>
                <a:ea typeface="宋体" panose="02010600030101010101" pitchFamily="2" charset="-122"/>
              </a:rPr>
              <a:t>Translate one code to another code. Normally used case:</a:t>
            </a:r>
          </a:p>
          <a:p>
            <a:pPr lvl="3" eaLnBrk="1" hangingPunct="1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Comic Sans MS" panose="030F0702030302020204" pitchFamily="66" charset="0"/>
                <a:ea typeface="宋体" panose="02010600030101010101" pitchFamily="2" charset="-122"/>
              </a:rPr>
              <a:t>Output Code of Decoder has More bits than its Input Code </a:t>
            </a:r>
          </a:p>
          <a:p>
            <a:pPr lvl="3" eaLnBrk="1" hangingPunct="1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Comic Sans MS" panose="030F0702030302020204" pitchFamily="66" charset="0"/>
                <a:ea typeface="宋体" panose="02010600030101010101" pitchFamily="2" charset="-122"/>
              </a:rPr>
              <a:t>Output Code of Encoder has Fewer bits than its Input Code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Comic Sans MS" panose="030F0702030302020204" pitchFamily="66" charset="0"/>
                <a:ea typeface="宋体" panose="02010600030101010101" pitchFamily="2" charset="-122"/>
              </a:rPr>
              <a:t>Enable Inputs must be Asserted to perform Normal Mapping Function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96731CC-DB60-4141-A61B-6689E6975258}"/>
              </a:ext>
            </a:extLst>
          </p:cNvPr>
          <p:cNvGrpSpPr>
            <a:grpSpLocks/>
          </p:cNvGrpSpPr>
          <p:nvPr/>
        </p:nvGrpSpPr>
        <p:grpSpPr bwMode="auto">
          <a:xfrm>
            <a:off x="1458913" y="5451475"/>
            <a:ext cx="338137" cy="485775"/>
            <a:chOff x="3360" y="1728"/>
            <a:chExt cx="240" cy="432"/>
          </a:xfrm>
        </p:grpSpPr>
        <p:sp>
          <p:nvSpPr>
            <p:cNvPr id="73780" name="Line 5">
              <a:extLst>
                <a:ext uri="{FF2B5EF4-FFF2-40B4-BE49-F238E27FC236}">
                  <a16:creationId xmlns:a16="http://schemas.microsoft.com/office/drawing/2014/main" id="{1FDCC459-4D05-48C9-BB21-36225D9CA8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7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81" name="Line 6">
              <a:extLst>
                <a:ext uri="{FF2B5EF4-FFF2-40B4-BE49-F238E27FC236}">
                  <a16:creationId xmlns:a16="http://schemas.microsoft.com/office/drawing/2014/main" id="{DC9BDD75-66C6-4781-AA0D-BDA1CFC0F9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82" name="Line 7">
              <a:extLst>
                <a:ext uri="{FF2B5EF4-FFF2-40B4-BE49-F238E27FC236}">
                  <a16:creationId xmlns:a16="http://schemas.microsoft.com/office/drawing/2014/main" id="{FFEB77A5-35F6-4AD4-8E2F-7C51D16C9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72"/>
              <a:ext cx="0" cy="19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F462B997-3736-4A84-A2D5-50D542F52925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584700"/>
            <a:ext cx="1898650" cy="1511300"/>
            <a:chOff x="3360" y="960"/>
            <a:chExt cx="1344" cy="1344"/>
          </a:xfrm>
        </p:grpSpPr>
        <p:sp>
          <p:nvSpPr>
            <p:cNvPr id="73773" name="Rectangle 11">
              <a:extLst>
                <a:ext uri="{FF2B5EF4-FFF2-40B4-BE49-F238E27FC236}">
                  <a16:creationId xmlns:a16="http://schemas.microsoft.com/office/drawing/2014/main" id="{8AFC7452-E931-4AA3-8AA3-127C68CCC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960"/>
              <a:ext cx="864" cy="134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774" name="Line 12">
              <a:extLst>
                <a:ext uri="{FF2B5EF4-FFF2-40B4-BE49-F238E27FC236}">
                  <a16:creationId xmlns:a16="http://schemas.microsoft.com/office/drawing/2014/main" id="{328CCB34-107C-498C-B15E-85F23E757B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10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75" name="Line 13">
              <a:extLst>
                <a:ext uri="{FF2B5EF4-FFF2-40B4-BE49-F238E27FC236}">
                  <a16:creationId xmlns:a16="http://schemas.microsoft.com/office/drawing/2014/main" id="{6BB9ED5B-14EA-4C9F-BC1D-2FAA0C5A8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5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76" name="Line 14">
              <a:extLst>
                <a:ext uri="{FF2B5EF4-FFF2-40B4-BE49-F238E27FC236}">
                  <a16:creationId xmlns:a16="http://schemas.microsoft.com/office/drawing/2014/main" id="{60740AF8-90FF-4A45-9886-7E53047A5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248"/>
              <a:ext cx="0" cy="19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77" name="Line 15">
              <a:extLst>
                <a:ext uri="{FF2B5EF4-FFF2-40B4-BE49-F238E27FC236}">
                  <a16:creationId xmlns:a16="http://schemas.microsoft.com/office/drawing/2014/main" id="{7F94311C-8E75-4188-8D6B-4744687417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44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78" name="Line 16">
              <a:extLst>
                <a:ext uri="{FF2B5EF4-FFF2-40B4-BE49-F238E27FC236}">
                  <a16:creationId xmlns:a16="http://schemas.microsoft.com/office/drawing/2014/main" id="{145C8608-E991-438A-BEA8-9EB3D33C92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87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79" name="Line 17">
              <a:extLst>
                <a:ext uri="{FF2B5EF4-FFF2-40B4-BE49-F238E27FC236}">
                  <a16:creationId xmlns:a16="http://schemas.microsoft.com/office/drawing/2014/main" id="{E0972619-0B4C-4215-BE45-A055832D5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584"/>
              <a:ext cx="0" cy="19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44474" name="Text Box 26">
            <a:extLst>
              <a:ext uri="{FF2B5EF4-FFF2-40B4-BE49-F238E27FC236}">
                <a16:creationId xmlns:a16="http://schemas.microsoft.com/office/drawing/2014/main" id="{12717D6D-D2EB-4023-A5ED-EF00C13BB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629150"/>
            <a:ext cx="984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Input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744475" name="Text Box 27">
            <a:extLst>
              <a:ext uri="{FF2B5EF4-FFF2-40B4-BE49-F238E27FC236}">
                <a16:creationId xmlns:a16="http://schemas.microsoft.com/office/drawing/2014/main" id="{A2576D8F-5B4E-476D-9329-A4E39DBB1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5049838"/>
            <a:ext cx="1000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Output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id="{AF4843CC-3641-4C9D-AF33-8E268B8EC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5384800"/>
            <a:ext cx="949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Enable Inputs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725C100-336D-475A-AE9E-73F591832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863" y="3944938"/>
            <a:ext cx="1438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F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Arial" panose="020B0604020202020204" pitchFamily="34" charset="0"/>
              </a:rPr>
              <a:t>1-out-of 2</a:t>
            </a:r>
            <a:r>
              <a:rPr lang="en-US" altLang="zh-CN" sz="2400" b="1" baseline="30000">
                <a:solidFill>
                  <a:srgbClr val="00B0F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Arial" panose="020B0604020202020204" pitchFamily="34" charset="0"/>
              </a:rPr>
              <a:t>n </a:t>
            </a:r>
            <a:endParaRPr lang="zh-CN" altLang="en-US" sz="2400" b="1" baseline="30000">
              <a:solidFill>
                <a:srgbClr val="00B0F0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F5F697F-F7FD-4F18-9ED4-3377FD88A666}"/>
              </a:ext>
            </a:extLst>
          </p:cNvPr>
          <p:cNvGrpSpPr>
            <a:grpSpLocks/>
          </p:cNvGrpSpPr>
          <p:nvPr/>
        </p:nvGrpSpPr>
        <p:grpSpPr bwMode="auto">
          <a:xfrm>
            <a:off x="6127750" y="5451475"/>
            <a:ext cx="339725" cy="485775"/>
            <a:chOff x="3360" y="1728"/>
            <a:chExt cx="240" cy="432"/>
          </a:xfrm>
        </p:grpSpPr>
        <p:sp>
          <p:nvSpPr>
            <p:cNvPr id="73770" name="Line 5">
              <a:extLst>
                <a:ext uri="{FF2B5EF4-FFF2-40B4-BE49-F238E27FC236}">
                  <a16:creationId xmlns:a16="http://schemas.microsoft.com/office/drawing/2014/main" id="{63A8FAAF-17CF-42CB-9826-A909E173FD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7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71" name="Line 6">
              <a:extLst>
                <a:ext uri="{FF2B5EF4-FFF2-40B4-BE49-F238E27FC236}">
                  <a16:creationId xmlns:a16="http://schemas.microsoft.com/office/drawing/2014/main" id="{05E68174-3C88-4012-92E3-8FA9164ABC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72" name="Line 7">
              <a:extLst>
                <a:ext uri="{FF2B5EF4-FFF2-40B4-BE49-F238E27FC236}">
                  <a16:creationId xmlns:a16="http://schemas.microsoft.com/office/drawing/2014/main" id="{F8C49D38-3750-489E-89D4-2972F2E1A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72"/>
              <a:ext cx="0" cy="19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9">
            <a:extLst>
              <a:ext uri="{FF2B5EF4-FFF2-40B4-BE49-F238E27FC236}">
                <a16:creationId xmlns:a16="http://schemas.microsoft.com/office/drawing/2014/main" id="{F0D42146-642C-429D-91EA-7D263B49075C}"/>
              </a:ext>
            </a:extLst>
          </p:cNvPr>
          <p:cNvGrpSpPr>
            <a:grpSpLocks/>
          </p:cNvGrpSpPr>
          <p:nvPr/>
        </p:nvGrpSpPr>
        <p:grpSpPr bwMode="auto">
          <a:xfrm>
            <a:off x="6127750" y="4584700"/>
            <a:ext cx="1898650" cy="1511300"/>
            <a:chOff x="3360" y="960"/>
            <a:chExt cx="1344" cy="1344"/>
          </a:xfrm>
        </p:grpSpPr>
        <p:grpSp>
          <p:nvGrpSpPr>
            <p:cNvPr id="73757" name="Group 10">
              <a:extLst>
                <a:ext uri="{FF2B5EF4-FFF2-40B4-BE49-F238E27FC236}">
                  <a16:creationId xmlns:a16="http://schemas.microsoft.com/office/drawing/2014/main" id="{EA63972D-FD03-4449-B74D-64F675B20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960"/>
              <a:ext cx="1344" cy="1344"/>
              <a:chOff x="3360" y="960"/>
              <a:chExt cx="1344" cy="1344"/>
            </a:xfrm>
          </p:grpSpPr>
          <p:sp>
            <p:nvSpPr>
              <p:cNvPr id="73759" name="Rectangle 11">
                <a:extLst>
                  <a:ext uri="{FF2B5EF4-FFF2-40B4-BE49-F238E27FC236}">
                    <a16:creationId xmlns:a16="http://schemas.microsoft.com/office/drawing/2014/main" id="{FF053813-437B-479A-90B9-C2C0484E2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960"/>
                <a:ext cx="864" cy="134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760" name="Line 12">
                <a:extLst>
                  <a:ext uri="{FF2B5EF4-FFF2-40B4-BE49-F238E27FC236}">
                    <a16:creationId xmlns:a16="http://schemas.microsoft.com/office/drawing/2014/main" id="{5451022D-D88F-4035-B6F9-4D912AFAE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0" y="1104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3761" name="Line 13">
                <a:extLst>
                  <a:ext uri="{FF2B5EF4-FFF2-40B4-BE49-F238E27FC236}">
                    <a16:creationId xmlns:a16="http://schemas.microsoft.com/office/drawing/2014/main" id="{7C116C0F-DAC7-44D3-B5BD-816305174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0" y="1536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3762" name="Line 14">
                <a:extLst>
                  <a:ext uri="{FF2B5EF4-FFF2-40B4-BE49-F238E27FC236}">
                    <a16:creationId xmlns:a16="http://schemas.microsoft.com/office/drawing/2014/main" id="{B0F75611-79B6-4A64-A0D8-0BD5302DE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1248"/>
                <a:ext cx="0" cy="192"/>
              </a:xfrm>
              <a:prstGeom prst="line">
                <a:avLst/>
              </a:prstGeom>
              <a:noFill/>
              <a:ln w="57150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3763" name="Line 15">
                <a:extLst>
                  <a:ext uri="{FF2B5EF4-FFF2-40B4-BE49-F238E27FC236}">
                    <a16:creationId xmlns:a16="http://schemas.microsoft.com/office/drawing/2014/main" id="{83DE596E-E916-42A7-A1C8-0CD992299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1440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3764" name="Line 16">
                <a:extLst>
                  <a:ext uri="{FF2B5EF4-FFF2-40B4-BE49-F238E27FC236}">
                    <a16:creationId xmlns:a16="http://schemas.microsoft.com/office/drawing/2014/main" id="{62F52D4F-4886-45E0-A32D-E913BC95F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1872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3765" name="Line 17">
                <a:extLst>
                  <a:ext uri="{FF2B5EF4-FFF2-40B4-BE49-F238E27FC236}">
                    <a16:creationId xmlns:a16="http://schemas.microsoft.com/office/drawing/2014/main" id="{73C5FBEF-2458-4121-B5E5-97BE3F785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584"/>
                <a:ext cx="0" cy="192"/>
              </a:xfrm>
              <a:prstGeom prst="line">
                <a:avLst/>
              </a:prstGeom>
              <a:noFill/>
              <a:ln w="57150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73766" name="Group 18">
                <a:extLst>
                  <a:ext uri="{FF2B5EF4-FFF2-40B4-BE49-F238E27FC236}">
                    <a16:creationId xmlns:a16="http://schemas.microsoft.com/office/drawing/2014/main" id="{7E126AFB-3A25-43ED-BF79-7F67BB0458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056"/>
                <a:ext cx="768" cy="864"/>
                <a:chOff x="3792" y="1104"/>
                <a:chExt cx="768" cy="864"/>
              </a:xfrm>
            </p:grpSpPr>
            <p:sp>
              <p:nvSpPr>
                <p:cNvPr id="73767" name="AutoShape 19">
                  <a:extLst>
                    <a:ext uri="{FF2B5EF4-FFF2-40B4-BE49-F238E27FC236}">
                      <a16:creationId xmlns:a16="http://schemas.microsoft.com/office/drawing/2014/main" id="{55CB7E1F-7190-4C9B-ABFD-70305D4BED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0" y="1440"/>
                  <a:ext cx="80" cy="528"/>
                </a:xfrm>
                <a:prstGeom prst="leftBrace">
                  <a:avLst>
                    <a:gd name="adj1" fmla="val 30556"/>
                    <a:gd name="adj2" fmla="val 50000"/>
                  </a:avLst>
                </a:prstGeom>
                <a:noFill/>
                <a:ln w="22225">
                  <a:solidFill>
                    <a:srgbClr val="703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768" name="AutoShape 20">
                  <a:extLst>
                    <a:ext uri="{FF2B5EF4-FFF2-40B4-BE49-F238E27FC236}">
                      <a16:creationId xmlns:a16="http://schemas.microsoft.com/office/drawing/2014/main" id="{F1ABECAB-1429-4C42-9ED2-BE7335B5E3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" y="1104"/>
                  <a:ext cx="58" cy="528"/>
                </a:xfrm>
                <a:prstGeom prst="rightBrace">
                  <a:avLst>
                    <a:gd name="adj1" fmla="val 30556"/>
                    <a:gd name="adj2" fmla="val 50000"/>
                  </a:avLst>
                </a:prstGeom>
                <a:noFill/>
                <a:ln w="22225">
                  <a:solidFill>
                    <a:srgbClr val="703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769" name="Line 21">
                  <a:extLst>
                    <a:ext uri="{FF2B5EF4-FFF2-40B4-BE49-F238E27FC236}">
                      <a16:creationId xmlns:a16="http://schemas.microsoft.com/office/drawing/2014/main" id="{66836747-5ADB-4851-BC47-51072EB699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4" y="1392"/>
                  <a:ext cx="384" cy="288"/>
                </a:xfrm>
                <a:prstGeom prst="line">
                  <a:avLst/>
                </a:prstGeom>
                <a:noFill/>
                <a:ln w="22225">
                  <a:solidFill>
                    <a:srgbClr val="7030A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3758" name="Text Box 24">
              <a:extLst>
                <a:ext uri="{FF2B5EF4-FFF2-40B4-BE49-F238E27FC236}">
                  <a16:creationId xmlns:a16="http://schemas.microsoft.com/office/drawing/2014/main" id="{4F0BFB71-1702-437F-BEB9-2AB43949A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88256">
              <a:off x="3839" y="1153"/>
              <a:ext cx="458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7030A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</p:grpSp>
      <p:sp>
        <p:nvSpPr>
          <p:cNvPr id="53" name="Text Box 26">
            <a:extLst>
              <a:ext uri="{FF2B5EF4-FFF2-40B4-BE49-F238E27FC236}">
                <a16:creationId xmlns:a16="http://schemas.microsoft.com/office/drawing/2014/main" id="{9A240ED8-9D4F-42B2-9BDC-E47BCC993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3200" y="4673600"/>
            <a:ext cx="984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Input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54" name="Text Box 27">
            <a:extLst>
              <a:ext uri="{FF2B5EF4-FFF2-40B4-BE49-F238E27FC236}">
                <a16:creationId xmlns:a16="http://schemas.microsoft.com/office/drawing/2014/main" id="{EDC4B5F4-F410-4223-999E-B5A373C23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3525" y="5049838"/>
            <a:ext cx="1000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Output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55" name="Text Box 8">
            <a:extLst>
              <a:ext uri="{FF2B5EF4-FFF2-40B4-BE49-F238E27FC236}">
                <a16:creationId xmlns:a16="http://schemas.microsoft.com/office/drawing/2014/main" id="{EBC63A5D-322D-4E6D-8F27-149658897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775" y="5384800"/>
            <a:ext cx="949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Enable Inputs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14145373-AB63-48A9-A862-5C57DFFCEE0C}"/>
              </a:ext>
            </a:extLst>
          </p:cNvPr>
          <p:cNvCxnSpPr/>
          <p:nvPr/>
        </p:nvCxnSpPr>
        <p:spPr>
          <a:xfrm flipV="1">
            <a:off x="-139700" y="3784600"/>
            <a:ext cx="9144000" cy="44450"/>
          </a:xfrm>
          <a:prstGeom prst="line">
            <a:avLst/>
          </a:prstGeom>
          <a:ln w="349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C40ADB42-478E-4669-81F3-9FC2BBFA0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3927475"/>
            <a:ext cx="1614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Arial" panose="020B0604020202020204" pitchFamily="34" charset="0"/>
              </a:rPr>
              <a:t>n-bit Binary </a:t>
            </a:r>
            <a:endParaRPr lang="zh-CN" altLang="en-US" sz="2400" b="1">
              <a:solidFill>
                <a:srgbClr val="00B050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966060BD-9C14-4C10-B1B7-E1EE8B6D717C}"/>
              </a:ext>
            </a:extLst>
          </p:cNvPr>
          <p:cNvCxnSpPr/>
          <p:nvPr/>
        </p:nvCxnSpPr>
        <p:spPr>
          <a:xfrm>
            <a:off x="1816100" y="4211638"/>
            <a:ext cx="933450" cy="9525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E956B32B-E86F-400E-9087-8DD91D078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900488"/>
            <a:ext cx="9969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7030A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Decoder</a:t>
            </a:r>
            <a:endParaRPr lang="zh-CN" altLang="en-US" sz="16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A1CDA3D-2CE5-4C40-9896-E5C76D854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150" y="3944938"/>
            <a:ext cx="1438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F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Arial" panose="020B0604020202020204" pitchFamily="34" charset="0"/>
              </a:rPr>
              <a:t>1-out-of 2</a:t>
            </a:r>
            <a:r>
              <a:rPr lang="en-US" altLang="zh-CN" sz="2400" b="1" baseline="30000">
                <a:solidFill>
                  <a:srgbClr val="00B0F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Arial" panose="020B0604020202020204" pitchFamily="34" charset="0"/>
              </a:rPr>
              <a:t>n </a:t>
            </a:r>
            <a:endParaRPr lang="zh-CN" altLang="en-US" sz="2400" b="1" baseline="30000">
              <a:solidFill>
                <a:srgbClr val="00B0F0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8562FD24-2959-4858-99A3-9F365E77FAA5}"/>
              </a:ext>
            </a:extLst>
          </p:cNvPr>
          <p:cNvCxnSpPr/>
          <p:nvPr/>
        </p:nvCxnSpPr>
        <p:spPr>
          <a:xfrm>
            <a:off x="6350000" y="4184650"/>
            <a:ext cx="933450" cy="7938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9735A7FB-DA66-46DA-AE4E-4E9C501EB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3873500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7030A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Encoder</a:t>
            </a:r>
            <a:endParaRPr lang="zh-CN" altLang="en-US" sz="16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DE43504-7F6D-4899-9EE4-B6915D00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900" y="3927475"/>
            <a:ext cx="153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Arial" panose="020B0604020202020204" pitchFamily="34" charset="0"/>
              </a:rPr>
              <a:t>n-bit Binary</a:t>
            </a:r>
            <a:endParaRPr lang="zh-CN" altLang="en-US" sz="2400" b="1">
              <a:solidFill>
                <a:srgbClr val="00B050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5" name="AutoShape 19">
            <a:extLst>
              <a:ext uri="{FF2B5EF4-FFF2-40B4-BE49-F238E27FC236}">
                <a16:creationId xmlns:a16="http://schemas.microsoft.com/office/drawing/2014/main" id="{E4789C5B-138A-4CBD-9414-9876ED934A7E}"/>
              </a:ext>
            </a:extLst>
          </p:cNvPr>
          <p:cNvSpPr>
            <a:spLocks/>
          </p:cNvSpPr>
          <p:nvPr/>
        </p:nvSpPr>
        <p:spPr bwMode="auto">
          <a:xfrm>
            <a:off x="2838450" y="5070475"/>
            <a:ext cx="114300" cy="593725"/>
          </a:xfrm>
          <a:prstGeom prst="leftBrace">
            <a:avLst>
              <a:gd name="adj1" fmla="val 30205"/>
              <a:gd name="adj2" fmla="val 50000"/>
            </a:avLst>
          </a:prstGeom>
          <a:noFill/>
          <a:ln w="2222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AutoShape 20">
            <a:extLst>
              <a:ext uri="{FF2B5EF4-FFF2-40B4-BE49-F238E27FC236}">
                <a16:creationId xmlns:a16="http://schemas.microsoft.com/office/drawing/2014/main" id="{017BD153-6BE6-4080-BD64-F22FE9A44BBD}"/>
              </a:ext>
            </a:extLst>
          </p:cNvPr>
          <p:cNvSpPr>
            <a:spLocks/>
          </p:cNvSpPr>
          <p:nvPr/>
        </p:nvSpPr>
        <p:spPr bwMode="auto">
          <a:xfrm>
            <a:off x="1866900" y="4692650"/>
            <a:ext cx="82550" cy="593725"/>
          </a:xfrm>
          <a:prstGeom prst="rightBrace">
            <a:avLst>
              <a:gd name="adj1" fmla="val 30334"/>
              <a:gd name="adj2" fmla="val 50000"/>
            </a:avLst>
          </a:prstGeom>
          <a:noFill/>
          <a:ln w="2222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Line 21">
            <a:extLst>
              <a:ext uri="{FF2B5EF4-FFF2-40B4-BE49-F238E27FC236}">
                <a16:creationId xmlns:a16="http://schemas.microsoft.com/office/drawing/2014/main" id="{F30C05BF-C51C-49F6-B602-DEC398843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8363" y="5016500"/>
            <a:ext cx="542925" cy="323850"/>
          </a:xfrm>
          <a:prstGeom prst="line">
            <a:avLst/>
          </a:prstGeom>
          <a:noFill/>
          <a:ln w="22225">
            <a:solidFill>
              <a:srgbClr val="7030A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" name="Text Box 24">
            <a:extLst>
              <a:ext uri="{FF2B5EF4-FFF2-40B4-BE49-F238E27FC236}">
                <a16:creationId xmlns:a16="http://schemas.microsoft.com/office/drawing/2014/main" id="{2FE41284-4B68-418C-92A8-82D252728909}"/>
              </a:ext>
            </a:extLst>
          </p:cNvPr>
          <p:cNvSpPr txBox="1">
            <a:spLocks noChangeArrowheads="1"/>
          </p:cNvSpPr>
          <p:nvPr/>
        </p:nvSpPr>
        <p:spPr bwMode="auto">
          <a:xfrm rot="2088256">
            <a:off x="2136775" y="4802188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Map</a:t>
            </a:r>
          </a:p>
        </p:txBody>
      </p:sp>
      <p:sp>
        <p:nvSpPr>
          <p:cNvPr id="73755" name="日期占位符 1">
            <a:extLst>
              <a:ext uri="{FF2B5EF4-FFF2-40B4-BE49-F238E27FC236}">
                <a16:creationId xmlns:a16="http://schemas.microsoft.com/office/drawing/2014/main" id="{89742096-B35F-4022-B304-F5781A38201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D6E433E4-29D4-4C37-A2EF-7B9AB2DA3A7E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D565F299-ECB2-A407-1ADF-F802BA8C8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69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85268274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1E7B2AC-EB10-4621-A2EC-4C496D7D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50" y="125413"/>
            <a:ext cx="7772400" cy="603250"/>
          </a:xfrm>
        </p:spPr>
        <p:txBody>
          <a:bodyPr/>
          <a:lstStyle/>
          <a:p>
            <a:pPr eaLnBrk="1" hangingPunct="1"/>
            <a:r>
              <a:rPr lang="en-US" altLang="zh-CN" sz="3600"/>
              <a:t>Binary Decoder</a:t>
            </a:r>
            <a:endParaRPr lang="zh-CN" altLang="en-US" sz="240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9224E56-451A-494C-9469-272AF6371F4B}"/>
              </a:ext>
            </a:extLst>
          </p:cNvPr>
          <p:cNvGrpSpPr>
            <a:grpSpLocks/>
          </p:cNvGrpSpPr>
          <p:nvPr/>
        </p:nvGrpSpPr>
        <p:grpSpPr bwMode="auto">
          <a:xfrm>
            <a:off x="2393950" y="4814888"/>
            <a:ext cx="933450" cy="1236662"/>
            <a:chOff x="624" y="1632"/>
            <a:chExt cx="1536" cy="1514"/>
          </a:xfrm>
        </p:grpSpPr>
        <p:sp>
          <p:nvSpPr>
            <p:cNvPr id="74852" name="Rectangle 5">
              <a:extLst>
                <a:ext uri="{FF2B5EF4-FFF2-40B4-BE49-F238E27FC236}">
                  <a16:creationId xmlns:a16="http://schemas.microsoft.com/office/drawing/2014/main" id="{35992EE4-8C31-4A07-A180-DC060E70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632"/>
              <a:ext cx="1056" cy="146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Ctr="1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AE129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2-to-4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AE129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Decoder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000066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53" name="Text Box 6">
              <a:extLst>
                <a:ext uri="{FF2B5EF4-FFF2-40B4-BE49-F238E27FC236}">
                  <a16:creationId xmlns:a16="http://schemas.microsoft.com/office/drawing/2014/main" id="{4FA3733E-F589-49C8-AF05-DC857FA6F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2062"/>
              <a:ext cx="308" cy="1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Y0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Y1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Y2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Y3</a:t>
              </a:r>
            </a:p>
          </p:txBody>
        </p:sp>
        <p:sp>
          <p:nvSpPr>
            <p:cNvPr id="74854" name="Line 7">
              <a:extLst>
                <a:ext uri="{FF2B5EF4-FFF2-40B4-BE49-F238E27FC236}">
                  <a16:creationId xmlns:a16="http://schemas.microsoft.com/office/drawing/2014/main" id="{F4C7CA97-9F18-47AE-9B81-5BE77A472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25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55" name="Line 8">
              <a:extLst>
                <a:ext uri="{FF2B5EF4-FFF2-40B4-BE49-F238E27FC236}">
                  <a16:creationId xmlns:a16="http://schemas.microsoft.com/office/drawing/2014/main" id="{A0416799-F40C-4C0C-9288-C3E6D0BFF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56" name="Line 9">
              <a:extLst>
                <a:ext uri="{FF2B5EF4-FFF2-40B4-BE49-F238E27FC236}">
                  <a16:creationId xmlns:a16="http://schemas.microsoft.com/office/drawing/2014/main" id="{C9556083-66F0-49CA-9802-F72E2CD15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7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57" name="Line 10">
              <a:extLst>
                <a:ext uri="{FF2B5EF4-FFF2-40B4-BE49-F238E27FC236}">
                  <a16:creationId xmlns:a16="http://schemas.microsoft.com/office/drawing/2014/main" id="{95541D59-28FA-4267-B262-0FBE3FAA4E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58" name="Text Box 11">
              <a:extLst>
                <a:ext uri="{FF2B5EF4-FFF2-40B4-BE49-F238E27FC236}">
                  <a16:creationId xmlns:a16="http://schemas.microsoft.com/office/drawing/2014/main" id="{6ABC82FC-9A7E-40BF-8AA9-C9E22FA32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" y="2062"/>
              <a:ext cx="323" cy="1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I0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I1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endParaRPr lang="en-US" altLang="zh-CN" sz="12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EN</a:t>
              </a:r>
            </a:p>
          </p:txBody>
        </p:sp>
        <p:sp>
          <p:nvSpPr>
            <p:cNvPr id="74859" name="Line 12">
              <a:extLst>
                <a:ext uri="{FF2B5EF4-FFF2-40B4-BE49-F238E27FC236}">
                  <a16:creationId xmlns:a16="http://schemas.microsoft.com/office/drawing/2014/main" id="{05BF1E4C-443E-4796-BB68-682BDE2F8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5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60" name="Line 13">
              <a:extLst>
                <a:ext uri="{FF2B5EF4-FFF2-40B4-BE49-F238E27FC236}">
                  <a16:creationId xmlns:a16="http://schemas.microsoft.com/office/drawing/2014/main" id="{157031F1-7EF2-4159-A07B-C25016801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9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61" name="Line 14">
              <a:extLst>
                <a:ext uri="{FF2B5EF4-FFF2-40B4-BE49-F238E27FC236}">
                  <a16:creationId xmlns:a16="http://schemas.microsoft.com/office/drawing/2014/main" id="{98FA296E-F2BA-4907-B43B-DC68FB25C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97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8CFB8C1E-05C7-4085-B490-9CA39A6F3F3F}"/>
              </a:ext>
            </a:extLst>
          </p:cNvPr>
          <p:cNvGrpSpPr>
            <a:grpSpLocks/>
          </p:cNvGrpSpPr>
          <p:nvPr/>
        </p:nvGrpSpPr>
        <p:grpSpPr bwMode="auto">
          <a:xfrm>
            <a:off x="958850" y="879475"/>
            <a:ext cx="1746250" cy="1660525"/>
            <a:chOff x="2524" y="936"/>
            <a:chExt cx="2784" cy="3167"/>
          </a:xfrm>
        </p:grpSpPr>
        <p:grpSp>
          <p:nvGrpSpPr>
            <p:cNvPr id="74842" name="Group 6">
              <a:extLst>
                <a:ext uri="{FF2B5EF4-FFF2-40B4-BE49-F238E27FC236}">
                  <a16:creationId xmlns:a16="http://schemas.microsoft.com/office/drawing/2014/main" id="{970FC472-7C5B-43B3-9F68-7567F6B8F0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4" y="1593"/>
              <a:ext cx="2784" cy="2510"/>
              <a:chOff x="2448" y="1234"/>
              <a:chExt cx="2784" cy="2510"/>
            </a:xfrm>
          </p:grpSpPr>
          <p:sp>
            <p:nvSpPr>
              <p:cNvPr id="74844" name="Text Box 7">
                <a:extLst>
                  <a:ext uri="{FF2B5EF4-FFF2-40B4-BE49-F238E27FC236}">
                    <a16:creationId xmlns:a16="http://schemas.microsoft.com/office/drawing/2014/main" id="{1D5DA9DB-903A-4EFE-8E6E-6792E48255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1" y="1985"/>
                <a:ext cx="2479" cy="1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solidFill>
                      <a:srgbClr val="7030A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200" b="1">
                    <a:solidFill>
                      <a:srgbClr val="7030A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0  X   X   0   0   0   0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latin typeface="Tahoma" panose="020B0604030504040204" pitchFamily="34" charset="0"/>
                    <a:ea typeface="宋体" panose="02010600030101010101" pitchFamily="2" charset="-122"/>
                  </a:rPr>
                  <a:t> 1  0   0    0   0   0   </a:t>
                </a:r>
                <a:r>
                  <a:rPr lang="en-US" altLang="zh-CN" sz="1200">
                    <a:solidFill>
                      <a:srgbClr val="000066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latin typeface="Tahoma" panose="020B0604030504040204" pitchFamily="34" charset="0"/>
                    <a:ea typeface="宋体" panose="02010600030101010101" pitchFamily="2" charset="-122"/>
                  </a:rPr>
                  <a:t> 1  0   1    0   0  </a:t>
                </a:r>
                <a:r>
                  <a:rPr lang="en-US" altLang="zh-CN" sz="1200">
                    <a:solidFill>
                      <a:srgbClr val="000066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 1 </a:t>
                </a:r>
                <a:r>
                  <a:rPr lang="en-US" altLang="zh-CN" sz="1200">
                    <a:latin typeface="Tahoma" panose="020B0604030504040204" pitchFamily="34" charset="0"/>
                    <a:ea typeface="宋体" panose="02010600030101010101" pitchFamily="2" charset="-122"/>
                  </a:rPr>
                  <a:t>  0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latin typeface="Tahoma" panose="020B0604030504040204" pitchFamily="34" charset="0"/>
                    <a:ea typeface="宋体" panose="02010600030101010101" pitchFamily="2" charset="-122"/>
                  </a:rPr>
                  <a:t> 1  1   0    0 </a:t>
                </a:r>
                <a:r>
                  <a:rPr lang="en-US" altLang="zh-CN" sz="1200">
                    <a:solidFill>
                      <a:srgbClr val="000066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  1 </a:t>
                </a:r>
                <a:r>
                  <a:rPr lang="en-US" altLang="zh-CN" sz="1200">
                    <a:latin typeface="Tahoma" panose="020B0604030504040204" pitchFamily="34" charset="0"/>
                    <a:ea typeface="宋体" panose="02010600030101010101" pitchFamily="2" charset="-122"/>
                  </a:rPr>
                  <a:t>  0   0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latin typeface="Tahoma" panose="020B0604030504040204" pitchFamily="34" charset="0"/>
                    <a:ea typeface="宋体" panose="02010600030101010101" pitchFamily="2" charset="-122"/>
                  </a:rPr>
                  <a:t> 1  1   1   </a:t>
                </a:r>
                <a:r>
                  <a:rPr lang="en-US" altLang="zh-CN" sz="1200">
                    <a:solidFill>
                      <a:srgbClr val="000066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 1  </a:t>
                </a:r>
                <a:r>
                  <a:rPr lang="en-US" altLang="zh-CN" sz="1200">
                    <a:latin typeface="Tahoma" panose="020B0604030504040204" pitchFamily="34" charset="0"/>
                    <a:ea typeface="宋体" panose="02010600030101010101" pitchFamily="2" charset="-122"/>
                  </a:rPr>
                  <a:t> 0   0   0</a:t>
                </a:r>
              </a:p>
            </p:txBody>
          </p:sp>
          <p:grpSp>
            <p:nvGrpSpPr>
              <p:cNvPr id="74845" name="Group 8">
                <a:extLst>
                  <a:ext uri="{FF2B5EF4-FFF2-40B4-BE49-F238E27FC236}">
                    <a16:creationId xmlns:a16="http://schemas.microsoft.com/office/drawing/2014/main" id="{1BE8680F-F454-4989-9085-4C57FA1A42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1234"/>
                <a:ext cx="2784" cy="2510"/>
                <a:chOff x="2592" y="1138"/>
                <a:chExt cx="2784" cy="2510"/>
              </a:xfrm>
            </p:grpSpPr>
            <p:sp>
              <p:nvSpPr>
                <p:cNvPr id="74846" name="Line 9">
                  <a:extLst>
                    <a:ext uri="{FF2B5EF4-FFF2-40B4-BE49-F238E27FC236}">
                      <a16:creationId xmlns:a16="http://schemas.microsoft.com/office/drawing/2014/main" id="{F1AEDCBC-FD6B-420F-9537-5621F36F72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1889"/>
                  <a:ext cx="27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4847" name="Line 10">
                  <a:extLst>
                    <a:ext uri="{FF2B5EF4-FFF2-40B4-BE49-F238E27FC236}">
                      <a16:creationId xmlns:a16="http://schemas.microsoft.com/office/drawing/2014/main" id="{A6D7E23D-C2C0-4C98-90A8-1728C14942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3648"/>
                  <a:ext cx="2784" cy="0"/>
                </a:xfrm>
                <a:prstGeom prst="line">
                  <a:avLst/>
                </a:prstGeom>
                <a:noFill/>
                <a:ln w="57150" cmpd="thinThick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4848" name="Line 11">
                  <a:extLst>
                    <a:ext uri="{FF2B5EF4-FFF2-40B4-BE49-F238E27FC236}">
                      <a16:creationId xmlns:a16="http://schemas.microsoft.com/office/drawing/2014/main" id="{51E9EA9A-CBF9-4735-83C1-07C28679B2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1152"/>
                  <a:ext cx="0" cy="24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4849" name="Line 12">
                  <a:extLst>
                    <a:ext uri="{FF2B5EF4-FFF2-40B4-BE49-F238E27FC236}">
                      <a16:creationId xmlns:a16="http://schemas.microsoft.com/office/drawing/2014/main" id="{CF9577F5-757A-4ED6-8028-8872335C4A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1152"/>
                  <a:ext cx="2784" cy="0"/>
                </a:xfrm>
                <a:prstGeom prst="line">
                  <a:avLst/>
                </a:prstGeom>
                <a:noFill/>
                <a:ln w="57150" cmpd="thickThin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4850" name="Text Box 13">
                  <a:extLst>
                    <a:ext uri="{FF2B5EF4-FFF2-40B4-BE49-F238E27FC236}">
                      <a16:creationId xmlns:a16="http://schemas.microsoft.com/office/drawing/2014/main" id="{33F5BDAC-1B6D-460F-B251-74F2466694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29" y="1138"/>
                  <a:ext cx="1202" cy="6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>
                      <a:latin typeface="Tahoma" panose="020B0604030504040204" pitchFamily="34" charset="0"/>
                      <a:ea typeface="宋体" panose="02010600030101010101" pitchFamily="2" charset="-122"/>
                    </a:rPr>
                    <a:t>Inputs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>
                      <a:latin typeface="Tahoma" panose="020B0604030504040204" pitchFamily="34" charset="0"/>
                      <a:ea typeface="宋体" panose="02010600030101010101" pitchFamily="2" charset="-122"/>
                    </a:rPr>
                    <a:t>EN I1 I0</a:t>
                  </a:r>
                  <a:endParaRPr lang="zh-CN" altLang="en-US" sz="12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851" name="Text Box 14">
                  <a:extLst>
                    <a:ext uri="{FF2B5EF4-FFF2-40B4-BE49-F238E27FC236}">
                      <a16:creationId xmlns:a16="http://schemas.microsoft.com/office/drawing/2014/main" id="{C5B50FDC-6A99-4042-8E49-F36D031FC7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62" y="1204"/>
                  <a:ext cx="1549" cy="6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>
                      <a:latin typeface="Tahoma" panose="020B0604030504040204" pitchFamily="34" charset="0"/>
                      <a:ea typeface="黑体" panose="02010609060101010101" pitchFamily="49" charset="-122"/>
                    </a:rPr>
                    <a:t>Outputs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>
                      <a:latin typeface="Tahoma" panose="020B0604030504040204" pitchFamily="34" charset="0"/>
                      <a:ea typeface="宋体" panose="02010600030101010101" pitchFamily="2" charset="-122"/>
                    </a:rPr>
                    <a:t>Y3 Y2 Y1 Y0</a:t>
                  </a:r>
                  <a:endParaRPr lang="zh-CN" altLang="en-US" sz="12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74843" name="Text Box 16">
              <a:extLst>
                <a:ext uri="{FF2B5EF4-FFF2-40B4-BE49-F238E27FC236}">
                  <a16:creationId xmlns:a16="http://schemas.microsoft.com/office/drawing/2014/main" id="{4A9A7BD8-B771-4479-A84D-F3674573B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936"/>
              <a:ext cx="2398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1.Truth Table </a:t>
              </a:r>
            </a:p>
          </p:txBody>
        </p:sp>
      </p:grpSp>
      <p:sp>
        <p:nvSpPr>
          <p:cNvPr id="32" name="Text Box 2">
            <a:extLst>
              <a:ext uri="{FF2B5EF4-FFF2-40B4-BE49-F238E27FC236}">
                <a16:creationId xmlns:a16="http://schemas.microsoft.com/office/drawing/2014/main" id="{1927D83B-14AB-4078-9E90-AFA3A18E5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033713"/>
            <a:ext cx="1763713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Y0 = EN · ( I1’ · I0’ )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Y1 = EN · ( I1’ · I0 )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Y2 = EN · ( I1 · I0’ )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Y3 = EN · ( I1 · I0 )</a:t>
            </a:r>
          </a:p>
        </p:txBody>
      </p:sp>
      <p:sp>
        <p:nvSpPr>
          <p:cNvPr id="23558" name="矩形 58">
            <a:extLst>
              <a:ext uri="{FF2B5EF4-FFF2-40B4-BE49-F238E27FC236}">
                <a16:creationId xmlns:a16="http://schemas.microsoft.com/office/drawing/2014/main" id="{2D22C3D0-7E84-4ABE-8516-376E03C06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759075"/>
            <a:ext cx="24447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zh-CN" sz="1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2.Logical expression</a:t>
            </a:r>
          </a:p>
        </p:txBody>
      </p:sp>
      <p:pic>
        <p:nvPicPr>
          <p:cNvPr id="23559" name="Picture 19">
            <a:extLst>
              <a:ext uri="{FF2B5EF4-FFF2-40B4-BE49-F238E27FC236}">
                <a16:creationId xmlns:a16="http://schemas.microsoft.com/office/drawing/2014/main" id="{07300F92-902B-4C9F-B32D-6DAF09276B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763" y="4598988"/>
            <a:ext cx="1927225" cy="1541462"/>
          </a:xfrm>
          <a:noFill/>
        </p:spPr>
      </p:pic>
      <p:sp>
        <p:nvSpPr>
          <p:cNvPr id="23560" name="Rectangle 8">
            <a:extLst>
              <a:ext uri="{FF2B5EF4-FFF2-40B4-BE49-F238E27FC236}">
                <a16:creationId xmlns:a16="http://schemas.microsoft.com/office/drawing/2014/main" id="{1E8FEFEB-ACC0-41D5-A007-D4615FDEA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4273550"/>
            <a:ext cx="33782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0000"/>
              </a:lnSpc>
              <a:buClr>
                <a:srgbClr val="000000"/>
              </a:buClr>
              <a:buFontTx/>
              <a:buNone/>
            </a:pPr>
            <a:r>
              <a:rPr lang="en-US" altLang="zh-CN" sz="1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3. Schematic and logic symbol</a:t>
            </a:r>
          </a:p>
        </p:txBody>
      </p:sp>
      <p:sp>
        <p:nvSpPr>
          <p:cNvPr id="45" name="Text Box 3">
            <a:extLst>
              <a:ext uri="{FF2B5EF4-FFF2-40B4-BE49-F238E27FC236}">
                <a16:creationId xmlns:a16="http://schemas.microsoft.com/office/drawing/2014/main" id="{DA001149-7C57-4443-A7CC-72B011311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1639888"/>
            <a:ext cx="23828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1   X   X       1       1      1 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0</a:t>
            </a: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  0   0       1       1      1      </a:t>
            </a:r>
            <a:r>
              <a:rPr lang="en-US" altLang="zh-CN" sz="1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 </a:t>
            </a: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 0   1       1       1      </a:t>
            </a:r>
            <a:r>
              <a:rPr lang="en-US" altLang="zh-CN" sz="1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 </a:t>
            </a:r>
            <a:r>
              <a:rPr lang="en-US" altLang="zh-CN" sz="12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1   0       1      </a:t>
            </a:r>
            <a:r>
              <a:rPr lang="en-US" altLang="zh-CN" sz="12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 </a:t>
            </a: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    1      1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  1   1       </a:t>
            </a:r>
            <a:r>
              <a:rPr lang="en-US" altLang="zh-CN" sz="1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12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     1      1      1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5967F58B-A61E-4ABD-A00B-12AE3C07EBD0}"/>
              </a:ext>
            </a:extLst>
          </p:cNvPr>
          <p:cNvGrpSpPr>
            <a:grpSpLocks/>
          </p:cNvGrpSpPr>
          <p:nvPr/>
        </p:nvGrpSpPr>
        <p:grpSpPr bwMode="auto">
          <a:xfrm>
            <a:off x="4187825" y="806450"/>
            <a:ext cx="2444750" cy="1822450"/>
            <a:chOff x="2501" y="1303"/>
            <a:chExt cx="2946" cy="1922"/>
          </a:xfrm>
        </p:grpSpPr>
        <p:sp>
          <p:nvSpPr>
            <p:cNvPr id="74835" name="Line 5">
              <a:extLst>
                <a:ext uri="{FF2B5EF4-FFF2-40B4-BE49-F238E27FC236}">
                  <a16:creationId xmlns:a16="http://schemas.microsoft.com/office/drawing/2014/main" id="{2B7E9C1F-6E4F-41F2-AB8C-691760D2F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2229"/>
              <a:ext cx="27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36" name="Line 6">
              <a:extLst>
                <a:ext uri="{FF2B5EF4-FFF2-40B4-BE49-F238E27FC236}">
                  <a16:creationId xmlns:a16="http://schemas.microsoft.com/office/drawing/2014/main" id="{BA87A457-01FA-4062-97A7-5EB45971C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3225"/>
              <a:ext cx="2784" cy="0"/>
            </a:xfrm>
            <a:prstGeom prst="line">
              <a:avLst/>
            </a:prstGeom>
            <a:noFill/>
            <a:ln w="57150" cmpd="thinThick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37" name="Line 7">
              <a:extLst>
                <a:ext uri="{FF2B5EF4-FFF2-40B4-BE49-F238E27FC236}">
                  <a16:creationId xmlns:a16="http://schemas.microsoft.com/office/drawing/2014/main" id="{00EB9672-CF0C-48DE-8654-6CCB7F5DD0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1" y="1655"/>
              <a:ext cx="1" cy="15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38" name="Line 8">
              <a:extLst>
                <a:ext uri="{FF2B5EF4-FFF2-40B4-BE49-F238E27FC236}">
                  <a16:creationId xmlns:a16="http://schemas.microsoft.com/office/drawing/2014/main" id="{C405CA6B-EFE8-4DE4-8B07-A7AA0F0F0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655"/>
              <a:ext cx="2784" cy="0"/>
            </a:xfrm>
            <a:prstGeom prst="line">
              <a:avLst/>
            </a:prstGeom>
            <a:noFill/>
            <a:ln w="57150" cmpd="thickThin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39" name="Text Box 9">
              <a:extLst>
                <a:ext uri="{FF2B5EF4-FFF2-40B4-BE49-F238E27FC236}">
                  <a16:creationId xmlns:a16="http://schemas.microsoft.com/office/drawing/2014/main" id="{92F38AEB-C122-4CAD-981D-B532246E2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1713"/>
              <a:ext cx="856" cy="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Inputs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G</a:t>
              </a:r>
              <a:r>
                <a:rPr lang="en-US" altLang="zh-CN" sz="12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_L</a:t>
              </a: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  B  A</a:t>
              </a:r>
              <a:endParaRPr lang="zh-CN" altLang="en-US" sz="12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40" name="Text Box 10">
              <a:extLst>
                <a:ext uri="{FF2B5EF4-FFF2-40B4-BE49-F238E27FC236}">
                  <a16:creationId xmlns:a16="http://schemas.microsoft.com/office/drawing/2014/main" id="{A80B857A-4F6E-462A-B982-753CB03EB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" y="1723"/>
              <a:ext cx="2063" cy="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黑体" panose="02010609060101010101" pitchFamily="49" charset="-122"/>
                </a:rPr>
                <a:t>Outputs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Y3_L  Y2_L  Y1_L  Y</a:t>
              </a:r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0</a:t>
              </a:r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_L</a:t>
              </a: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41" name="Text Box 11">
              <a:extLst>
                <a:ext uri="{FF2B5EF4-FFF2-40B4-BE49-F238E27FC236}">
                  <a16:creationId xmlns:a16="http://schemas.microsoft.com/office/drawing/2014/main" id="{CFF82C57-F9A6-4555-84DD-514029DE3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" y="1303"/>
              <a:ext cx="214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Truth Table</a:t>
              </a:r>
              <a:endParaRPr lang="en-US" altLang="zh-CN" sz="1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23563" name="Picture 4">
            <a:extLst>
              <a:ext uri="{FF2B5EF4-FFF2-40B4-BE49-F238E27FC236}">
                <a16:creationId xmlns:a16="http://schemas.microsoft.com/office/drawing/2014/main" id="{E32A6EF1-2B07-40F2-833F-CB56FD2F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4579938"/>
            <a:ext cx="24003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3">
            <a:extLst>
              <a:ext uri="{FF2B5EF4-FFF2-40B4-BE49-F238E27FC236}">
                <a16:creationId xmlns:a16="http://schemas.microsoft.com/office/drawing/2014/main" id="{F76FE3E3-576B-4B50-A5A4-A2F1472F7C80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4673600"/>
            <a:ext cx="1200150" cy="1479550"/>
            <a:chOff x="3024" y="928"/>
            <a:chExt cx="1488" cy="1520"/>
          </a:xfrm>
        </p:grpSpPr>
        <p:sp>
          <p:nvSpPr>
            <p:cNvPr id="74820" name="Rectangle 4">
              <a:extLst>
                <a:ext uri="{FF2B5EF4-FFF2-40B4-BE49-F238E27FC236}">
                  <a16:creationId xmlns:a16="http://schemas.microsoft.com/office/drawing/2014/main" id="{30FC2502-2127-451D-A106-1D5243ED0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928"/>
              <a:ext cx="912" cy="15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21" name="Oval 5">
              <a:extLst>
                <a:ext uri="{FF2B5EF4-FFF2-40B4-BE49-F238E27FC236}">
                  <a16:creationId xmlns:a16="http://schemas.microsoft.com/office/drawing/2014/main" id="{4E02A258-16E7-46D4-A77F-BCCA25B6B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517"/>
              <a:ext cx="96" cy="9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22" name="Line 6">
              <a:extLst>
                <a:ext uri="{FF2B5EF4-FFF2-40B4-BE49-F238E27FC236}">
                  <a16:creationId xmlns:a16="http://schemas.microsoft.com/office/drawing/2014/main" id="{DB1C6301-91E2-4DEC-A636-486CC129E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56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23" name="Oval 7">
              <a:extLst>
                <a:ext uri="{FF2B5EF4-FFF2-40B4-BE49-F238E27FC236}">
                  <a16:creationId xmlns:a16="http://schemas.microsoft.com/office/drawing/2014/main" id="{2E5AF5EE-D934-4A19-81B1-088C319F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745"/>
              <a:ext cx="96" cy="9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24" name="Line 8">
              <a:extLst>
                <a:ext uri="{FF2B5EF4-FFF2-40B4-BE49-F238E27FC236}">
                  <a16:creationId xmlns:a16="http://schemas.microsoft.com/office/drawing/2014/main" id="{E60FEE97-51C9-4102-80D9-97576EA28E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793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25" name="Oval 9">
              <a:extLst>
                <a:ext uri="{FF2B5EF4-FFF2-40B4-BE49-F238E27FC236}">
                  <a16:creationId xmlns:a16="http://schemas.microsoft.com/office/drawing/2014/main" id="{B3FC245A-48D7-46C5-A3AC-C2DFEF09A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974"/>
              <a:ext cx="96" cy="9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26" name="Line 10">
              <a:extLst>
                <a:ext uri="{FF2B5EF4-FFF2-40B4-BE49-F238E27FC236}">
                  <a16:creationId xmlns:a16="http://schemas.microsoft.com/office/drawing/2014/main" id="{36787E40-F710-46B9-A89E-9EBCD0CCB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02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27" name="Oval 11">
              <a:extLst>
                <a:ext uri="{FF2B5EF4-FFF2-40B4-BE49-F238E27FC236}">
                  <a16:creationId xmlns:a16="http://schemas.microsoft.com/office/drawing/2014/main" id="{243BE2A3-5AA5-4282-A043-34D336D7B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248"/>
              <a:ext cx="96" cy="9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28" name="Line 12">
              <a:extLst>
                <a:ext uri="{FF2B5EF4-FFF2-40B4-BE49-F238E27FC236}">
                  <a16:creationId xmlns:a16="http://schemas.microsoft.com/office/drawing/2014/main" id="{C4B2CD22-D189-43D1-960A-A9593A7E8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29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29" name="Text Box 13">
              <a:extLst>
                <a:ext uri="{FF2B5EF4-FFF2-40B4-BE49-F238E27FC236}">
                  <a16:creationId xmlns:a16="http://schemas.microsoft.com/office/drawing/2014/main" id="{79464B09-1A16-4EA4-A42A-641DE46C5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0" y="1390"/>
              <a:ext cx="479" cy="1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Y0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Y1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Y2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Y3</a:t>
              </a:r>
            </a:p>
          </p:txBody>
        </p:sp>
        <p:sp>
          <p:nvSpPr>
            <p:cNvPr id="74830" name="Text Box 14">
              <a:extLst>
                <a:ext uri="{FF2B5EF4-FFF2-40B4-BE49-F238E27FC236}">
                  <a16:creationId xmlns:a16="http://schemas.microsoft.com/office/drawing/2014/main" id="{C19AE9C5-6A26-47F3-967D-7211890B4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7" y="1390"/>
              <a:ext cx="378" cy="1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G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endParaRPr lang="en-US" altLang="zh-CN" sz="14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4831" name="Oval 15">
              <a:extLst>
                <a:ext uri="{FF2B5EF4-FFF2-40B4-BE49-F238E27FC236}">
                  <a16:creationId xmlns:a16="http://schemas.microsoft.com/office/drawing/2014/main" id="{1B0B21BA-ECA7-4429-BD51-E8B697291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476"/>
              <a:ext cx="96" cy="9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32" name="Line 16">
              <a:extLst>
                <a:ext uri="{FF2B5EF4-FFF2-40B4-BE49-F238E27FC236}">
                  <a16:creationId xmlns:a16="http://schemas.microsoft.com/office/drawing/2014/main" id="{4450321F-974A-45DB-9588-26A55A9F1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52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33" name="Line 17">
              <a:extLst>
                <a:ext uri="{FF2B5EF4-FFF2-40B4-BE49-F238E27FC236}">
                  <a16:creationId xmlns:a16="http://schemas.microsoft.com/office/drawing/2014/main" id="{DFF8D57C-E1DB-404B-8999-ED0010476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7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34" name="Line 18">
              <a:extLst>
                <a:ext uri="{FF2B5EF4-FFF2-40B4-BE49-F238E27FC236}">
                  <a16:creationId xmlns:a16="http://schemas.microsoft.com/office/drawing/2014/main" id="{DAA11B92-6857-44A2-A700-110A6D228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9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3565" name="Text Box 60">
            <a:extLst>
              <a:ext uri="{FF2B5EF4-FFF2-40B4-BE49-F238E27FC236}">
                <a16:creationId xmlns:a16="http://schemas.microsoft.com/office/drawing/2014/main" id="{8850B087-8B33-4CC2-AE33-1631F5E86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338" y="5167313"/>
            <a:ext cx="46037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G_L</a:t>
            </a:r>
          </a:p>
        </p:txBody>
      </p:sp>
      <p:sp>
        <p:nvSpPr>
          <p:cNvPr id="23566" name="Text Box 61">
            <a:extLst>
              <a:ext uri="{FF2B5EF4-FFF2-40B4-BE49-F238E27FC236}">
                <a16:creationId xmlns:a16="http://schemas.microsoft.com/office/drawing/2014/main" id="{19ACEC19-D657-4F11-8C8F-BC0526D0D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5611813"/>
            <a:ext cx="28098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3567" name="Text Box 62">
            <a:extLst>
              <a:ext uri="{FF2B5EF4-FFF2-40B4-BE49-F238E27FC236}">
                <a16:creationId xmlns:a16="http://schemas.microsoft.com/office/drawing/2014/main" id="{E8496E96-0EC0-4688-98B7-3C06CA39F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5878513"/>
            <a:ext cx="28098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3568" name="Text Box 63">
            <a:extLst>
              <a:ext uri="{FF2B5EF4-FFF2-40B4-BE49-F238E27FC236}">
                <a16:creationId xmlns:a16="http://schemas.microsoft.com/office/drawing/2014/main" id="{F6B90506-C75E-4269-8D96-BC78A986E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800" y="5162550"/>
            <a:ext cx="571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Y0_L</a:t>
            </a:r>
          </a:p>
        </p:txBody>
      </p:sp>
      <p:sp>
        <p:nvSpPr>
          <p:cNvPr id="23569" name="Text Box 64">
            <a:extLst>
              <a:ext uri="{FF2B5EF4-FFF2-40B4-BE49-F238E27FC236}">
                <a16:creationId xmlns:a16="http://schemas.microsoft.com/office/drawing/2014/main" id="{38AB4CC4-250A-4AB0-856B-CD0E2C45C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800" y="5429250"/>
            <a:ext cx="571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Y1_L</a:t>
            </a:r>
          </a:p>
        </p:txBody>
      </p:sp>
      <p:sp>
        <p:nvSpPr>
          <p:cNvPr id="23570" name="Text Box 65">
            <a:extLst>
              <a:ext uri="{FF2B5EF4-FFF2-40B4-BE49-F238E27FC236}">
                <a16:creationId xmlns:a16="http://schemas.microsoft.com/office/drawing/2014/main" id="{F6DCB6B9-0692-4833-80D7-87EC2E5DD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800" y="5686425"/>
            <a:ext cx="571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Y2_L</a:t>
            </a:r>
          </a:p>
        </p:txBody>
      </p:sp>
      <p:sp>
        <p:nvSpPr>
          <p:cNvPr id="23571" name="Text Box 66">
            <a:extLst>
              <a:ext uri="{FF2B5EF4-FFF2-40B4-BE49-F238E27FC236}">
                <a16:creationId xmlns:a16="http://schemas.microsoft.com/office/drawing/2014/main" id="{D2AB706F-62A1-406A-93EB-6525EF07D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5908675"/>
            <a:ext cx="571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Y3_L</a:t>
            </a:r>
          </a:p>
        </p:txBody>
      </p:sp>
      <p:grpSp>
        <p:nvGrpSpPr>
          <p:cNvPr id="8" name="Group 20">
            <a:extLst>
              <a:ext uri="{FF2B5EF4-FFF2-40B4-BE49-F238E27FC236}">
                <a16:creationId xmlns:a16="http://schemas.microsoft.com/office/drawing/2014/main" id="{F17774B2-B1E0-4237-9ABA-4A23144AF18C}"/>
              </a:ext>
            </a:extLst>
          </p:cNvPr>
          <p:cNvGrpSpPr>
            <a:grpSpLocks/>
          </p:cNvGrpSpPr>
          <p:nvPr/>
        </p:nvGrpSpPr>
        <p:grpSpPr bwMode="auto">
          <a:xfrm>
            <a:off x="4475163" y="2973388"/>
            <a:ext cx="1296987" cy="1433512"/>
            <a:chOff x="3168" y="1152"/>
            <a:chExt cx="1296" cy="1343"/>
          </a:xfrm>
        </p:grpSpPr>
        <p:sp>
          <p:nvSpPr>
            <p:cNvPr id="74805" name="Rectangle 21">
              <a:extLst>
                <a:ext uri="{FF2B5EF4-FFF2-40B4-BE49-F238E27FC236}">
                  <a16:creationId xmlns:a16="http://schemas.microsoft.com/office/drawing/2014/main" id="{064A3D03-2029-4AF4-B2E4-BBDD06A9F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152"/>
              <a:ext cx="912" cy="12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06" name="Line 22">
              <a:extLst>
                <a:ext uri="{FF2B5EF4-FFF2-40B4-BE49-F238E27FC236}">
                  <a16:creationId xmlns:a16="http://schemas.microsoft.com/office/drawing/2014/main" id="{A8252C23-96CF-4C14-AF3C-8DAFE6547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61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07" name="Line 23">
              <a:extLst>
                <a:ext uri="{FF2B5EF4-FFF2-40B4-BE49-F238E27FC236}">
                  <a16:creationId xmlns:a16="http://schemas.microsoft.com/office/drawing/2014/main" id="{5508A892-2C87-4D26-8417-101935C65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6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08" name="Line 24">
              <a:extLst>
                <a:ext uri="{FF2B5EF4-FFF2-40B4-BE49-F238E27FC236}">
                  <a16:creationId xmlns:a16="http://schemas.microsoft.com/office/drawing/2014/main" id="{094B2B52-ED2A-4A76-8DBA-6D55AA571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0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09" name="Line 25">
              <a:extLst>
                <a:ext uri="{FF2B5EF4-FFF2-40B4-BE49-F238E27FC236}">
                  <a16:creationId xmlns:a16="http://schemas.microsoft.com/office/drawing/2014/main" id="{4747C49E-1104-4D53-8772-208A24306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3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10" name="Text Box 26">
              <a:extLst>
                <a:ext uri="{FF2B5EF4-FFF2-40B4-BE49-F238E27FC236}">
                  <a16:creationId xmlns:a16="http://schemas.microsoft.com/office/drawing/2014/main" id="{0A007971-16C4-4A80-9287-67EB510E0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1" y="1548"/>
              <a:ext cx="356" cy="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Y0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Y1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Y2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Y3</a:t>
              </a:r>
            </a:p>
          </p:txBody>
        </p:sp>
        <p:sp>
          <p:nvSpPr>
            <p:cNvPr id="74811" name="Text Box 27">
              <a:extLst>
                <a:ext uri="{FF2B5EF4-FFF2-40B4-BE49-F238E27FC236}">
                  <a16:creationId xmlns:a16="http://schemas.microsoft.com/office/drawing/2014/main" id="{56012840-6489-49F8-9A32-91ED01947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1568"/>
              <a:ext cx="297" cy="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G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endParaRPr lang="en-US" altLang="zh-CN" sz="10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4812" name="Line 28">
              <a:extLst>
                <a:ext uri="{FF2B5EF4-FFF2-40B4-BE49-F238E27FC236}">
                  <a16:creationId xmlns:a16="http://schemas.microsoft.com/office/drawing/2014/main" id="{E7FE6518-DBCD-4385-B753-D8A8F57E1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73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13" name="Line 29">
              <a:extLst>
                <a:ext uri="{FF2B5EF4-FFF2-40B4-BE49-F238E27FC236}">
                  <a16:creationId xmlns:a16="http://schemas.microsoft.com/office/drawing/2014/main" id="{823A2703-1F02-4D2E-B720-26627494F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14" name="Line 30">
              <a:extLst>
                <a:ext uri="{FF2B5EF4-FFF2-40B4-BE49-F238E27FC236}">
                  <a16:creationId xmlns:a16="http://schemas.microsoft.com/office/drawing/2014/main" id="{88DB7383-3140-4775-BC0E-B0A49EA70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27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15" name="Line 32">
              <a:extLst>
                <a:ext uri="{FF2B5EF4-FFF2-40B4-BE49-F238E27FC236}">
                  <a16:creationId xmlns:a16="http://schemas.microsoft.com/office/drawing/2014/main" id="{63AEFF42-7980-45D8-AC8F-1EFC77F5B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61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16" name="Line 32">
              <a:extLst>
                <a:ext uri="{FF2B5EF4-FFF2-40B4-BE49-F238E27FC236}">
                  <a16:creationId xmlns:a16="http://schemas.microsoft.com/office/drawing/2014/main" id="{954FAE8A-9A45-4B46-99F0-5C8A96F3B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1818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17" name="Line 32">
              <a:extLst>
                <a:ext uri="{FF2B5EF4-FFF2-40B4-BE49-F238E27FC236}">
                  <a16:creationId xmlns:a16="http://schemas.microsoft.com/office/drawing/2014/main" id="{671F2945-7560-40FB-BE46-D85EF567F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027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18" name="Line 32">
              <a:extLst>
                <a:ext uri="{FF2B5EF4-FFF2-40B4-BE49-F238E27FC236}">
                  <a16:creationId xmlns:a16="http://schemas.microsoft.com/office/drawing/2014/main" id="{1313FFFF-F7B1-49AE-A30D-2589F94E7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235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19" name="Line 32">
              <a:extLst>
                <a:ext uri="{FF2B5EF4-FFF2-40B4-BE49-F238E27FC236}">
                  <a16:creationId xmlns:a16="http://schemas.microsoft.com/office/drawing/2014/main" id="{27CAA7E0-F495-4924-9457-447A2B6AA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1610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405" name="矩形 158">
            <a:extLst>
              <a:ext uri="{FF2B5EF4-FFF2-40B4-BE49-F238E27FC236}">
                <a16:creationId xmlns:a16="http://schemas.microsoft.com/office/drawing/2014/main" id="{F36055EA-39C4-495D-A23D-59423A181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8" y="2967038"/>
            <a:ext cx="9191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2-to-4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Decoder</a:t>
            </a:r>
          </a:p>
        </p:txBody>
      </p:sp>
      <p:sp>
        <p:nvSpPr>
          <p:cNvPr id="23574" name="矩形 178">
            <a:extLst>
              <a:ext uri="{FF2B5EF4-FFF2-40B4-BE49-F238E27FC236}">
                <a16:creationId xmlns:a16="http://schemas.microsoft.com/office/drawing/2014/main" id="{75C6DC29-57AD-4776-B6E6-DBE3B3F5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4711700"/>
            <a:ext cx="9334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2-to-4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Decoder</a:t>
            </a:r>
          </a:p>
        </p:txBody>
      </p:sp>
      <p:grpSp>
        <p:nvGrpSpPr>
          <p:cNvPr id="9" name="Group 67">
            <a:extLst>
              <a:ext uri="{FF2B5EF4-FFF2-40B4-BE49-F238E27FC236}">
                <a16:creationId xmlns:a16="http://schemas.microsoft.com/office/drawing/2014/main" id="{798B490D-DBA2-4FD4-B140-4A5AEDB8F285}"/>
              </a:ext>
            </a:extLst>
          </p:cNvPr>
          <p:cNvGrpSpPr>
            <a:grpSpLocks/>
          </p:cNvGrpSpPr>
          <p:nvPr/>
        </p:nvGrpSpPr>
        <p:grpSpPr bwMode="auto">
          <a:xfrm>
            <a:off x="6281738" y="2798763"/>
            <a:ext cx="1530350" cy="1620837"/>
            <a:chOff x="3792" y="816"/>
            <a:chExt cx="1536" cy="1536"/>
          </a:xfrm>
        </p:grpSpPr>
        <p:sp>
          <p:nvSpPr>
            <p:cNvPr id="74803" name="Oval 68">
              <a:extLst>
                <a:ext uri="{FF2B5EF4-FFF2-40B4-BE49-F238E27FC236}">
                  <a16:creationId xmlns:a16="http://schemas.microsoft.com/office/drawing/2014/main" id="{F59762B8-04B0-4F77-89FA-6CF9D8D61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816"/>
              <a:ext cx="1536" cy="1536"/>
            </a:xfrm>
            <a:prstGeom prst="ellipse">
              <a:avLst/>
            </a:prstGeom>
            <a:noFill/>
            <a:ln w="762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804" name="Line 69">
              <a:extLst>
                <a:ext uri="{FF2B5EF4-FFF2-40B4-BE49-F238E27FC236}">
                  <a16:creationId xmlns:a16="http://schemas.microsoft.com/office/drawing/2014/main" id="{C2495051-D6D9-49EB-90CA-515266E08C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056"/>
              <a:ext cx="1056" cy="1056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3576" name="矩形 183">
            <a:extLst>
              <a:ext uri="{FF2B5EF4-FFF2-40B4-BE49-F238E27FC236}">
                <a16:creationId xmlns:a16="http://schemas.microsoft.com/office/drawing/2014/main" id="{B35664D7-567B-4541-ADD5-7F5414A41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8950" y="1435100"/>
            <a:ext cx="21621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How about the Logical expression?</a:t>
            </a:r>
          </a:p>
        </p:txBody>
      </p:sp>
      <p:grpSp>
        <p:nvGrpSpPr>
          <p:cNvPr id="10" name="Group 20">
            <a:extLst>
              <a:ext uri="{FF2B5EF4-FFF2-40B4-BE49-F238E27FC236}">
                <a16:creationId xmlns:a16="http://schemas.microsoft.com/office/drawing/2014/main" id="{A5A42B2E-DEAB-466B-96BB-A32BBE2E7223}"/>
              </a:ext>
            </a:extLst>
          </p:cNvPr>
          <p:cNvGrpSpPr>
            <a:grpSpLocks/>
          </p:cNvGrpSpPr>
          <p:nvPr/>
        </p:nvGrpSpPr>
        <p:grpSpPr bwMode="auto">
          <a:xfrm>
            <a:off x="6394450" y="2940050"/>
            <a:ext cx="1296988" cy="1433513"/>
            <a:chOff x="3168" y="1152"/>
            <a:chExt cx="1296" cy="1343"/>
          </a:xfrm>
        </p:grpSpPr>
        <p:sp>
          <p:nvSpPr>
            <p:cNvPr id="74788" name="Rectangle 21">
              <a:extLst>
                <a:ext uri="{FF2B5EF4-FFF2-40B4-BE49-F238E27FC236}">
                  <a16:creationId xmlns:a16="http://schemas.microsoft.com/office/drawing/2014/main" id="{AB88AD98-F6ED-4895-9E6C-6F2638FE0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152"/>
              <a:ext cx="912" cy="12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89" name="Line 22">
              <a:extLst>
                <a:ext uri="{FF2B5EF4-FFF2-40B4-BE49-F238E27FC236}">
                  <a16:creationId xmlns:a16="http://schemas.microsoft.com/office/drawing/2014/main" id="{320E581C-9E5B-4BA5-A07F-DB94ABAE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61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90" name="Line 23">
              <a:extLst>
                <a:ext uri="{FF2B5EF4-FFF2-40B4-BE49-F238E27FC236}">
                  <a16:creationId xmlns:a16="http://schemas.microsoft.com/office/drawing/2014/main" id="{F47E8083-6390-425A-9C06-8586FD3CF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6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91" name="Line 24">
              <a:extLst>
                <a:ext uri="{FF2B5EF4-FFF2-40B4-BE49-F238E27FC236}">
                  <a16:creationId xmlns:a16="http://schemas.microsoft.com/office/drawing/2014/main" id="{C131F19C-F1F8-4323-AD4F-65DC0B8D4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0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92" name="Line 25">
              <a:extLst>
                <a:ext uri="{FF2B5EF4-FFF2-40B4-BE49-F238E27FC236}">
                  <a16:creationId xmlns:a16="http://schemas.microsoft.com/office/drawing/2014/main" id="{11402210-3876-4B29-9C88-1C4B5EF1F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3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93" name="Text Box 26">
              <a:extLst>
                <a:ext uri="{FF2B5EF4-FFF2-40B4-BE49-F238E27FC236}">
                  <a16:creationId xmlns:a16="http://schemas.microsoft.com/office/drawing/2014/main" id="{9D30F79A-E756-4AF9-9E51-2958621DF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1548"/>
              <a:ext cx="356" cy="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Y0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Y1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Y2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ahoma" panose="020B0604030504040204" pitchFamily="34" charset="0"/>
                  <a:ea typeface="宋体" panose="02010600030101010101" pitchFamily="2" charset="-122"/>
                </a:rPr>
                <a:t>Y3</a:t>
              </a:r>
            </a:p>
          </p:txBody>
        </p:sp>
        <p:sp>
          <p:nvSpPr>
            <p:cNvPr id="74794" name="Text Box 27">
              <a:extLst>
                <a:ext uri="{FF2B5EF4-FFF2-40B4-BE49-F238E27FC236}">
                  <a16:creationId xmlns:a16="http://schemas.microsoft.com/office/drawing/2014/main" id="{8AFDF447-8D1C-4036-9A7A-8884D257C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1568"/>
              <a:ext cx="297" cy="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G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endParaRPr lang="en-US" altLang="zh-CN" sz="10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4795" name="Line 28">
              <a:extLst>
                <a:ext uri="{FF2B5EF4-FFF2-40B4-BE49-F238E27FC236}">
                  <a16:creationId xmlns:a16="http://schemas.microsoft.com/office/drawing/2014/main" id="{4702A9E4-3C05-4DFE-B939-54656046E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73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96" name="Line 29">
              <a:extLst>
                <a:ext uri="{FF2B5EF4-FFF2-40B4-BE49-F238E27FC236}">
                  <a16:creationId xmlns:a16="http://schemas.microsoft.com/office/drawing/2014/main" id="{D292CA57-08C5-436B-A892-C1368FD56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97" name="Line 30">
              <a:extLst>
                <a:ext uri="{FF2B5EF4-FFF2-40B4-BE49-F238E27FC236}">
                  <a16:creationId xmlns:a16="http://schemas.microsoft.com/office/drawing/2014/main" id="{234CFA74-D23F-4CF1-8C5E-195086236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27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98" name="Line 32">
              <a:extLst>
                <a:ext uri="{FF2B5EF4-FFF2-40B4-BE49-F238E27FC236}">
                  <a16:creationId xmlns:a16="http://schemas.microsoft.com/office/drawing/2014/main" id="{68ADDE48-17A7-48A3-BE51-27157F9D7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61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99" name="Line 32">
              <a:extLst>
                <a:ext uri="{FF2B5EF4-FFF2-40B4-BE49-F238E27FC236}">
                  <a16:creationId xmlns:a16="http://schemas.microsoft.com/office/drawing/2014/main" id="{9099B528-FA56-4CE4-BC50-CBCCA6CC1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7" y="181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00" name="Line 32">
              <a:extLst>
                <a:ext uri="{FF2B5EF4-FFF2-40B4-BE49-F238E27FC236}">
                  <a16:creationId xmlns:a16="http://schemas.microsoft.com/office/drawing/2014/main" id="{65102397-40A3-485E-AA30-8D0D2D2D0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7" y="202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01" name="Line 32">
              <a:extLst>
                <a:ext uri="{FF2B5EF4-FFF2-40B4-BE49-F238E27FC236}">
                  <a16:creationId xmlns:a16="http://schemas.microsoft.com/office/drawing/2014/main" id="{3C90F708-3A49-4D06-B6D8-CB60B9218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7" y="223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802" name="Line 32">
              <a:extLst>
                <a:ext uri="{FF2B5EF4-FFF2-40B4-BE49-F238E27FC236}">
                  <a16:creationId xmlns:a16="http://schemas.microsoft.com/office/drawing/2014/main" id="{7ACF7510-CFC9-476A-B646-7A6BC60C7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7" y="161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410" name="矩形 205">
            <a:extLst>
              <a:ext uri="{FF2B5EF4-FFF2-40B4-BE49-F238E27FC236}">
                <a16:creationId xmlns:a16="http://schemas.microsoft.com/office/drawing/2014/main" id="{F427ABCD-90DC-4CC7-9E6E-F519BF5D5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2933700"/>
            <a:ext cx="9191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2-to-4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Decoder</a:t>
            </a:r>
          </a:p>
        </p:txBody>
      </p:sp>
      <p:sp>
        <p:nvSpPr>
          <p:cNvPr id="16411" name="Oval 5">
            <a:extLst>
              <a:ext uri="{FF2B5EF4-FFF2-40B4-BE49-F238E27FC236}">
                <a16:creationId xmlns:a16="http://schemas.microsoft.com/office/drawing/2014/main" id="{7728A38D-3814-4723-944C-DE4187B1D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363" y="3390900"/>
            <a:ext cx="77787" cy="936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12" name="Oval 7">
            <a:extLst>
              <a:ext uri="{FF2B5EF4-FFF2-40B4-BE49-F238E27FC236}">
                <a16:creationId xmlns:a16="http://schemas.microsoft.com/office/drawing/2014/main" id="{77427AC2-0940-4C05-A2B2-B17865717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9188" y="3617913"/>
            <a:ext cx="77787" cy="936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13" name="Oval 9">
            <a:extLst>
              <a:ext uri="{FF2B5EF4-FFF2-40B4-BE49-F238E27FC236}">
                <a16:creationId xmlns:a16="http://schemas.microsoft.com/office/drawing/2014/main" id="{A4F63402-C852-451A-91AF-30FD7234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9188" y="3879850"/>
            <a:ext cx="77787" cy="936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14" name="Oval 11">
            <a:extLst>
              <a:ext uri="{FF2B5EF4-FFF2-40B4-BE49-F238E27FC236}">
                <a16:creationId xmlns:a16="http://schemas.microsoft.com/office/drawing/2014/main" id="{B5CC9A42-C242-4DB3-98DD-D254590F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9188" y="4102100"/>
            <a:ext cx="77787" cy="936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15" name="Oval 15">
            <a:extLst>
              <a:ext uri="{FF2B5EF4-FFF2-40B4-BE49-F238E27FC236}">
                <a16:creationId xmlns:a16="http://schemas.microsoft.com/office/drawing/2014/main" id="{B8304F48-9DA3-48CD-B94F-138D17FC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3524250"/>
            <a:ext cx="77787" cy="936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18C97FFC-BF44-4BBC-9080-AC00B9CFF6C2}"/>
              </a:ext>
            </a:extLst>
          </p:cNvPr>
          <p:cNvCxnSpPr/>
          <p:nvPr/>
        </p:nvCxnSpPr>
        <p:spPr>
          <a:xfrm rot="16200000" flipH="1">
            <a:off x="949325" y="3540125"/>
            <a:ext cx="5511800" cy="4445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85" name="TextBox 213">
            <a:extLst>
              <a:ext uri="{FF2B5EF4-FFF2-40B4-BE49-F238E27FC236}">
                <a16:creationId xmlns:a16="http://schemas.microsoft.com/office/drawing/2014/main" id="{171AE4AA-3665-4377-9E8B-C90D7E3EE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0" y="895350"/>
            <a:ext cx="192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Negative logic</a:t>
            </a:r>
            <a:endParaRPr lang="zh-CN" altLang="en-US" sz="20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6" name="日期占位符 1">
            <a:extLst>
              <a:ext uri="{FF2B5EF4-FFF2-40B4-BE49-F238E27FC236}">
                <a16:creationId xmlns:a16="http://schemas.microsoft.com/office/drawing/2014/main" id="{7F1E3EBA-D388-4619-A3A9-9484EA55D42F}"/>
              </a:ext>
            </a:extLst>
          </p:cNvPr>
          <p:cNvSpPr txBox="1">
            <a:spLocks/>
          </p:cNvSpPr>
          <p:nvPr/>
        </p:nvSpPr>
        <p:spPr bwMode="auto">
          <a:xfrm>
            <a:off x="341313" y="64436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181283C-680B-4E48-A38D-3E6275C27D8B}" type="datetime1"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2026-03-21</a:t>
            </a:fld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C62AF527-0635-1D59-F5DA-2C119267E9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70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58551318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1">
            <a:extLst>
              <a:ext uri="{FF2B5EF4-FFF2-40B4-BE49-F238E27FC236}">
                <a16:creationId xmlns:a16="http://schemas.microsoft.com/office/drawing/2014/main" id="{BAA79B12-23A2-4C0A-B507-B830CA480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806450"/>
            <a:ext cx="70326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Please give the truth table of 3-to-8 Decoder</a:t>
            </a:r>
            <a:endParaRPr lang="zh-CN" altLang="en-US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45" name="Group 561">
            <a:extLst>
              <a:ext uri="{FF2B5EF4-FFF2-40B4-BE49-F238E27FC236}">
                <a16:creationId xmlns:a16="http://schemas.microsoft.com/office/drawing/2014/main" id="{EFD74572-CDD5-4D4A-AD70-252FABB06769}"/>
              </a:ext>
            </a:extLst>
          </p:cNvPr>
          <p:cNvGraphicFramePr>
            <a:graphicFrameLocks/>
          </p:cNvGraphicFramePr>
          <p:nvPr/>
        </p:nvGraphicFramePr>
        <p:xfrm>
          <a:off x="63500" y="1381125"/>
          <a:ext cx="4535488" cy="2660645"/>
        </p:xfrm>
        <a:graphic>
          <a:graphicData uri="http://schemas.openxmlformats.org/drawingml/2006/table">
            <a:tbl>
              <a:tblPr/>
              <a:tblGrid>
                <a:gridCol w="117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0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66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input</a:t>
                      </a: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output</a:t>
                      </a: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G1 G2A_L G2B_L</a:t>
                      </a: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C B A</a:t>
                      </a: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Y7_L Y6_L Y5_L Y4_L Y3_L Y2_L Y1_L Y0_L</a:t>
                      </a: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  X         X</a:t>
                      </a: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 X X</a:t>
                      </a: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1        1        1        1        1        1        1        1</a:t>
                      </a: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         1         X</a:t>
                      </a: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 X X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1        1        1        1        1        1        1        1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         X         1</a:t>
                      </a: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 X X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1        1        1        1        1        1        1        1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1         0         0</a:t>
                      </a: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0  0  0</a:t>
                      </a: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1        1        1        1        1        1        1      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1         0         0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0  0  1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1        1        1        1        1        1      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 1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1         0         0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0  1  0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1        1        1        1        1     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0      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1         0         0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0  1  1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1        1        1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1         0         0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1  0  0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 1        1        1        1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1         0         0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1  0  1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 1        1        1        1        1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1         0         0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1  1  0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 1        1        1        1        1        1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1         0         0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1  1  1</a:t>
                      </a:r>
                      <a:endParaRPr kumimoji="1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</a:t>
                      </a:r>
                      <a:r>
                        <a:rPr kumimoji="1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1        1        1        1        1        1        1</a:t>
                      </a:r>
                      <a:endParaRPr kumimoji="1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8000" marR="18000" marT="18002" marB="18002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E3112733-FC07-4643-9562-9F3C977E2485}"/>
              </a:ext>
            </a:extLst>
          </p:cNvPr>
          <p:cNvGrpSpPr>
            <a:grpSpLocks/>
          </p:cNvGrpSpPr>
          <p:nvPr/>
        </p:nvGrpSpPr>
        <p:grpSpPr bwMode="auto">
          <a:xfrm>
            <a:off x="1790700" y="5262563"/>
            <a:ext cx="517525" cy="796925"/>
            <a:chOff x="3904" y="2304"/>
            <a:chExt cx="326" cy="558"/>
          </a:xfrm>
        </p:grpSpPr>
        <p:sp>
          <p:nvSpPr>
            <p:cNvPr id="75890" name="Text Box 4">
              <a:extLst>
                <a:ext uri="{FF2B5EF4-FFF2-40B4-BE49-F238E27FC236}">
                  <a16:creationId xmlns:a16="http://schemas.microsoft.com/office/drawing/2014/main" id="{0AC7D883-98B2-4766-998E-88208B63B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4" y="2304"/>
              <a:ext cx="326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LSB</a:t>
              </a: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en-US" altLang="zh-CN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MSB</a:t>
              </a: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5891" name="Line 5">
              <a:extLst>
                <a:ext uri="{FF2B5EF4-FFF2-40B4-BE49-F238E27FC236}">
                  <a16:creationId xmlns:a16="http://schemas.microsoft.com/office/drawing/2014/main" id="{0697B937-038C-450A-A3A0-6C3D076DD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2" y="2496"/>
              <a:ext cx="0" cy="2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E9E49306-EF7B-42BF-8BAB-97B190C1AB1C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4059238"/>
            <a:ext cx="842962" cy="1022350"/>
            <a:chOff x="3239" y="1006"/>
            <a:chExt cx="902" cy="1154"/>
          </a:xfrm>
        </p:grpSpPr>
        <p:sp>
          <p:nvSpPr>
            <p:cNvPr id="75888" name="AutoShape 16">
              <a:extLst>
                <a:ext uri="{FF2B5EF4-FFF2-40B4-BE49-F238E27FC236}">
                  <a16:creationId xmlns:a16="http://schemas.microsoft.com/office/drawing/2014/main" id="{26E4A18A-5908-4BC9-8B8B-C09F8F29B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" y="1200"/>
              <a:ext cx="816" cy="960"/>
            </a:xfrm>
            <a:prstGeom prst="roundRect">
              <a:avLst>
                <a:gd name="adj" fmla="val 8912"/>
              </a:avLst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89" name="Text Box 17">
              <a:extLst>
                <a:ext uri="{FF2B5EF4-FFF2-40B4-BE49-F238E27FC236}">
                  <a16:creationId xmlns:a16="http://schemas.microsoft.com/office/drawing/2014/main" id="{D925D90D-EA22-49E2-BB94-EEEE0C7E8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5" y="1006"/>
              <a:ext cx="426" cy="3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EN</a:t>
              </a:r>
              <a:endParaRPr lang="zh-CN" altLang="en-US" sz="1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639" name="Rectangle 45">
            <a:extLst>
              <a:ext uri="{FF2B5EF4-FFF2-40B4-BE49-F238E27FC236}">
                <a16:creationId xmlns:a16="http://schemas.microsoft.com/office/drawing/2014/main" id="{3B0E8A58-295A-4186-B1F5-3AF3D9D55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4306888"/>
            <a:ext cx="800100" cy="1790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46">
            <a:extLst>
              <a:ext uri="{FF2B5EF4-FFF2-40B4-BE49-F238E27FC236}">
                <a16:creationId xmlns:a16="http://schemas.microsoft.com/office/drawing/2014/main" id="{6ACFA992-9A68-4CD8-BE3B-7D6288432C52}"/>
              </a:ext>
            </a:extLst>
          </p:cNvPr>
          <p:cNvGrpSpPr>
            <a:grpSpLocks/>
          </p:cNvGrpSpPr>
          <p:nvPr/>
        </p:nvGrpSpPr>
        <p:grpSpPr bwMode="auto">
          <a:xfrm>
            <a:off x="1498600" y="5418138"/>
            <a:ext cx="212725" cy="488950"/>
            <a:chOff x="144" y="2896"/>
            <a:chExt cx="286" cy="693"/>
          </a:xfrm>
        </p:grpSpPr>
        <p:sp>
          <p:nvSpPr>
            <p:cNvPr id="75885" name="Line 47">
              <a:extLst>
                <a:ext uri="{FF2B5EF4-FFF2-40B4-BE49-F238E27FC236}">
                  <a16:creationId xmlns:a16="http://schemas.microsoft.com/office/drawing/2014/main" id="{CF6A9FBD-19BD-4BCD-A2B1-33FFCE4A1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896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86" name="Line 48">
              <a:extLst>
                <a:ext uri="{FF2B5EF4-FFF2-40B4-BE49-F238E27FC236}">
                  <a16:creationId xmlns:a16="http://schemas.microsoft.com/office/drawing/2014/main" id="{6E83E273-59CD-469B-B520-8715DC440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3243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87" name="Line 49">
              <a:extLst>
                <a:ext uri="{FF2B5EF4-FFF2-40B4-BE49-F238E27FC236}">
                  <a16:creationId xmlns:a16="http://schemas.microsoft.com/office/drawing/2014/main" id="{6412E9D5-E980-4B22-B331-7E994EF8CC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3589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4641" name="Text Box 50">
            <a:extLst>
              <a:ext uri="{FF2B5EF4-FFF2-40B4-BE49-F238E27FC236}">
                <a16:creationId xmlns:a16="http://schemas.microsoft.com/office/drawing/2014/main" id="{0A7CE15E-5ADA-4EB4-8ACE-F1F388E76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302250"/>
            <a:ext cx="3079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endParaRPr lang="en-US" altLang="zh-CN" sz="1400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642" name="Text Box 51">
            <a:extLst>
              <a:ext uri="{FF2B5EF4-FFF2-40B4-BE49-F238E27FC236}">
                <a16:creationId xmlns:a16="http://schemas.microsoft.com/office/drawing/2014/main" id="{DC8AFE1B-03B6-43F3-B2CC-6CEEB2CA3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351338"/>
            <a:ext cx="50323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G1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G2A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G2B</a:t>
            </a:r>
            <a:endParaRPr lang="zh-CN" altLang="en-US" sz="12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643" name="Text Box 52">
            <a:extLst>
              <a:ext uri="{FF2B5EF4-FFF2-40B4-BE49-F238E27FC236}">
                <a16:creationId xmlns:a16="http://schemas.microsoft.com/office/drawing/2014/main" id="{64CE0AAF-69E1-4A76-8345-C7297C421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638" y="4306888"/>
            <a:ext cx="385762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Y0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Y2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Y3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Y4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Y5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Y6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b="1">
                <a:latin typeface="Tahoma" panose="020B0604030504040204" pitchFamily="34" charset="0"/>
                <a:ea typeface="宋体" panose="02010600030101010101" pitchFamily="2" charset="-122"/>
              </a:rPr>
              <a:t>Y7</a:t>
            </a:r>
          </a:p>
        </p:txBody>
      </p:sp>
      <p:grpSp>
        <p:nvGrpSpPr>
          <p:cNvPr id="5" name="Group 53">
            <a:extLst>
              <a:ext uri="{FF2B5EF4-FFF2-40B4-BE49-F238E27FC236}">
                <a16:creationId xmlns:a16="http://schemas.microsoft.com/office/drawing/2014/main" id="{0C823CAD-CB9B-4158-854C-A98E4D7A1085}"/>
              </a:ext>
            </a:extLst>
          </p:cNvPr>
          <p:cNvGrpSpPr>
            <a:grpSpLocks/>
          </p:cNvGrpSpPr>
          <p:nvPr/>
        </p:nvGrpSpPr>
        <p:grpSpPr bwMode="auto">
          <a:xfrm>
            <a:off x="2520950" y="4433888"/>
            <a:ext cx="231775" cy="1606550"/>
            <a:chOff x="1634" y="1509"/>
            <a:chExt cx="286" cy="2150"/>
          </a:xfrm>
        </p:grpSpPr>
        <p:sp>
          <p:nvSpPr>
            <p:cNvPr id="75869" name="Line 54">
              <a:extLst>
                <a:ext uri="{FF2B5EF4-FFF2-40B4-BE49-F238E27FC236}">
                  <a16:creationId xmlns:a16="http://schemas.microsoft.com/office/drawing/2014/main" id="{EBB57768-079E-4E83-B953-7936F4DE0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2133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70" name="Line 55">
              <a:extLst>
                <a:ext uri="{FF2B5EF4-FFF2-40B4-BE49-F238E27FC236}">
                  <a16:creationId xmlns:a16="http://schemas.microsoft.com/office/drawing/2014/main" id="{49C92C9E-18EC-4891-8462-FFE0EFEF7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2411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71" name="Line 56">
              <a:extLst>
                <a:ext uri="{FF2B5EF4-FFF2-40B4-BE49-F238E27FC236}">
                  <a16:creationId xmlns:a16="http://schemas.microsoft.com/office/drawing/2014/main" id="{C6585BDE-0152-4FBE-AF00-CA98699C0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3035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72" name="Oval 57">
              <a:extLst>
                <a:ext uri="{FF2B5EF4-FFF2-40B4-BE49-F238E27FC236}">
                  <a16:creationId xmlns:a16="http://schemas.microsoft.com/office/drawing/2014/main" id="{5D24B371-1728-4CED-A4C0-7C9AADF57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1509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73" name="Oval 58">
              <a:extLst>
                <a:ext uri="{FF2B5EF4-FFF2-40B4-BE49-F238E27FC236}">
                  <a16:creationId xmlns:a16="http://schemas.microsoft.com/office/drawing/2014/main" id="{B9DAA796-0D40-48BA-AFDB-5587B3DE4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1787"/>
              <a:ext cx="114" cy="1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74" name="Oval 59">
              <a:extLst>
                <a:ext uri="{FF2B5EF4-FFF2-40B4-BE49-F238E27FC236}">
                  <a16:creationId xmlns:a16="http://schemas.microsoft.com/office/drawing/2014/main" id="{7E58AEBB-DD83-49D3-AE4C-C1B6626BD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064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75" name="Oval 60">
              <a:extLst>
                <a:ext uri="{FF2B5EF4-FFF2-40B4-BE49-F238E27FC236}">
                  <a16:creationId xmlns:a16="http://schemas.microsoft.com/office/drawing/2014/main" id="{20857352-B281-4D6E-BF53-7A97A4042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341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76" name="Oval 61">
              <a:extLst>
                <a:ext uri="{FF2B5EF4-FFF2-40B4-BE49-F238E27FC236}">
                  <a16:creationId xmlns:a16="http://schemas.microsoft.com/office/drawing/2014/main" id="{01903037-5B53-4F50-8ADB-19BE60C5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88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77" name="Oval 62">
              <a:extLst>
                <a:ext uri="{FF2B5EF4-FFF2-40B4-BE49-F238E27FC236}">
                  <a16:creationId xmlns:a16="http://schemas.microsoft.com/office/drawing/2014/main" id="{8428AD99-E4D1-4FD3-932C-ED7439CAF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965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78" name="Oval 63">
              <a:extLst>
                <a:ext uri="{FF2B5EF4-FFF2-40B4-BE49-F238E27FC236}">
                  <a16:creationId xmlns:a16="http://schemas.microsoft.com/office/drawing/2014/main" id="{9A34824B-28B6-4E3C-B2EA-68C432731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243"/>
              <a:ext cx="114" cy="1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79" name="Oval 64">
              <a:extLst>
                <a:ext uri="{FF2B5EF4-FFF2-40B4-BE49-F238E27FC236}">
                  <a16:creationId xmlns:a16="http://schemas.microsoft.com/office/drawing/2014/main" id="{263A97EA-9D0F-4405-B90D-1A2ED6EAD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520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80" name="Line 65">
              <a:extLst>
                <a:ext uri="{FF2B5EF4-FFF2-40B4-BE49-F238E27FC236}">
                  <a16:creationId xmlns:a16="http://schemas.microsoft.com/office/drawing/2014/main" id="{25E9EE9E-DA89-482B-A654-E83E5A5D5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2757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81" name="Line 66">
              <a:extLst>
                <a:ext uri="{FF2B5EF4-FFF2-40B4-BE49-F238E27FC236}">
                  <a16:creationId xmlns:a16="http://schemas.microsoft.com/office/drawing/2014/main" id="{C3636E6F-CC05-430E-A421-A082228C8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3589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82" name="Line 67">
              <a:extLst>
                <a:ext uri="{FF2B5EF4-FFF2-40B4-BE49-F238E27FC236}">
                  <a16:creationId xmlns:a16="http://schemas.microsoft.com/office/drawing/2014/main" id="{8B844FDC-9DEB-498A-A1F6-8A0A37382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3312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83" name="Line 68">
              <a:extLst>
                <a:ext uri="{FF2B5EF4-FFF2-40B4-BE49-F238E27FC236}">
                  <a16:creationId xmlns:a16="http://schemas.microsoft.com/office/drawing/2014/main" id="{2D0F7079-72BE-4402-A72F-64AEBB66F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1579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84" name="Line 69">
              <a:extLst>
                <a:ext uri="{FF2B5EF4-FFF2-40B4-BE49-F238E27FC236}">
                  <a16:creationId xmlns:a16="http://schemas.microsoft.com/office/drawing/2014/main" id="{FE5552F8-57AB-49AD-AA63-1E3DC26B5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1856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70">
            <a:extLst>
              <a:ext uri="{FF2B5EF4-FFF2-40B4-BE49-F238E27FC236}">
                <a16:creationId xmlns:a16="http://schemas.microsoft.com/office/drawing/2014/main" id="{4EE37DC8-1FA8-488F-8681-813A0DE23806}"/>
              </a:ext>
            </a:extLst>
          </p:cNvPr>
          <p:cNvGrpSpPr>
            <a:grpSpLocks/>
          </p:cNvGrpSpPr>
          <p:nvPr/>
        </p:nvGrpSpPr>
        <p:grpSpPr bwMode="auto">
          <a:xfrm>
            <a:off x="1454150" y="4484688"/>
            <a:ext cx="257175" cy="488950"/>
            <a:chOff x="144" y="1579"/>
            <a:chExt cx="286" cy="762"/>
          </a:xfrm>
        </p:grpSpPr>
        <p:sp>
          <p:nvSpPr>
            <p:cNvPr id="75864" name="Line 71">
              <a:extLst>
                <a:ext uri="{FF2B5EF4-FFF2-40B4-BE49-F238E27FC236}">
                  <a16:creationId xmlns:a16="http://schemas.microsoft.com/office/drawing/2014/main" id="{56FD3CD9-B77E-4FD7-AA8D-22DB78EAD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1579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65" name="Oval 72">
              <a:extLst>
                <a:ext uri="{FF2B5EF4-FFF2-40B4-BE49-F238E27FC236}">
                  <a16:creationId xmlns:a16="http://schemas.microsoft.com/office/drawing/2014/main" id="{FDD2D399-BC5F-484B-86D4-8F55A0795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" y="1856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66" name="Oval 73">
              <a:extLst>
                <a:ext uri="{FF2B5EF4-FFF2-40B4-BE49-F238E27FC236}">
                  <a16:creationId xmlns:a16="http://schemas.microsoft.com/office/drawing/2014/main" id="{F363286A-F405-44E5-A56E-2D1EA13E7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" y="2203"/>
              <a:ext cx="114" cy="1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67" name="Line 74">
              <a:extLst>
                <a:ext uri="{FF2B5EF4-FFF2-40B4-BE49-F238E27FC236}">
                  <a16:creationId xmlns:a16="http://schemas.microsoft.com/office/drawing/2014/main" id="{97717FB5-FC7B-4551-AA3E-22EDC1490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1925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868" name="Line 75">
              <a:extLst>
                <a:ext uri="{FF2B5EF4-FFF2-40B4-BE49-F238E27FC236}">
                  <a16:creationId xmlns:a16="http://schemas.microsoft.com/office/drawing/2014/main" id="{5312C772-AC01-4288-A0B4-4539C10F97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272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4646" name="Text Box 76">
            <a:extLst>
              <a:ext uri="{FF2B5EF4-FFF2-40B4-BE49-F238E27FC236}">
                <a16:creationId xmlns:a16="http://schemas.microsoft.com/office/drawing/2014/main" id="{D7386243-6D87-49A1-BD91-0D378586C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314450"/>
            <a:ext cx="17637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74</a:t>
            </a:r>
            <a:r>
              <a:rPr lang="en-US" altLang="zh-CN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LS138</a:t>
            </a:r>
          </a:p>
        </p:txBody>
      </p:sp>
      <p:pic>
        <p:nvPicPr>
          <p:cNvPr id="24647" name="Picture 2">
            <a:extLst>
              <a:ext uri="{FF2B5EF4-FFF2-40B4-BE49-F238E27FC236}">
                <a16:creationId xmlns:a16="http://schemas.microsoft.com/office/drawing/2014/main" id="{407DC577-3ACC-4C6A-86EB-E8F1D95EE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" r="1831"/>
          <a:stretch>
            <a:fillRect/>
          </a:stretch>
        </p:blipFill>
        <p:spPr bwMode="auto">
          <a:xfrm>
            <a:off x="4598988" y="1879600"/>
            <a:ext cx="4545012" cy="363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49" name="Oval 4">
            <a:extLst>
              <a:ext uri="{FF2B5EF4-FFF2-40B4-BE49-F238E27FC236}">
                <a16:creationId xmlns:a16="http://schemas.microsoft.com/office/drawing/2014/main" id="{4A19935A-5D57-4872-8CD4-E57E0B92C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2584450"/>
            <a:ext cx="1395413" cy="10826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45583BF6-2E52-4163-B12E-D6FA03A487DC}"/>
              </a:ext>
            </a:extLst>
          </p:cNvPr>
          <p:cNvGrpSpPr>
            <a:grpSpLocks/>
          </p:cNvGrpSpPr>
          <p:nvPr/>
        </p:nvGrpSpPr>
        <p:grpSpPr bwMode="auto">
          <a:xfrm>
            <a:off x="8081963" y="4679950"/>
            <a:ext cx="1062037" cy="1468438"/>
            <a:chOff x="4707" y="3072"/>
            <a:chExt cx="669" cy="925"/>
          </a:xfrm>
        </p:grpSpPr>
        <p:sp>
          <p:nvSpPr>
            <p:cNvPr id="75862" name="Oval 8">
              <a:extLst>
                <a:ext uri="{FF2B5EF4-FFF2-40B4-BE49-F238E27FC236}">
                  <a16:creationId xmlns:a16="http://schemas.microsoft.com/office/drawing/2014/main" id="{0FACC060-94AA-4790-8DF0-1B5D6D180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5" y="3072"/>
              <a:ext cx="301" cy="22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63" name="Freeform 10">
              <a:extLst>
                <a:ext uri="{FF2B5EF4-FFF2-40B4-BE49-F238E27FC236}">
                  <a16:creationId xmlns:a16="http://schemas.microsoft.com/office/drawing/2014/main" id="{73227C5E-7E17-45D0-B1B5-8BAEE6FA5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3308"/>
              <a:ext cx="595" cy="689"/>
            </a:xfrm>
            <a:custGeom>
              <a:avLst/>
              <a:gdLst>
                <a:gd name="T0" fmla="*/ 1132 w 584"/>
                <a:gd name="T1" fmla="*/ 0 h 800"/>
                <a:gd name="T2" fmla="*/ 1358 w 584"/>
                <a:gd name="T3" fmla="*/ 3 h 800"/>
                <a:gd name="T4" fmla="*/ 1016 w 584"/>
                <a:gd name="T5" fmla="*/ 3 h 800"/>
                <a:gd name="T6" fmla="*/ 0 w 584"/>
                <a:gd name="T7" fmla="*/ 3 h 8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4"/>
                <a:gd name="T13" fmla="*/ 0 h 800"/>
                <a:gd name="T14" fmla="*/ 584 w 584"/>
                <a:gd name="T15" fmla="*/ 800 h 8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4" h="800">
                  <a:moveTo>
                    <a:pt x="480" y="0"/>
                  </a:moveTo>
                  <a:cubicBezTo>
                    <a:pt x="532" y="84"/>
                    <a:pt x="584" y="168"/>
                    <a:pt x="576" y="288"/>
                  </a:cubicBezTo>
                  <a:cubicBezTo>
                    <a:pt x="568" y="408"/>
                    <a:pt x="528" y="640"/>
                    <a:pt x="432" y="720"/>
                  </a:cubicBezTo>
                  <a:cubicBezTo>
                    <a:pt x="336" y="800"/>
                    <a:pt x="72" y="760"/>
                    <a:pt x="0" y="7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" name="Text Box 5">
            <a:extLst>
              <a:ext uri="{FF2B5EF4-FFF2-40B4-BE49-F238E27FC236}">
                <a16:creationId xmlns:a16="http://schemas.microsoft.com/office/drawing/2014/main" id="{CA1F293D-6120-49F2-8C7A-CB4C1B2D2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925" y="2085975"/>
            <a:ext cx="126206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Enable</a:t>
            </a:r>
          </a:p>
        </p:txBody>
      </p:sp>
      <p:sp>
        <p:nvSpPr>
          <p:cNvPr id="54" name="Text Box 9">
            <a:extLst>
              <a:ext uri="{FF2B5EF4-FFF2-40B4-BE49-F238E27FC236}">
                <a16:creationId xmlns:a16="http://schemas.microsoft.com/office/drawing/2014/main" id="{9FFF4B97-83AB-4457-8F49-F498872AA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9988" y="5816600"/>
            <a:ext cx="1979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Y6_L=(C</a:t>
            </a: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·</a:t>
            </a: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·</a:t>
            </a: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A’)’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9D7C870-C204-43BD-AA63-A519F051D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288" y="5581650"/>
            <a:ext cx="1060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m</a:t>
            </a:r>
            <a:r>
              <a:rPr lang="en-US" altLang="zh-CN" sz="1800" b="1" baseline="-250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6</a:t>
            </a: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’=M</a:t>
            </a:r>
            <a:r>
              <a:rPr lang="en-US" altLang="zh-CN" sz="1800" b="1" baseline="-250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6</a:t>
            </a:r>
          </a:p>
        </p:txBody>
      </p:sp>
      <p:sp>
        <p:nvSpPr>
          <p:cNvPr id="75853" name="日期占位符 1">
            <a:extLst>
              <a:ext uri="{FF2B5EF4-FFF2-40B4-BE49-F238E27FC236}">
                <a16:creationId xmlns:a16="http://schemas.microsoft.com/office/drawing/2014/main" id="{C8DE469F-2906-437A-A754-495D757E71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CAE47AB-12EA-42B0-B828-B039ABFCD47B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5816D2E3-DC5E-93E3-6E39-890888397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71</a:t>
            </a:fld>
            <a:endParaRPr lang="zh-CN" altLang="en-US" sz="11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50ADA43-7575-DEC1-8922-58A2E0980D3D}"/>
              </a:ext>
            </a:extLst>
          </p:cNvPr>
          <p:cNvSpPr txBox="1">
            <a:spLocks/>
          </p:cNvSpPr>
          <p:nvPr/>
        </p:nvSpPr>
        <p:spPr>
          <a:xfrm>
            <a:off x="566738" y="233363"/>
            <a:ext cx="7772400" cy="6477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Exercise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47891280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3" name="Text Box 3">
            <a:extLst>
              <a:ext uri="{FF2B5EF4-FFF2-40B4-BE49-F238E27FC236}">
                <a16:creationId xmlns:a16="http://schemas.microsoft.com/office/drawing/2014/main" id="{325AC26A-3A5C-47EC-9CA9-85C65EC82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238" y="3990975"/>
            <a:ext cx="457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A276D9F-3E19-4284-8C03-DB33B550675E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079625"/>
            <a:ext cx="2362200" cy="3292475"/>
            <a:chOff x="1344" y="1430"/>
            <a:chExt cx="1488" cy="2074"/>
          </a:xfrm>
        </p:grpSpPr>
        <p:sp>
          <p:nvSpPr>
            <p:cNvPr id="76861" name="Rectangle 5">
              <a:extLst>
                <a:ext uri="{FF2B5EF4-FFF2-40B4-BE49-F238E27FC236}">
                  <a16:creationId xmlns:a16="http://schemas.microsoft.com/office/drawing/2014/main" id="{3418EAF1-0CE1-40EC-9C94-A12F00342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632"/>
              <a:ext cx="1008" cy="18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62" name="Line 6">
              <a:extLst>
                <a:ext uri="{FF2B5EF4-FFF2-40B4-BE49-F238E27FC236}">
                  <a16:creationId xmlns:a16="http://schemas.microsoft.com/office/drawing/2014/main" id="{03B7F06D-C486-4DCE-989C-FD62BEE29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87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63" name="Line 7">
              <a:extLst>
                <a:ext uri="{FF2B5EF4-FFF2-40B4-BE49-F238E27FC236}">
                  <a16:creationId xmlns:a16="http://schemas.microsoft.com/office/drawing/2014/main" id="{3132615A-A858-4130-80CA-6E6EC3154E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78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64" name="Line 8">
              <a:extLst>
                <a:ext uri="{FF2B5EF4-FFF2-40B4-BE49-F238E27FC236}">
                  <a16:creationId xmlns:a16="http://schemas.microsoft.com/office/drawing/2014/main" id="{6810A862-4B58-4335-BB53-DAABB39C7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30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65" name="Line 9">
              <a:extLst>
                <a:ext uri="{FF2B5EF4-FFF2-40B4-BE49-F238E27FC236}">
                  <a16:creationId xmlns:a16="http://schemas.microsoft.com/office/drawing/2014/main" id="{EFCD8D74-66D2-41FC-8553-7F7ED1E4B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66" name="Line 10">
              <a:extLst>
                <a:ext uri="{FF2B5EF4-FFF2-40B4-BE49-F238E27FC236}">
                  <a16:creationId xmlns:a16="http://schemas.microsoft.com/office/drawing/2014/main" id="{E736AEA2-2D0A-4AC8-94BD-41DC8800F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25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67" name="Line 11">
              <a:extLst>
                <a:ext uri="{FF2B5EF4-FFF2-40B4-BE49-F238E27FC236}">
                  <a16:creationId xmlns:a16="http://schemas.microsoft.com/office/drawing/2014/main" id="{89A70FD7-2EE2-4878-87B5-7E493FFE5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44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68" name="Line 12">
              <a:extLst>
                <a:ext uri="{FF2B5EF4-FFF2-40B4-BE49-F238E27FC236}">
                  <a16:creationId xmlns:a16="http://schemas.microsoft.com/office/drawing/2014/main" id="{58A170FA-996F-4AFF-AE59-3D3C94D17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88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69" name="Text Box 13">
              <a:extLst>
                <a:ext uri="{FF2B5EF4-FFF2-40B4-BE49-F238E27FC236}">
                  <a16:creationId xmlns:a16="http://schemas.microsoft.com/office/drawing/2014/main" id="{68F12848-C975-4D9A-ADFE-1B6060631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" y="2767"/>
              <a:ext cx="248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endParaRPr lang="en-US" altLang="zh-CN" sz="1800" baseline="-25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0" name="Text Box 14">
              <a:extLst>
                <a:ext uri="{FF2B5EF4-FFF2-40B4-BE49-F238E27FC236}">
                  <a16:creationId xmlns:a16="http://schemas.microsoft.com/office/drawing/2014/main" id="{4771C7DC-E761-418C-9620-5E32555C9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" y="1849"/>
              <a:ext cx="513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G1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G2A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G2B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1" name="Text Box 15">
              <a:extLst>
                <a:ext uri="{FF2B5EF4-FFF2-40B4-BE49-F238E27FC236}">
                  <a16:creationId xmlns:a16="http://schemas.microsoft.com/office/drawing/2014/main" id="{C8452F8B-1E30-4BB8-8A77-6BB7BBCAC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775"/>
              <a:ext cx="325" cy="1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Y0</a:t>
              </a:r>
            </a:p>
            <a:p>
              <a:pPr eaLnBrk="1" hangingPunct="1">
                <a:lnSpc>
                  <a:spcPct val="10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Y1</a:t>
              </a:r>
            </a:p>
            <a:p>
              <a:pPr eaLnBrk="1" hangingPunct="1">
                <a:lnSpc>
                  <a:spcPct val="10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Y2</a:t>
              </a:r>
            </a:p>
            <a:p>
              <a:pPr eaLnBrk="1" hangingPunct="1">
                <a:lnSpc>
                  <a:spcPct val="10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Y3</a:t>
              </a:r>
            </a:p>
            <a:p>
              <a:pPr eaLnBrk="1" hangingPunct="1">
                <a:lnSpc>
                  <a:spcPct val="10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Y4</a:t>
              </a:r>
            </a:p>
            <a:p>
              <a:pPr eaLnBrk="1" hangingPunct="1">
                <a:lnSpc>
                  <a:spcPct val="10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Y5</a:t>
              </a:r>
            </a:p>
            <a:p>
              <a:pPr eaLnBrk="1" hangingPunct="1">
                <a:lnSpc>
                  <a:spcPct val="10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Y6</a:t>
              </a:r>
            </a:p>
            <a:p>
              <a:pPr eaLnBrk="1" hangingPunct="1">
                <a:lnSpc>
                  <a:spcPct val="10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Y7</a:t>
              </a:r>
            </a:p>
          </p:txBody>
        </p:sp>
        <p:sp>
          <p:nvSpPr>
            <p:cNvPr id="76872" name="Oval 16">
              <a:extLst>
                <a:ext uri="{FF2B5EF4-FFF2-40B4-BE49-F238E27FC236}">
                  <a16:creationId xmlns:a16="http://schemas.microsoft.com/office/drawing/2014/main" id="{DC27C654-9324-4726-A792-803F3339C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82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3" name="Oval 17">
              <a:extLst>
                <a:ext uri="{FF2B5EF4-FFF2-40B4-BE49-F238E27FC236}">
                  <a16:creationId xmlns:a16="http://schemas.microsoft.com/office/drawing/2014/main" id="{FC2BC6E4-7F54-4D7C-9E80-2DABD240A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01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4" name="Oval 18">
              <a:extLst>
                <a:ext uri="{FF2B5EF4-FFF2-40B4-BE49-F238E27FC236}">
                  <a16:creationId xmlns:a16="http://schemas.microsoft.com/office/drawing/2014/main" id="{126E7C8A-9F8F-4491-83E9-5A4E53AA4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208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5" name="Oval 19">
              <a:extLst>
                <a:ext uri="{FF2B5EF4-FFF2-40B4-BE49-F238E27FC236}">
                  <a16:creationId xmlns:a16="http://schemas.microsoft.com/office/drawing/2014/main" id="{023CB5DC-D2D5-4EFE-BFFF-72C49DA71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400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6" name="Oval 20">
              <a:extLst>
                <a:ext uri="{FF2B5EF4-FFF2-40B4-BE49-F238E27FC236}">
                  <a16:creationId xmlns:a16="http://schemas.microsoft.com/office/drawing/2014/main" id="{7A4FFFB6-55DB-42FC-82BF-37CB32E97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0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7" name="Oval 21">
              <a:extLst>
                <a:ext uri="{FF2B5EF4-FFF2-40B4-BE49-F238E27FC236}">
                  <a16:creationId xmlns:a16="http://schemas.microsoft.com/office/drawing/2014/main" id="{D417139D-8503-4D26-A4D7-BBBEAAE77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832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8" name="Oval 22">
              <a:extLst>
                <a:ext uri="{FF2B5EF4-FFF2-40B4-BE49-F238E27FC236}">
                  <a16:creationId xmlns:a16="http://schemas.microsoft.com/office/drawing/2014/main" id="{50F81175-BC84-4FDF-B87D-F61D2B8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02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79" name="Oval 23">
              <a:extLst>
                <a:ext uri="{FF2B5EF4-FFF2-40B4-BE49-F238E27FC236}">
                  <a16:creationId xmlns:a16="http://schemas.microsoft.com/office/drawing/2014/main" id="{C5E60C2F-549E-4CAD-B907-423CC1016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30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80" name="Line 24">
              <a:extLst>
                <a:ext uri="{FF2B5EF4-FFF2-40B4-BE49-F238E27FC236}">
                  <a16:creationId xmlns:a16="http://schemas.microsoft.com/office/drawing/2014/main" id="{D586E982-05E6-4D74-86B3-51AF15314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68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81" name="Line 25">
              <a:extLst>
                <a:ext uri="{FF2B5EF4-FFF2-40B4-BE49-F238E27FC236}">
                  <a16:creationId xmlns:a16="http://schemas.microsoft.com/office/drawing/2014/main" id="{9EF28711-979E-430B-9798-91CD2B794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33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82" name="Line 26">
              <a:extLst>
                <a:ext uri="{FF2B5EF4-FFF2-40B4-BE49-F238E27FC236}">
                  <a16:creationId xmlns:a16="http://schemas.microsoft.com/office/drawing/2014/main" id="{09E93697-D898-4D7A-9E3B-14D8FCCF7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07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83" name="Line 27">
              <a:extLst>
                <a:ext uri="{FF2B5EF4-FFF2-40B4-BE49-F238E27FC236}">
                  <a16:creationId xmlns:a16="http://schemas.microsoft.com/office/drawing/2014/main" id="{27129F6A-C333-4BEE-AA60-D0EB2057E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87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84" name="Line 28">
              <a:extLst>
                <a:ext uri="{FF2B5EF4-FFF2-40B4-BE49-F238E27FC236}">
                  <a16:creationId xmlns:a16="http://schemas.microsoft.com/office/drawing/2014/main" id="{7EDC05D4-6AD1-4654-A8F4-ADE05B50C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0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85" name="Oval 29">
              <a:extLst>
                <a:ext uri="{FF2B5EF4-FFF2-40B4-BE49-F238E27FC236}">
                  <a16:creationId xmlns:a16="http://schemas.microsoft.com/office/drawing/2014/main" id="{F47BDBCA-97B9-4ADE-BFD6-69C222910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06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86" name="Oval 30">
              <a:extLst>
                <a:ext uri="{FF2B5EF4-FFF2-40B4-BE49-F238E27FC236}">
                  <a16:creationId xmlns:a16="http://schemas.microsoft.com/office/drawing/2014/main" id="{B0042B16-4BFB-4324-8FBE-38773304B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87" name="Line 31">
              <a:extLst>
                <a:ext uri="{FF2B5EF4-FFF2-40B4-BE49-F238E27FC236}">
                  <a16:creationId xmlns:a16="http://schemas.microsoft.com/office/drawing/2014/main" id="{FE1E97D5-AC81-4ABB-8EE6-4239FC002F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11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88" name="Line 32">
              <a:extLst>
                <a:ext uri="{FF2B5EF4-FFF2-40B4-BE49-F238E27FC236}">
                  <a16:creationId xmlns:a16="http://schemas.microsoft.com/office/drawing/2014/main" id="{4C88C660-2821-4B5B-BC9C-70D00FFC9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35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89" name="Text Box 33">
              <a:extLst>
                <a:ext uri="{FF2B5EF4-FFF2-40B4-BE49-F238E27FC236}">
                  <a16:creationId xmlns:a16="http://schemas.microsoft.com/office/drawing/2014/main" id="{14A29564-B626-4162-AF77-641B2F5DE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4" y="1430"/>
              <a:ext cx="6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74</a:t>
              </a:r>
              <a:r>
                <a:rPr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x138</a:t>
              </a:r>
            </a:p>
          </p:txBody>
        </p:sp>
      </p:grpSp>
      <p:grpSp>
        <p:nvGrpSpPr>
          <p:cNvPr id="3" name="Group 51">
            <a:extLst>
              <a:ext uri="{FF2B5EF4-FFF2-40B4-BE49-F238E27FC236}">
                <a16:creationId xmlns:a16="http://schemas.microsoft.com/office/drawing/2014/main" id="{0D802C9C-45C4-475C-96E1-965CA0B0B035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2762250"/>
            <a:ext cx="4222750" cy="2339975"/>
            <a:chOff x="2657" y="1860"/>
            <a:chExt cx="2660" cy="1474"/>
          </a:xfrm>
        </p:grpSpPr>
        <p:sp>
          <p:nvSpPr>
            <p:cNvPr id="76845" name="Line 52">
              <a:extLst>
                <a:ext uri="{FF2B5EF4-FFF2-40B4-BE49-F238E27FC236}">
                  <a16:creationId xmlns:a16="http://schemas.microsoft.com/office/drawing/2014/main" id="{F5BF1272-621F-4351-9091-74E5F567D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" y="1872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46" name="Line 53">
              <a:extLst>
                <a:ext uri="{FF2B5EF4-FFF2-40B4-BE49-F238E27FC236}">
                  <a16:creationId xmlns:a16="http://schemas.microsoft.com/office/drawing/2014/main" id="{CAB6EA98-3709-48D2-8AE4-328C3AC7F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" y="2736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47" name="Line 54">
              <a:extLst>
                <a:ext uri="{FF2B5EF4-FFF2-40B4-BE49-F238E27FC236}">
                  <a16:creationId xmlns:a16="http://schemas.microsoft.com/office/drawing/2014/main" id="{BAE4A670-C179-490A-9914-2037AA66B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" y="244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48" name="Line 55">
              <a:extLst>
                <a:ext uri="{FF2B5EF4-FFF2-40B4-BE49-F238E27FC236}">
                  <a16:creationId xmlns:a16="http://schemas.microsoft.com/office/drawing/2014/main" id="{8258204C-A640-47C5-9366-A9E4409D4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2" y="273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49" name="Line 56">
              <a:extLst>
                <a:ext uri="{FF2B5EF4-FFF2-40B4-BE49-F238E27FC236}">
                  <a16:creationId xmlns:a16="http://schemas.microsoft.com/office/drawing/2014/main" id="{C74126CD-87DF-4F0A-8650-0716AD341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2592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50" name="Text Box 57">
              <a:extLst>
                <a:ext uri="{FF2B5EF4-FFF2-40B4-BE49-F238E27FC236}">
                  <a16:creationId xmlns:a16="http://schemas.microsoft.com/office/drawing/2014/main" id="{65F08906-CAAD-4BC7-BC0F-2DA47B91D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" y="2400"/>
              <a:ext cx="31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ahoma" panose="020B0604030504040204" pitchFamily="34" charset="0"/>
                  <a:ea typeface="宋体" panose="02010600030101010101" pitchFamily="2" charset="-122"/>
                </a:rPr>
                <a:t>F1</a:t>
              </a:r>
            </a:p>
          </p:txBody>
        </p:sp>
        <p:sp>
          <p:nvSpPr>
            <p:cNvPr id="76851" name="Line 58">
              <a:extLst>
                <a:ext uri="{FF2B5EF4-FFF2-40B4-BE49-F238E27FC236}">
                  <a16:creationId xmlns:a16="http://schemas.microsoft.com/office/drawing/2014/main" id="{6EB28975-6C13-42B4-BB49-08912C5A9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2" y="1860"/>
              <a:ext cx="1110" cy="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52" name="Line 59">
              <a:extLst>
                <a:ext uri="{FF2B5EF4-FFF2-40B4-BE49-F238E27FC236}">
                  <a16:creationId xmlns:a16="http://schemas.microsoft.com/office/drawing/2014/main" id="{8F7702D6-1072-4EF4-8F2A-B39F2A48A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7" y="2448"/>
              <a:ext cx="1435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53" name="Line 60">
              <a:extLst>
                <a:ext uri="{FF2B5EF4-FFF2-40B4-BE49-F238E27FC236}">
                  <a16:creationId xmlns:a16="http://schemas.microsoft.com/office/drawing/2014/main" id="{794B033A-87FC-4D07-8EF1-2E02963946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5" y="3072"/>
              <a:ext cx="975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54" name="Line 61">
              <a:extLst>
                <a:ext uri="{FF2B5EF4-FFF2-40B4-BE49-F238E27FC236}">
                  <a16:creationId xmlns:a16="http://schemas.microsoft.com/office/drawing/2014/main" id="{361F3A84-D352-4C8D-801F-66702DE100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5" y="3312"/>
              <a:ext cx="1167" cy="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55" name="Arc 62">
              <a:extLst>
                <a:ext uri="{FF2B5EF4-FFF2-40B4-BE49-F238E27FC236}">
                  <a16:creationId xmlns:a16="http://schemas.microsoft.com/office/drawing/2014/main" id="{5A3BFB64-0F7D-4A27-838B-A9C80332C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256"/>
              <a:ext cx="144" cy="528"/>
            </a:xfrm>
            <a:custGeom>
              <a:avLst/>
              <a:gdLst>
                <a:gd name="T0" fmla="*/ 0 w 21600"/>
                <a:gd name="T1" fmla="*/ 0 h 43065"/>
                <a:gd name="T2" fmla="*/ 0 w 21600"/>
                <a:gd name="T3" fmla="*/ 0 h 43065"/>
                <a:gd name="T4" fmla="*/ 0 w 21600"/>
                <a:gd name="T5" fmla="*/ 0 h 4306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65"/>
                <a:gd name="T11" fmla="*/ 21600 w 21600"/>
                <a:gd name="T12" fmla="*/ 43065 h 430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6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596"/>
                    <a:pt x="13338" y="41837"/>
                    <a:pt x="2411" y="43065"/>
                  </a:cubicBezTo>
                </a:path>
                <a:path w="21600" h="4306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596"/>
                    <a:pt x="13338" y="41837"/>
                    <a:pt x="2411" y="4306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56" name="Arc 63">
              <a:extLst>
                <a:ext uri="{FF2B5EF4-FFF2-40B4-BE49-F238E27FC236}">
                  <a16:creationId xmlns:a16="http://schemas.microsoft.com/office/drawing/2014/main" id="{4974DCBC-809A-4075-B9F2-8274E24CC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256"/>
              <a:ext cx="67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57" name="Arc 64">
              <a:extLst>
                <a:ext uri="{FF2B5EF4-FFF2-40B4-BE49-F238E27FC236}">
                  <a16:creationId xmlns:a16="http://schemas.microsoft.com/office/drawing/2014/main" id="{DB82282C-6ECA-4DFF-B2D0-B3B551DC29C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92" y="2544"/>
              <a:ext cx="672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58" name="Line 65">
              <a:extLst>
                <a:ext uri="{FF2B5EF4-FFF2-40B4-BE49-F238E27FC236}">
                  <a16:creationId xmlns:a16="http://schemas.microsoft.com/office/drawing/2014/main" id="{0AB33FDF-3BC3-4B75-8418-FA8E89E4C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4" y="254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59" name="Line 66">
              <a:extLst>
                <a:ext uri="{FF2B5EF4-FFF2-40B4-BE49-F238E27FC236}">
                  <a16:creationId xmlns:a16="http://schemas.microsoft.com/office/drawing/2014/main" id="{14C3FD64-474C-4783-AC18-A425AFE9B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2" y="230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60" name="Line 67">
              <a:extLst>
                <a:ext uri="{FF2B5EF4-FFF2-40B4-BE49-F238E27FC236}">
                  <a16:creationId xmlns:a16="http://schemas.microsoft.com/office/drawing/2014/main" id="{F9F87065-1B9C-4AF5-B088-EEAEF484C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0" y="259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68">
            <a:extLst>
              <a:ext uri="{FF2B5EF4-FFF2-40B4-BE49-F238E27FC236}">
                <a16:creationId xmlns:a16="http://schemas.microsoft.com/office/drawing/2014/main" id="{4BEFE591-F0BB-4306-8602-C170F1812B53}"/>
              </a:ext>
            </a:extLst>
          </p:cNvPr>
          <p:cNvGrpSpPr>
            <a:grpSpLocks/>
          </p:cNvGrpSpPr>
          <p:nvPr/>
        </p:nvGrpSpPr>
        <p:grpSpPr bwMode="auto">
          <a:xfrm>
            <a:off x="1670050" y="3162300"/>
            <a:ext cx="381000" cy="685800"/>
            <a:chOff x="1104" y="2112"/>
            <a:chExt cx="240" cy="432"/>
          </a:xfrm>
        </p:grpSpPr>
        <p:sp>
          <p:nvSpPr>
            <p:cNvPr id="76839" name="Line 69">
              <a:extLst>
                <a:ext uri="{FF2B5EF4-FFF2-40B4-BE49-F238E27FC236}">
                  <a16:creationId xmlns:a16="http://schemas.microsoft.com/office/drawing/2014/main" id="{B5EFCC82-B83D-436C-BBA7-8CA38DD6D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35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40" name="Line 70">
              <a:extLst>
                <a:ext uri="{FF2B5EF4-FFF2-40B4-BE49-F238E27FC236}">
                  <a16:creationId xmlns:a16="http://schemas.microsoft.com/office/drawing/2014/main" id="{5DF34465-6047-4703-9648-5A92A510C5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11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41" name="Line 71">
              <a:extLst>
                <a:ext uri="{FF2B5EF4-FFF2-40B4-BE49-F238E27FC236}">
                  <a16:creationId xmlns:a16="http://schemas.microsoft.com/office/drawing/2014/main" id="{25FE4E84-B182-48B9-977C-665751945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76842" name="Group 72">
              <a:extLst>
                <a:ext uri="{FF2B5EF4-FFF2-40B4-BE49-F238E27FC236}">
                  <a16:creationId xmlns:a16="http://schemas.microsoft.com/office/drawing/2014/main" id="{4327FBB9-6B69-49BB-B163-A18196B6E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352"/>
              <a:ext cx="192" cy="192"/>
              <a:chOff x="2736" y="2688"/>
              <a:chExt cx="192" cy="192"/>
            </a:xfrm>
          </p:grpSpPr>
          <p:sp>
            <p:nvSpPr>
              <p:cNvPr id="76843" name="Line 73">
                <a:extLst>
                  <a:ext uri="{FF2B5EF4-FFF2-40B4-BE49-F238E27FC236}">
                    <a16:creationId xmlns:a16="http://schemas.microsoft.com/office/drawing/2014/main" id="{4495D08C-C1F9-4A86-8F95-F4798D211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688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6844" name="AutoShape 74">
                <a:extLst>
                  <a:ext uri="{FF2B5EF4-FFF2-40B4-BE49-F238E27FC236}">
                    <a16:creationId xmlns:a16="http://schemas.microsoft.com/office/drawing/2014/main" id="{D238374D-7E0C-4A64-AC72-AFFBAFE4BD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736" y="2784"/>
                <a:ext cx="192" cy="96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" name="Group 75">
            <a:extLst>
              <a:ext uri="{FF2B5EF4-FFF2-40B4-BE49-F238E27FC236}">
                <a16:creationId xmlns:a16="http://schemas.microsoft.com/office/drawing/2014/main" id="{E8A7ACDB-6AE9-420E-94C5-86E1AAB173B7}"/>
              </a:ext>
            </a:extLst>
          </p:cNvPr>
          <p:cNvGrpSpPr>
            <a:grpSpLocks/>
          </p:cNvGrpSpPr>
          <p:nvPr/>
        </p:nvGrpSpPr>
        <p:grpSpPr bwMode="auto">
          <a:xfrm>
            <a:off x="831850" y="2171700"/>
            <a:ext cx="1219200" cy="685800"/>
            <a:chOff x="2640" y="480"/>
            <a:chExt cx="768" cy="432"/>
          </a:xfrm>
        </p:grpSpPr>
        <p:sp>
          <p:nvSpPr>
            <p:cNvPr id="76834" name="Rectangle 76">
              <a:extLst>
                <a:ext uri="{FF2B5EF4-FFF2-40B4-BE49-F238E27FC236}">
                  <a16:creationId xmlns:a16="http://schemas.microsoft.com/office/drawing/2014/main" id="{85410155-1CC1-4A61-AE08-4BB3DF843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816"/>
              <a:ext cx="288" cy="9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35" name="Line 77">
              <a:extLst>
                <a:ext uri="{FF2B5EF4-FFF2-40B4-BE49-F238E27FC236}">
                  <a16:creationId xmlns:a16="http://schemas.microsoft.com/office/drawing/2014/main" id="{4274CF90-E3EB-4360-8B1E-10E759516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8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36" name="Line 78">
              <a:extLst>
                <a:ext uri="{FF2B5EF4-FFF2-40B4-BE49-F238E27FC236}">
                  <a16:creationId xmlns:a16="http://schemas.microsoft.com/office/drawing/2014/main" id="{B1CCF09E-17E0-4D99-9B40-9A682F847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7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37" name="Line 79">
              <a:extLst>
                <a:ext uri="{FF2B5EF4-FFF2-40B4-BE49-F238E27FC236}">
                  <a16:creationId xmlns:a16="http://schemas.microsoft.com/office/drawing/2014/main" id="{728DA0A0-BE2C-47FB-AE8A-3C5F40D07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72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38" name="Text Box 80">
              <a:extLst>
                <a:ext uri="{FF2B5EF4-FFF2-40B4-BE49-F238E27FC236}">
                  <a16:creationId xmlns:a16="http://schemas.microsoft.com/office/drawing/2014/main" id="{98D45837-46D2-4187-BB89-4E102A099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480"/>
              <a:ext cx="45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+5V</a:t>
              </a:r>
              <a:endParaRPr lang="zh-CN" altLang="en-US" sz="20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705" name="Text Box 81">
            <a:extLst>
              <a:ext uri="{FF2B5EF4-FFF2-40B4-BE49-F238E27FC236}">
                <a16:creationId xmlns:a16="http://schemas.microsoft.com/office/drawing/2014/main" id="{A2D19A20-860A-46DB-85C8-B3A1A5AF2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728663"/>
            <a:ext cx="440213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F1 = </a:t>
            </a: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</a:t>
            </a:r>
            <a:r>
              <a:rPr lang="en-US" altLang="zh-CN" b="1" baseline="-25000">
                <a:latin typeface="Tahoma" panose="020B0604030504040204" pitchFamily="34" charset="0"/>
                <a:ea typeface="宋体" panose="02010600030101010101" pitchFamily="2" charset="-122"/>
              </a:rPr>
              <a:t>(X,Y,Z)</a:t>
            </a: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 (0,3,6,7)</a:t>
            </a:r>
          </a:p>
        </p:txBody>
      </p:sp>
      <p:sp>
        <p:nvSpPr>
          <p:cNvPr id="757842" name="Text Box 82">
            <a:extLst>
              <a:ext uri="{FF2B5EF4-FFF2-40B4-BE49-F238E27FC236}">
                <a16:creationId xmlns:a16="http://schemas.microsoft.com/office/drawing/2014/main" id="{F4691A35-78E3-40BF-8E23-F9587F659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1428750"/>
            <a:ext cx="7823200" cy="573088"/>
          </a:xfrm>
          <a:prstGeom prst="rect">
            <a:avLst/>
          </a:prstGeom>
          <a:solidFill>
            <a:srgbClr val="CCFF99"/>
          </a:solidFill>
          <a:ln w="9525">
            <a:solidFill>
              <a:srgbClr val="CCFF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While enable input asserted,   Yi = m</a:t>
            </a:r>
            <a:r>
              <a:rPr lang="en-US" altLang="zh-CN" sz="2400" b="1" baseline="-25000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i</a:t>
            </a:r>
            <a:r>
              <a:rPr lang="en-US" altLang="zh-CN" sz="2400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’=Mi</a:t>
            </a:r>
            <a:endParaRPr lang="zh-CN" altLang="en-US" sz="2400" b="1">
              <a:solidFill>
                <a:srgbClr val="FF0000"/>
              </a:solidFill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76809" name="标题 83">
            <a:extLst>
              <a:ext uri="{FF2B5EF4-FFF2-40B4-BE49-F238E27FC236}">
                <a16:creationId xmlns:a16="http://schemas.microsoft.com/office/drawing/2014/main" id="{716588B5-2D4F-4501-81A5-1BF6C7B7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5"/>
            <a:ext cx="9144000" cy="615950"/>
          </a:xfrm>
        </p:spPr>
        <p:txBody>
          <a:bodyPr/>
          <a:lstStyle/>
          <a:p>
            <a:r>
              <a:rPr lang="en-US" altLang="zh-CN" sz="3600"/>
              <a:t>Logic design with Decoder and Gates</a:t>
            </a:r>
            <a:endParaRPr lang="zh-CN" altLang="en-US" sz="3600"/>
          </a:p>
        </p:txBody>
      </p:sp>
      <p:grpSp>
        <p:nvGrpSpPr>
          <p:cNvPr id="7" name="Group 67">
            <a:extLst>
              <a:ext uri="{FF2B5EF4-FFF2-40B4-BE49-F238E27FC236}">
                <a16:creationId xmlns:a16="http://schemas.microsoft.com/office/drawing/2014/main" id="{EEB1E096-CCC7-4886-8EFF-A53B071EE7F9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3346450"/>
            <a:ext cx="1676400" cy="914400"/>
            <a:chOff x="3936" y="2760"/>
            <a:chExt cx="1056" cy="576"/>
          </a:xfrm>
        </p:grpSpPr>
        <p:sp>
          <p:nvSpPr>
            <p:cNvPr id="76822" name="Rectangle 68">
              <a:extLst>
                <a:ext uri="{FF2B5EF4-FFF2-40B4-BE49-F238E27FC236}">
                  <a16:creationId xmlns:a16="http://schemas.microsoft.com/office/drawing/2014/main" id="{67DBE13C-12EB-4751-8316-BB2A2629A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760"/>
              <a:ext cx="1056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6823" name="Group 69">
              <a:extLst>
                <a:ext uri="{FF2B5EF4-FFF2-40B4-BE49-F238E27FC236}">
                  <a16:creationId xmlns:a16="http://schemas.microsoft.com/office/drawing/2014/main" id="{FA255B3F-3C15-44E0-B95A-1F0364B08E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9" y="2784"/>
              <a:ext cx="913" cy="530"/>
              <a:chOff x="4751" y="3022"/>
              <a:chExt cx="913" cy="530"/>
            </a:xfrm>
          </p:grpSpPr>
          <p:sp>
            <p:nvSpPr>
              <p:cNvPr id="76828" name="Oval 70">
                <a:extLst>
                  <a:ext uri="{FF2B5EF4-FFF2-40B4-BE49-F238E27FC236}">
                    <a16:creationId xmlns:a16="http://schemas.microsoft.com/office/drawing/2014/main" id="{EB67E6F7-4138-43D9-92C2-8BD79D1CE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4" y="326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29" name="Line 71">
                <a:extLst>
                  <a:ext uri="{FF2B5EF4-FFF2-40B4-BE49-F238E27FC236}">
                    <a16:creationId xmlns:a16="http://schemas.microsoft.com/office/drawing/2014/main" id="{A4E9939D-926C-4298-9A71-FBD4FD3E5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3314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6830" name="Arc 72">
                <a:extLst>
                  <a:ext uri="{FF2B5EF4-FFF2-40B4-BE49-F238E27FC236}">
                    <a16:creationId xmlns:a16="http://schemas.microsoft.com/office/drawing/2014/main" id="{6A19B773-50D2-4BA0-84B3-DF3E887A46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8" y="3024"/>
                <a:ext cx="336" cy="525"/>
              </a:xfrm>
              <a:custGeom>
                <a:avLst/>
                <a:gdLst>
                  <a:gd name="T0" fmla="*/ 0 w 24383"/>
                  <a:gd name="T1" fmla="*/ 0 h 43200"/>
                  <a:gd name="T2" fmla="*/ 0 w 24383"/>
                  <a:gd name="T3" fmla="*/ 0 h 43200"/>
                  <a:gd name="T4" fmla="*/ 0 w 24383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383"/>
                  <a:gd name="T10" fmla="*/ 0 h 43200"/>
                  <a:gd name="T11" fmla="*/ 24383 w 2438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383" h="43200" fill="none" extrusionOk="0">
                    <a:moveTo>
                      <a:pt x="0" y="180"/>
                    </a:moveTo>
                    <a:cubicBezTo>
                      <a:pt x="922" y="60"/>
                      <a:pt x="1852" y="-1"/>
                      <a:pt x="2783" y="0"/>
                    </a:cubicBezTo>
                    <a:cubicBezTo>
                      <a:pt x="14712" y="0"/>
                      <a:pt x="24383" y="9670"/>
                      <a:pt x="24383" y="21600"/>
                    </a:cubicBezTo>
                    <a:cubicBezTo>
                      <a:pt x="24383" y="33529"/>
                      <a:pt x="14712" y="43200"/>
                      <a:pt x="2783" y="43200"/>
                    </a:cubicBezTo>
                    <a:cubicBezTo>
                      <a:pt x="2533" y="43200"/>
                      <a:pt x="2283" y="43195"/>
                      <a:pt x="2033" y="43187"/>
                    </a:cubicBezTo>
                  </a:path>
                  <a:path w="24383" h="43200" stroke="0" extrusionOk="0">
                    <a:moveTo>
                      <a:pt x="0" y="180"/>
                    </a:moveTo>
                    <a:cubicBezTo>
                      <a:pt x="922" y="60"/>
                      <a:pt x="1852" y="-1"/>
                      <a:pt x="2783" y="0"/>
                    </a:cubicBezTo>
                    <a:cubicBezTo>
                      <a:pt x="14712" y="0"/>
                      <a:pt x="24383" y="9670"/>
                      <a:pt x="24383" y="21600"/>
                    </a:cubicBezTo>
                    <a:cubicBezTo>
                      <a:pt x="24383" y="33529"/>
                      <a:pt x="14712" y="43200"/>
                      <a:pt x="2783" y="43200"/>
                    </a:cubicBezTo>
                    <a:cubicBezTo>
                      <a:pt x="2533" y="43200"/>
                      <a:pt x="2283" y="43195"/>
                      <a:pt x="2033" y="43187"/>
                    </a:cubicBezTo>
                    <a:lnTo>
                      <a:pt x="2783" y="21600"/>
                    </a:lnTo>
                    <a:lnTo>
                      <a:pt x="0" y="18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831" name="Line 73">
                <a:extLst>
                  <a:ext uri="{FF2B5EF4-FFF2-40B4-BE49-F238E27FC236}">
                    <a16:creationId xmlns:a16="http://schemas.microsoft.com/office/drawing/2014/main" id="{4DA819CA-D9A8-43D6-89E6-1C097C864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51" y="3022"/>
                <a:ext cx="385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6832" name="Line 74">
                <a:extLst>
                  <a:ext uri="{FF2B5EF4-FFF2-40B4-BE49-F238E27FC236}">
                    <a16:creationId xmlns:a16="http://schemas.microsoft.com/office/drawing/2014/main" id="{6828A6EE-D675-4EB6-9F49-6D35ED337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1" y="355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6833" name="Line 75">
                <a:extLst>
                  <a:ext uri="{FF2B5EF4-FFF2-40B4-BE49-F238E27FC236}">
                    <a16:creationId xmlns:a16="http://schemas.microsoft.com/office/drawing/2014/main" id="{B78A60E5-8054-44EF-A793-0A7A27DA8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1" y="3022"/>
                <a:ext cx="1" cy="53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6824" name="Line 76">
              <a:extLst>
                <a:ext uri="{FF2B5EF4-FFF2-40B4-BE49-F238E27FC236}">
                  <a16:creationId xmlns:a16="http://schemas.microsoft.com/office/drawing/2014/main" id="{CAB1C6C2-E5E1-4959-8342-EB2050ABA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832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5" name="Line 77">
              <a:extLst>
                <a:ext uri="{FF2B5EF4-FFF2-40B4-BE49-F238E27FC236}">
                  <a16:creationId xmlns:a16="http://schemas.microsoft.com/office/drawing/2014/main" id="{AB17B3A9-E610-4C65-8423-5DBA8EFF3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976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6" name="Line 78">
              <a:extLst>
                <a:ext uri="{FF2B5EF4-FFF2-40B4-BE49-F238E27FC236}">
                  <a16:creationId xmlns:a16="http://schemas.microsoft.com/office/drawing/2014/main" id="{34E2D78E-FC7E-4C25-BBAB-D0F3B1FC4D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120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7" name="Line 79">
              <a:extLst>
                <a:ext uri="{FF2B5EF4-FFF2-40B4-BE49-F238E27FC236}">
                  <a16:creationId xmlns:a16="http://schemas.microsoft.com/office/drawing/2014/main" id="{D4609696-360A-4917-9812-7F87BBA94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264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Group 34">
            <a:extLst>
              <a:ext uri="{FF2B5EF4-FFF2-40B4-BE49-F238E27FC236}">
                <a16:creationId xmlns:a16="http://schemas.microsoft.com/office/drawing/2014/main" id="{320F0295-3F48-471C-B99A-1516E97925BC}"/>
              </a:ext>
            </a:extLst>
          </p:cNvPr>
          <p:cNvGrpSpPr>
            <a:grpSpLocks/>
          </p:cNvGrpSpPr>
          <p:nvPr/>
        </p:nvGrpSpPr>
        <p:grpSpPr bwMode="auto">
          <a:xfrm>
            <a:off x="4391980" y="2626382"/>
            <a:ext cx="990600" cy="2590800"/>
            <a:chOff x="2844" y="1776"/>
            <a:chExt cx="624" cy="1632"/>
          </a:xfrm>
          <a:solidFill>
            <a:schemeClr val="bg1"/>
          </a:solidFill>
        </p:grpSpPr>
        <p:sp>
          <p:nvSpPr>
            <p:cNvPr id="29735" name="Line 35">
              <a:extLst>
                <a:ext uri="{FF2B5EF4-FFF2-40B4-BE49-F238E27FC236}">
                  <a16:creationId xmlns:a16="http://schemas.microsoft.com/office/drawing/2014/main" id="{9600863E-F383-4DC0-ACB8-00281BEA4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3334"/>
              <a:ext cx="3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736" name="Line 36">
              <a:extLst>
                <a:ext uri="{FF2B5EF4-FFF2-40B4-BE49-F238E27FC236}">
                  <a16:creationId xmlns:a16="http://schemas.microsoft.com/office/drawing/2014/main" id="{D6509F66-6111-4730-ACCA-9AF970C43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1872"/>
              <a:ext cx="3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737" name="Line 37">
              <a:extLst>
                <a:ext uri="{FF2B5EF4-FFF2-40B4-BE49-F238E27FC236}">
                  <a16:creationId xmlns:a16="http://schemas.microsoft.com/office/drawing/2014/main" id="{4A690CBD-1260-4D1E-B376-E889CE4C9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2456"/>
              <a:ext cx="3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738" name="Line 38">
              <a:extLst>
                <a:ext uri="{FF2B5EF4-FFF2-40B4-BE49-F238E27FC236}">
                  <a16:creationId xmlns:a16="http://schemas.microsoft.com/office/drawing/2014/main" id="{F79734E9-861E-42C3-8D6B-1886A0810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3072"/>
              <a:ext cx="3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" name="Group 39">
              <a:extLst>
                <a:ext uri="{FF2B5EF4-FFF2-40B4-BE49-F238E27FC236}">
                  <a16:creationId xmlns:a16="http://schemas.microsoft.com/office/drawing/2014/main" id="{81617BC8-FD98-4407-80D4-EE5F8F429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1776"/>
              <a:ext cx="288" cy="192"/>
              <a:chOff x="3216" y="1968"/>
              <a:chExt cx="288" cy="192"/>
            </a:xfrm>
            <a:grpFill/>
          </p:grpSpPr>
          <p:sp>
            <p:nvSpPr>
              <p:cNvPr id="29749" name="AutoShape 40">
                <a:extLst>
                  <a:ext uri="{FF2B5EF4-FFF2-40B4-BE49-F238E27FC236}">
                    <a16:creationId xmlns:a16="http://schemas.microsoft.com/office/drawing/2014/main" id="{37A933BF-A36C-49DB-927B-2A3A0849C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6" y="1968"/>
                <a:ext cx="192" cy="192"/>
              </a:xfrm>
              <a:prstGeom prst="triangle">
                <a:avLst>
                  <a:gd name="adj" fmla="val 50000"/>
                </a:avLst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750" name="Oval 41">
                <a:extLst>
                  <a:ext uri="{FF2B5EF4-FFF2-40B4-BE49-F238E27FC236}">
                    <a16:creationId xmlns:a16="http://schemas.microsoft.com/office/drawing/2014/main" id="{36B3A8AD-16E6-455D-9808-DD339E543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96" cy="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Group 42">
              <a:extLst>
                <a:ext uri="{FF2B5EF4-FFF2-40B4-BE49-F238E27FC236}">
                  <a16:creationId xmlns:a16="http://schemas.microsoft.com/office/drawing/2014/main" id="{06FBF7D7-F984-456A-8C66-9A6F76FAC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2352"/>
              <a:ext cx="288" cy="192"/>
              <a:chOff x="3216" y="1968"/>
              <a:chExt cx="288" cy="192"/>
            </a:xfrm>
            <a:grpFill/>
          </p:grpSpPr>
          <p:sp>
            <p:nvSpPr>
              <p:cNvPr id="29747" name="AutoShape 43">
                <a:extLst>
                  <a:ext uri="{FF2B5EF4-FFF2-40B4-BE49-F238E27FC236}">
                    <a16:creationId xmlns:a16="http://schemas.microsoft.com/office/drawing/2014/main" id="{700D57EE-628F-4B54-96BB-F47A67C12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6" y="1968"/>
                <a:ext cx="192" cy="192"/>
              </a:xfrm>
              <a:prstGeom prst="triangle">
                <a:avLst>
                  <a:gd name="adj" fmla="val 50000"/>
                </a:avLst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748" name="Oval 44">
                <a:extLst>
                  <a:ext uri="{FF2B5EF4-FFF2-40B4-BE49-F238E27FC236}">
                    <a16:creationId xmlns:a16="http://schemas.microsoft.com/office/drawing/2014/main" id="{AA08BAEF-E9D3-4243-A49B-8AC31D547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96" cy="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2" name="Group 45">
              <a:extLst>
                <a:ext uri="{FF2B5EF4-FFF2-40B4-BE49-F238E27FC236}">
                  <a16:creationId xmlns:a16="http://schemas.microsoft.com/office/drawing/2014/main" id="{C0352B69-8DB7-4AB0-A06F-C32B8BCB1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2976"/>
              <a:ext cx="288" cy="192"/>
              <a:chOff x="3216" y="1968"/>
              <a:chExt cx="288" cy="192"/>
            </a:xfrm>
            <a:grpFill/>
          </p:grpSpPr>
          <p:sp>
            <p:nvSpPr>
              <p:cNvPr id="29745" name="AutoShape 46">
                <a:extLst>
                  <a:ext uri="{FF2B5EF4-FFF2-40B4-BE49-F238E27FC236}">
                    <a16:creationId xmlns:a16="http://schemas.microsoft.com/office/drawing/2014/main" id="{67E641EF-F015-4110-832C-79A03A90F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6" y="1968"/>
                <a:ext cx="192" cy="192"/>
              </a:xfrm>
              <a:prstGeom prst="triangle">
                <a:avLst>
                  <a:gd name="adj" fmla="val 50000"/>
                </a:avLst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746" name="Oval 47">
                <a:extLst>
                  <a:ext uri="{FF2B5EF4-FFF2-40B4-BE49-F238E27FC236}">
                    <a16:creationId xmlns:a16="http://schemas.microsoft.com/office/drawing/2014/main" id="{FBD2E1B0-664C-46C0-9424-1840547D9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96" cy="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3" name="Group 48">
              <a:extLst>
                <a:ext uri="{FF2B5EF4-FFF2-40B4-BE49-F238E27FC236}">
                  <a16:creationId xmlns:a16="http://schemas.microsoft.com/office/drawing/2014/main" id="{AD1D4D61-D8AE-4DDD-A6A8-DA9501E79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3216"/>
              <a:ext cx="288" cy="192"/>
              <a:chOff x="3216" y="1968"/>
              <a:chExt cx="288" cy="192"/>
            </a:xfrm>
            <a:grpFill/>
          </p:grpSpPr>
          <p:sp>
            <p:nvSpPr>
              <p:cNvPr id="29743" name="AutoShape 49">
                <a:extLst>
                  <a:ext uri="{FF2B5EF4-FFF2-40B4-BE49-F238E27FC236}">
                    <a16:creationId xmlns:a16="http://schemas.microsoft.com/office/drawing/2014/main" id="{8655C475-4FBA-44A0-97F7-166C23BCC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6" y="1968"/>
                <a:ext cx="192" cy="192"/>
              </a:xfrm>
              <a:prstGeom prst="triangle">
                <a:avLst>
                  <a:gd name="adj" fmla="val 50000"/>
                </a:avLst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744" name="Oval 50">
                <a:extLst>
                  <a:ext uri="{FF2B5EF4-FFF2-40B4-BE49-F238E27FC236}">
                    <a16:creationId xmlns:a16="http://schemas.microsoft.com/office/drawing/2014/main" id="{F0E993A3-126F-41C9-A051-6D6EC8B1C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96" cy="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76812" name="日期占位符 1">
            <a:extLst>
              <a:ext uri="{FF2B5EF4-FFF2-40B4-BE49-F238E27FC236}">
                <a16:creationId xmlns:a16="http://schemas.microsoft.com/office/drawing/2014/main" id="{ADBDBD87-3A73-473B-BCD1-2F344719E1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710F2CF5-5E75-440E-8CA6-C8B3AE7218CB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80" name="Text Box 2">
            <a:extLst>
              <a:ext uri="{FF2B5EF4-FFF2-40B4-BE49-F238E27FC236}">
                <a16:creationId xmlns:a16="http://schemas.microsoft.com/office/drawing/2014/main" id="{E1597770-1A3E-4254-BC97-CA3ABEE10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50" y="5819775"/>
            <a:ext cx="2476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·</a:t>
            </a:r>
            <a:r>
              <a:rPr lang="zh-CN" altLang="en-US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· M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· M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81" name="Text Box 3">
            <a:extLst>
              <a:ext uri="{FF2B5EF4-FFF2-40B4-BE49-F238E27FC236}">
                <a16:creationId xmlns:a16="http://schemas.microsoft.com/office/drawing/2014/main" id="{8532431F-2D51-4FDF-9E54-0C0B25C49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5819775"/>
            <a:ext cx="2824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·</a:t>
            </a:r>
            <a:r>
              <a:rPr lang="zh-CN" altLang="en-US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· m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· m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</a:p>
        </p:txBody>
      </p:sp>
      <p:sp>
        <p:nvSpPr>
          <p:cNvPr id="182" name="Text Box 4">
            <a:extLst>
              <a:ext uri="{FF2B5EF4-FFF2-40B4-BE49-F238E27FC236}">
                <a16:creationId xmlns:a16="http://schemas.microsoft.com/office/drawing/2014/main" id="{0AED5A49-033D-41ED-8D55-28CC13CFF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5726113"/>
            <a:ext cx="332263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F2 = 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 </a:t>
            </a:r>
            <a:r>
              <a:rPr lang="en-US" altLang="zh-CN" sz="2000" b="1" baseline="-25000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(X,Y,Z)</a:t>
            </a:r>
            <a:r>
              <a:rPr lang="en-US" altLang="zh-CN" sz="2000" b="1">
                <a:solidFill>
                  <a:srgbClr val="AE129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( 1, 2, 4, 5 )</a:t>
            </a:r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99D7B725-4B51-482F-91C7-AF1662C8CFA7}"/>
              </a:ext>
            </a:extLst>
          </p:cNvPr>
          <p:cNvSpPr/>
          <p:nvPr/>
        </p:nvSpPr>
        <p:spPr>
          <a:xfrm>
            <a:off x="4346575" y="2349500"/>
            <a:ext cx="4095750" cy="31051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grpSp>
        <p:nvGrpSpPr>
          <p:cNvPr id="14" name="Group 49">
            <a:extLst>
              <a:ext uri="{FF2B5EF4-FFF2-40B4-BE49-F238E27FC236}">
                <a16:creationId xmlns:a16="http://schemas.microsoft.com/office/drawing/2014/main" id="{C1710C2D-ED1F-4C21-A3B0-B74B3148EF56}"/>
              </a:ext>
            </a:extLst>
          </p:cNvPr>
          <p:cNvGrpSpPr>
            <a:grpSpLocks/>
          </p:cNvGrpSpPr>
          <p:nvPr/>
        </p:nvGrpSpPr>
        <p:grpSpPr bwMode="auto">
          <a:xfrm>
            <a:off x="4301973" y="3068960"/>
            <a:ext cx="3856039" cy="1305145"/>
            <a:chOff x="2832" y="2112"/>
            <a:chExt cx="2429" cy="816"/>
          </a:xfrm>
          <a:solidFill>
            <a:schemeClr val="bg1"/>
          </a:solidFill>
        </p:grpSpPr>
        <p:sp>
          <p:nvSpPr>
            <p:cNvPr id="186" name="Line 50">
              <a:extLst>
                <a:ext uri="{FF2B5EF4-FFF2-40B4-BE49-F238E27FC236}">
                  <a16:creationId xmlns:a16="http://schemas.microsoft.com/office/drawing/2014/main" id="{E79559F4-6E08-48D6-8033-1275161F6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112"/>
              <a:ext cx="0" cy="24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7" name="Line 51">
              <a:extLst>
                <a:ext uri="{FF2B5EF4-FFF2-40B4-BE49-F238E27FC236}">
                  <a16:creationId xmlns:a16="http://schemas.microsoft.com/office/drawing/2014/main" id="{4C4A9CA3-8E3B-4279-B0BE-47D9C39D2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784"/>
              <a:ext cx="0" cy="144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8" name="Line 52">
              <a:extLst>
                <a:ext uri="{FF2B5EF4-FFF2-40B4-BE49-F238E27FC236}">
                  <a16:creationId xmlns:a16="http://schemas.microsoft.com/office/drawing/2014/main" id="{B0A19742-6AF2-4980-BBCB-891AF5AD0B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784"/>
              <a:ext cx="144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9" name="Line 53">
              <a:extLst>
                <a:ext uri="{FF2B5EF4-FFF2-40B4-BE49-F238E27FC236}">
                  <a16:creationId xmlns:a16="http://schemas.microsoft.com/office/drawing/2014/main" id="{B29D33D1-5E47-4FDD-9B76-C0A9046D1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640"/>
              <a:ext cx="0" cy="96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0" name="Text Box 54">
              <a:extLst>
                <a:ext uri="{FF2B5EF4-FFF2-40B4-BE49-F238E27FC236}">
                  <a16:creationId xmlns:a16="http://schemas.microsoft.com/office/drawing/2014/main" id="{F2E28797-4911-4BC2-8167-FEE482DF7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8" y="2448"/>
              <a:ext cx="353" cy="289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b="1" dirty="0">
                  <a:solidFill>
                    <a:srgbClr val="AE1290"/>
                  </a:solidFill>
                  <a:latin typeface="Tahoma" pitchFamily="34" charset="0"/>
                </a:rPr>
                <a:t>F2</a:t>
              </a:r>
            </a:p>
          </p:txBody>
        </p:sp>
        <p:sp>
          <p:nvSpPr>
            <p:cNvPr id="191" name="Line 55">
              <a:extLst>
                <a:ext uri="{FF2B5EF4-FFF2-40B4-BE49-F238E27FC236}">
                  <a16:creationId xmlns:a16="http://schemas.microsoft.com/office/drawing/2014/main" id="{51C6EDA8-75BC-4216-904D-0BE8867FD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2112"/>
              <a:ext cx="1056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2" name="Line 56">
              <a:extLst>
                <a:ext uri="{FF2B5EF4-FFF2-40B4-BE49-F238E27FC236}">
                  <a16:creationId xmlns:a16="http://schemas.microsoft.com/office/drawing/2014/main" id="{B07B96B6-CF8D-4B47-85A8-B00180582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2304"/>
              <a:ext cx="852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3" name="Line 57">
              <a:extLst>
                <a:ext uri="{FF2B5EF4-FFF2-40B4-BE49-F238E27FC236}">
                  <a16:creationId xmlns:a16="http://schemas.microsoft.com/office/drawing/2014/main" id="{23B5BA07-0624-42C9-877C-917427468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36"/>
              <a:ext cx="864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4" name="Line 58">
              <a:extLst>
                <a:ext uri="{FF2B5EF4-FFF2-40B4-BE49-F238E27FC236}">
                  <a16:creationId xmlns:a16="http://schemas.microsoft.com/office/drawing/2014/main" id="{F51F5DC9-39FD-4DB0-B7B6-AB9A44FC9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928"/>
              <a:ext cx="1056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5" name="Line 59">
              <a:extLst>
                <a:ext uri="{FF2B5EF4-FFF2-40B4-BE49-F238E27FC236}">
                  <a16:creationId xmlns:a16="http://schemas.microsoft.com/office/drawing/2014/main" id="{499FBC63-633A-4C4C-BADF-28A45C95CC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352"/>
              <a:ext cx="144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6" name="Line 60">
              <a:extLst>
                <a:ext uri="{FF2B5EF4-FFF2-40B4-BE49-F238E27FC236}">
                  <a16:creationId xmlns:a16="http://schemas.microsoft.com/office/drawing/2014/main" id="{8BFF5E48-8745-43C4-9AF5-E7C2898E3D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640"/>
              <a:ext cx="336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7" name="Line 61">
              <a:extLst>
                <a:ext uri="{FF2B5EF4-FFF2-40B4-BE49-F238E27FC236}">
                  <a16:creationId xmlns:a16="http://schemas.microsoft.com/office/drawing/2014/main" id="{63FBFC69-FDA1-4C6B-A1E8-BC894F3A8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592"/>
              <a:ext cx="240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8" name="Arc 62">
              <a:extLst>
                <a:ext uri="{FF2B5EF4-FFF2-40B4-BE49-F238E27FC236}">
                  <a16:creationId xmlns:a16="http://schemas.microsoft.com/office/drawing/2014/main" id="{EEFD14DF-7343-484A-BA69-800B9E5E5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2306"/>
              <a:ext cx="336" cy="525"/>
            </a:xfrm>
            <a:custGeom>
              <a:avLst/>
              <a:gdLst>
                <a:gd name="T0" fmla="*/ 0 w 24383"/>
                <a:gd name="T1" fmla="*/ 0 h 43200"/>
                <a:gd name="T2" fmla="*/ 0 w 24383"/>
                <a:gd name="T3" fmla="*/ 0 h 43200"/>
                <a:gd name="T4" fmla="*/ 0 w 24383"/>
                <a:gd name="T5" fmla="*/ 0 h 43200"/>
                <a:gd name="T6" fmla="*/ 0 60000 65536"/>
                <a:gd name="T7" fmla="*/ 0 60000 65536"/>
                <a:gd name="T8" fmla="*/ 0 60000 65536"/>
                <a:gd name="T9" fmla="*/ 0 w 24383"/>
                <a:gd name="T10" fmla="*/ 0 h 43200"/>
                <a:gd name="T11" fmla="*/ 24383 w 2438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383" h="43200" fill="none" extrusionOk="0">
                  <a:moveTo>
                    <a:pt x="0" y="180"/>
                  </a:moveTo>
                  <a:cubicBezTo>
                    <a:pt x="922" y="60"/>
                    <a:pt x="1852" y="-1"/>
                    <a:pt x="2783" y="0"/>
                  </a:cubicBezTo>
                  <a:cubicBezTo>
                    <a:pt x="14712" y="0"/>
                    <a:pt x="24383" y="9670"/>
                    <a:pt x="24383" y="21600"/>
                  </a:cubicBezTo>
                  <a:cubicBezTo>
                    <a:pt x="24383" y="33529"/>
                    <a:pt x="14712" y="43200"/>
                    <a:pt x="2783" y="43200"/>
                  </a:cubicBezTo>
                  <a:cubicBezTo>
                    <a:pt x="2533" y="43200"/>
                    <a:pt x="2283" y="43195"/>
                    <a:pt x="2033" y="43187"/>
                  </a:cubicBezTo>
                </a:path>
                <a:path w="24383" h="43200" stroke="0" extrusionOk="0">
                  <a:moveTo>
                    <a:pt x="0" y="180"/>
                  </a:moveTo>
                  <a:cubicBezTo>
                    <a:pt x="922" y="60"/>
                    <a:pt x="1852" y="-1"/>
                    <a:pt x="2783" y="0"/>
                  </a:cubicBezTo>
                  <a:cubicBezTo>
                    <a:pt x="14712" y="0"/>
                    <a:pt x="24383" y="9670"/>
                    <a:pt x="24383" y="21600"/>
                  </a:cubicBezTo>
                  <a:cubicBezTo>
                    <a:pt x="24383" y="33529"/>
                    <a:pt x="14712" y="43200"/>
                    <a:pt x="2783" y="43200"/>
                  </a:cubicBezTo>
                  <a:cubicBezTo>
                    <a:pt x="2533" y="43200"/>
                    <a:pt x="2283" y="43195"/>
                    <a:pt x="2033" y="43187"/>
                  </a:cubicBezTo>
                  <a:lnTo>
                    <a:pt x="2783" y="21600"/>
                  </a:lnTo>
                  <a:close/>
                </a:path>
              </a:pathLst>
            </a:cu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9" name="Line 63">
              <a:extLst>
                <a:ext uri="{FF2B5EF4-FFF2-40B4-BE49-F238E27FC236}">
                  <a16:creationId xmlns:a16="http://schemas.microsoft.com/office/drawing/2014/main" id="{1781848D-BCD2-43E2-9DBF-84E4A1CA6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2" y="2304"/>
              <a:ext cx="385" cy="2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0" name="Line 64">
              <a:extLst>
                <a:ext uri="{FF2B5EF4-FFF2-40B4-BE49-F238E27FC236}">
                  <a16:creationId xmlns:a16="http://schemas.microsoft.com/office/drawing/2014/main" id="{2A1FF9B1-C255-4CAA-B461-2EFC60994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834"/>
              <a:ext cx="384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1" name="Line 65">
              <a:extLst>
                <a:ext uri="{FF2B5EF4-FFF2-40B4-BE49-F238E27FC236}">
                  <a16:creationId xmlns:a16="http://schemas.microsoft.com/office/drawing/2014/main" id="{7DC76B7D-4B7E-4099-A5DA-FEA8BD327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304"/>
              <a:ext cx="1" cy="53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2" name="Line 66">
              <a:extLst>
                <a:ext uri="{FF2B5EF4-FFF2-40B4-BE49-F238E27FC236}">
                  <a16:creationId xmlns:a16="http://schemas.microsoft.com/office/drawing/2014/main" id="{4CE26EF3-770C-4580-A518-AF0547955D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496"/>
              <a:ext cx="336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3" name="Line 67">
              <a:extLst>
                <a:ext uri="{FF2B5EF4-FFF2-40B4-BE49-F238E27FC236}">
                  <a16:creationId xmlns:a16="http://schemas.microsoft.com/office/drawing/2014/main" id="{391D22A0-CEE6-47B7-982C-5AA5EB7A8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304"/>
              <a:ext cx="0" cy="192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907B04C-29C0-4181-BA70-6A8DD212EA48}"/>
              </a:ext>
            </a:extLst>
          </p:cNvPr>
          <p:cNvGrpSpPr>
            <a:grpSpLocks/>
          </p:cNvGrpSpPr>
          <p:nvPr/>
        </p:nvGrpSpPr>
        <p:grpSpPr bwMode="auto">
          <a:xfrm>
            <a:off x="2676525" y="4184650"/>
            <a:ext cx="517525" cy="796925"/>
            <a:chOff x="3904" y="2304"/>
            <a:chExt cx="326" cy="558"/>
          </a:xfrm>
        </p:grpSpPr>
        <p:sp>
          <p:nvSpPr>
            <p:cNvPr id="76820" name="Text Box 4">
              <a:extLst>
                <a:ext uri="{FF2B5EF4-FFF2-40B4-BE49-F238E27FC236}">
                  <a16:creationId xmlns:a16="http://schemas.microsoft.com/office/drawing/2014/main" id="{2E3E7454-B323-4162-8D5D-1AEEAFF41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4" y="2304"/>
              <a:ext cx="326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LSB</a:t>
              </a: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en-US" altLang="zh-CN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MSB</a:t>
              </a: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6821" name="Line 5">
              <a:extLst>
                <a:ext uri="{FF2B5EF4-FFF2-40B4-BE49-F238E27FC236}">
                  <a16:creationId xmlns:a16="http://schemas.microsoft.com/office/drawing/2014/main" id="{A8A2F49E-72AD-4950-B263-E3684D810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2" y="2496"/>
              <a:ext cx="0" cy="2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17C24DE4-C1C1-1797-33DB-4CD1A5C68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72</a:t>
            </a:fld>
            <a:endParaRPr lang="zh-CN" altLang="en-US" sz="1100"/>
          </a:p>
        </p:txBody>
      </p:sp>
    </p:spTree>
    <p:extLst>
      <p:ext uri="{BB962C8B-B14F-4D97-AF65-F5344CB8AC3E}">
        <p14:creationId xmlns:p14="http://schemas.microsoft.com/office/powerpoint/2010/main" val="14426085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5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63" grpId="0" autoUpdateAnimBg="0"/>
      <p:bldP spid="29705" grpId="0"/>
      <p:bldP spid="757842" grpId="0" animBg="1" autoUpdateAnimBg="0"/>
      <p:bldP spid="180" grpId="0" autoUpdateAnimBg="0"/>
      <p:bldP spid="181" grpId="0" autoUpdateAnimBg="0"/>
      <p:bldP spid="182" grpId="0" autoUpdateAnimBg="0"/>
      <p:bldP spid="18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8D0213A5-DA11-4539-A14B-A10DA3F76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39618"/>
            <a:ext cx="6858000" cy="28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4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BDF43AC1-ADFC-498B-84B0-0B29118A6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979" y="3343276"/>
            <a:ext cx="6858000" cy="28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4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70" name="Rectangle 9">
            <a:extLst>
              <a:ext uri="{FF2B5EF4-FFF2-40B4-BE49-F238E27FC236}">
                <a16:creationId xmlns:a16="http://schemas.microsoft.com/office/drawing/2014/main" id="{F1811AF1-7E33-4F91-B2F8-06C5AAE00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7335" y="2208611"/>
            <a:ext cx="6858000" cy="28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4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4338" name="Object 13">
            <a:extLst>
              <a:ext uri="{FF2B5EF4-FFF2-40B4-BE49-F238E27FC236}">
                <a16:creationId xmlns:a16="http://schemas.microsoft.com/office/drawing/2014/main" id="{B039A0EB-CF87-4FA9-81A7-910F75B65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0532" y="4361193"/>
          <a:ext cx="3045619" cy="58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9088" imgH="342751" progId="Equation.3">
                  <p:embed/>
                </p:oleObj>
              </mc:Choice>
              <mc:Fallback>
                <p:oleObj name="公式" r:id="rId2" imgW="1409088" imgH="342751" progId="Equation.3">
                  <p:embed/>
                  <p:pic>
                    <p:nvPicPr>
                      <p:cNvPr id="14338" name="Object 13">
                        <a:extLst>
                          <a:ext uri="{FF2B5EF4-FFF2-40B4-BE49-F238E27FC236}">
                            <a16:creationId xmlns:a16="http://schemas.microsoft.com/office/drawing/2014/main" id="{B039A0EB-CF87-4FA9-81A7-910F75B65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32" y="4361193"/>
                        <a:ext cx="3045619" cy="58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3">
            <a:extLst>
              <a:ext uri="{FF2B5EF4-FFF2-40B4-BE49-F238E27FC236}">
                <a16:creationId xmlns:a16="http://schemas.microsoft.com/office/drawing/2014/main" id="{7E4284AE-865A-41CF-8A81-D4D592DFF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306" y="2206659"/>
          <a:ext cx="2419594" cy="57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97950" imgH="342751" progId="Equation.3">
                  <p:embed/>
                </p:oleObj>
              </mc:Choice>
              <mc:Fallback>
                <p:oleObj name="公式" r:id="rId4" imgW="1497950" imgH="342751" progId="Equation.3">
                  <p:embed/>
                  <p:pic>
                    <p:nvPicPr>
                      <p:cNvPr id="11272" name="Object 3">
                        <a:extLst>
                          <a:ext uri="{FF2B5EF4-FFF2-40B4-BE49-F238E27FC236}">
                            <a16:creationId xmlns:a16="http://schemas.microsoft.com/office/drawing/2014/main" id="{7E4284AE-865A-41CF-8A81-D4D592DFF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06" y="2206659"/>
                        <a:ext cx="2419594" cy="57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4">
            <a:extLst>
              <a:ext uri="{FF2B5EF4-FFF2-40B4-BE49-F238E27FC236}">
                <a16:creationId xmlns:a16="http://schemas.microsoft.com/office/drawing/2014/main" id="{5E3EE84C-0A57-4E1C-AA01-EE31AA734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020" y="2493304"/>
            <a:ext cx="3269421" cy="262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标题 4"/>
          <p:cNvSpPr txBox="1">
            <a:spLocks/>
          </p:cNvSpPr>
          <p:nvPr/>
        </p:nvSpPr>
        <p:spPr>
          <a:xfrm>
            <a:off x="5775141" y="1899807"/>
            <a:ext cx="2972689" cy="28469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defRPr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/>
              <a:t>Dimension Reduction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71914" y="3674932"/>
            <a:ext cx="889987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7030A0"/>
                </a:solidFill>
              </a:rPr>
              <a:t>A B C</a:t>
            </a:r>
          </a:p>
          <a:p>
            <a:pPr algn="ctr"/>
            <a:r>
              <a:rPr lang="en-US" altLang="zh-CN" dirty="0"/>
              <a:t>0 0 1</a:t>
            </a:r>
          </a:p>
          <a:p>
            <a:pPr algn="ctr"/>
            <a:r>
              <a:rPr lang="en-US" altLang="zh-CN" dirty="0"/>
              <a:t>0 1 1 </a:t>
            </a:r>
          </a:p>
          <a:p>
            <a:pPr algn="ctr"/>
            <a:r>
              <a:rPr lang="en-US" altLang="zh-CN" dirty="0"/>
              <a:t>1 0 1 </a:t>
            </a:r>
          </a:p>
          <a:p>
            <a:pPr algn="ctr"/>
            <a:r>
              <a:rPr lang="en-US" altLang="zh-CN" dirty="0"/>
              <a:t>1 1 0 </a:t>
            </a:r>
            <a:endParaRPr lang="zh-CN" altLang="en-US" dirty="0"/>
          </a:p>
        </p:txBody>
      </p:sp>
      <p:sp>
        <p:nvSpPr>
          <p:cNvPr id="17" name="灯片编号占位符 3">
            <a:extLst>
              <a:ext uri="{FF2B5EF4-FFF2-40B4-BE49-F238E27FC236}">
                <a16:creationId xmlns:a16="http://schemas.microsoft.com/office/drawing/2014/main" id="{E3C533DA-6BAF-4553-92EE-00549FF2C5BA}"/>
              </a:ext>
            </a:extLst>
          </p:cNvPr>
          <p:cNvSpPr txBox="1">
            <a:spLocks/>
          </p:cNvSpPr>
          <p:nvPr/>
        </p:nvSpPr>
        <p:spPr>
          <a:xfrm>
            <a:off x="8316915" y="5716704"/>
            <a:ext cx="442912" cy="273844"/>
          </a:xfrm>
          <a:prstGeom prst="rect">
            <a:avLst/>
          </a:prstGeom>
        </p:spPr>
        <p:txBody>
          <a:bodyPr lIns="68579" tIns="34289" rIns="68579" bIns="34289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1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31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46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61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5772" algn="l" defTabSz="91431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2926" algn="l" defTabSz="91431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080" algn="l" defTabSz="91431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235" algn="l" defTabSz="91431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fld id="{828433C9-4A25-4EFF-A13E-677ED709B907}" type="slidenum">
              <a:rPr lang="zh-CN" alt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/>
              <a:t>73</a:t>
            </a:fld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51623" y="1791596"/>
            <a:ext cx="113056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7030A0"/>
                </a:solidFill>
              </a:rPr>
              <a:t>A B C D</a:t>
            </a:r>
          </a:p>
          <a:p>
            <a:pPr algn="ctr"/>
            <a:r>
              <a:rPr lang="en-US" altLang="zh-CN" dirty="0"/>
              <a:t>0 0 1 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altLang="zh-CN" dirty="0"/>
              <a:t>0 1 1 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altLang="zh-CN" dirty="0"/>
              <a:t>1 0 1 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altLang="zh-CN" dirty="0"/>
              <a:t>1 1 0 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195EAC-5604-89FA-E6EF-C9F8D89F6B50}"/>
              </a:ext>
            </a:extLst>
          </p:cNvPr>
          <p:cNvSpPr txBox="1">
            <a:spLocks noChangeArrowheads="1"/>
          </p:cNvSpPr>
          <p:nvPr/>
        </p:nvSpPr>
        <p:spPr>
          <a:xfrm>
            <a:off x="349250" y="139700"/>
            <a:ext cx="7772400" cy="60325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Exercise</a:t>
            </a:r>
            <a:endParaRPr lang="zh-CN" altLang="en-US" sz="24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43DEE41-8100-9418-BDCE-5AA4E8198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30" y="960580"/>
            <a:ext cx="8745538" cy="54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Please build the circuit F With only one 3-to-8 Decoder</a:t>
            </a:r>
            <a:endParaRPr lang="zh-CN" altLang="en-US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4B197E0B-4623-1C53-DD1B-7CAB8928F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73</a:t>
            </a:fld>
            <a:endParaRPr lang="zh-CN" altLang="en-US" sz="1100"/>
          </a:p>
        </p:txBody>
      </p:sp>
      <p:sp>
        <p:nvSpPr>
          <p:cNvPr id="6" name="日期占位符 2">
            <a:extLst>
              <a:ext uri="{FF2B5EF4-FFF2-40B4-BE49-F238E27FC236}">
                <a16:creationId xmlns:a16="http://schemas.microsoft.com/office/drawing/2014/main" id="{51357DC1-78B0-2DD3-B4C8-8EAEC8626D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6EE2D1F-8FAD-40EE-B34D-E7F02E2A4FDF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9697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26" name="Picture 18">
            <a:extLst>
              <a:ext uri="{FF2B5EF4-FFF2-40B4-BE49-F238E27FC236}">
                <a16:creationId xmlns:a16="http://schemas.microsoft.com/office/drawing/2014/main" id="{E86C6058-A73D-4E6E-AEC5-56138F623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00" y="998538"/>
            <a:ext cx="2433638" cy="16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3">
            <a:extLst>
              <a:ext uri="{FF2B5EF4-FFF2-40B4-BE49-F238E27FC236}">
                <a16:creationId xmlns:a16="http://schemas.microsoft.com/office/drawing/2014/main" id="{D07A2CA1-6D04-4FA2-AE9F-79649C661E72}"/>
              </a:ext>
            </a:extLst>
          </p:cNvPr>
          <p:cNvGrpSpPr>
            <a:grpSpLocks/>
          </p:cNvGrpSpPr>
          <p:nvPr/>
        </p:nvGrpSpPr>
        <p:grpSpPr bwMode="auto">
          <a:xfrm>
            <a:off x="206375" y="908050"/>
            <a:ext cx="3384550" cy="2625725"/>
            <a:chOff x="2592" y="1200"/>
            <a:chExt cx="2832" cy="2181"/>
          </a:xfrm>
        </p:grpSpPr>
        <p:sp>
          <p:nvSpPr>
            <p:cNvPr id="77846" name="Text Box 4">
              <a:extLst>
                <a:ext uri="{FF2B5EF4-FFF2-40B4-BE49-F238E27FC236}">
                  <a16:creationId xmlns:a16="http://schemas.microsoft.com/office/drawing/2014/main" id="{DD8B2376-153B-40F7-82D0-E5F511BDA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1462"/>
              <a:ext cx="2787" cy="1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  0  0  0  0  0  0  0    0   0   0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0  </a:t>
              </a:r>
              <a:r>
                <a:rPr lang="zh-CN" altLang="en-US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  0  0  0  0  0  0    0   0   1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0  0  </a:t>
              </a:r>
              <a:r>
                <a:rPr lang="zh-CN" altLang="en-US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  0  0  0  0  0    0   1   0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0  0  0  </a:t>
              </a:r>
              <a:r>
                <a:rPr lang="zh-CN" altLang="en-US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  0  0  0  0    0   1   1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0  0  0  0  </a:t>
              </a:r>
              <a:r>
                <a:rPr lang="zh-CN" altLang="en-US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  0  0  0    1   0   0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0  0  0  0  0  </a:t>
              </a:r>
              <a:r>
                <a:rPr lang="zh-CN" altLang="en-US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  0  0    1   0   1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0  0  0  0  0  0  </a:t>
              </a:r>
              <a:r>
                <a:rPr lang="zh-CN" altLang="en-US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  0    1   1   0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0  0  0  0  0  0  0  </a:t>
              </a:r>
              <a:r>
                <a:rPr lang="zh-CN" altLang="en-US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 </a:t>
              </a:r>
              <a:r>
                <a:rPr lang="zh-CN" altLang="en-US" sz="1800">
                  <a:latin typeface="Tahoma" panose="020B0604030504040204" pitchFamily="34" charset="0"/>
                  <a:ea typeface="宋体" panose="02010600030101010101" pitchFamily="2" charset="-122"/>
                </a:rPr>
                <a:t>   1   1   1</a:t>
              </a:r>
            </a:p>
          </p:txBody>
        </p:sp>
        <p:grpSp>
          <p:nvGrpSpPr>
            <p:cNvPr id="77847" name="Group 5">
              <a:extLst>
                <a:ext uri="{FF2B5EF4-FFF2-40B4-BE49-F238E27FC236}">
                  <a16:creationId xmlns:a16="http://schemas.microsoft.com/office/drawing/2014/main" id="{F086027F-4129-4B53-8567-17ABBB820D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200"/>
              <a:ext cx="2832" cy="2168"/>
              <a:chOff x="2592" y="1200"/>
              <a:chExt cx="2832" cy="2168"/>
            </a:xfrm>
          </p:grpSpPr>
          <p:sp>
            <p:nvSpPr>
              <p:cNvPr id="77848" name="Line 6">
                <a:extLst>
                  <a:ext uri="{FF2B5EF4-FFF2-40B4-BE49-F238E27FC236}">
                    <a16:creationId xmlns:a16="http://schemas.microsoft.com/office/drawing/2014/main" id="{68DC5CC0-F0C9-4B69-B293-0ACE4FECC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2" y="1499"/>
                <a:ext cx="278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7849" name="Line 7">
                <a:extLst>
                  <a:ext uri="{FF2B5EF4-FFF2-40B4-BE49-F238E27FC236}">
                    <a16:creationId xmlns:a16="http://schemas.microsoft.com/office/drawing/2014/main" id="{8287841D-69BD-409E-845A-77645DA0D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51" y="1238"/>
                <a:ext cx="11" cy="20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7850" name="Line 8">
                <a:extLst>
                  <a:ext uri="{FF2B5EF4-FFF2-40B4-BE49-F238E27FC236}">
                    <a16:creationId xmlns:a16="http://schemas.microsoft.com/office/drawing/2014/main" id="{C304EF3E-4ADA-4758-A83A-447858E137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2" y="3368"/>
                <a:ext cx="2782" cy="0"/>
              </a:xfrm>
              <a:prstGeom prst="line">
                <a:avLst/>
              </a:prstGeom>
              <a:noFill/>
              <a:ln w="57150" cmpd="thinThick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7851" name="Text Box 9">
                <a:extLst>
                  <a:ext uri="{FF2B5EF4-FFF2-40B4-BE49-F238E27FC236}">
                    <a16:creationId xmlns:a16="http://schemas.microsoft.com/office/drawing/2014/main" id="{445F386D-4073-4680-8099-BF30494B6A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1200"/>
                <a:ext cx="19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ahoma" panose="020B0604030504040204" pitchFamily="34" charset="0"/>
                    <a:ea typeface="宋体" panose="02010600030101010101" pitchFamily="2" charset="-122"/>
                  </a:rPr>
                  <a:t>I0 I1 I2 I3 I4 I5 I6 I7</a:t>
                </a:r>
              </a:p>
            </p:txBody>
          </p:sp>
          <p:sp>
            <p:nvSpPr>
              <p:cNvPr id="77852" name="Text Box 10">
                <a:extLst>
                  <a:ext uri="{FF2B5EF4-FFF2-40B4-BE49-F238E27FC236}">
                    <a16:creationId xmlns:a16="http://schemas.microsoft.com/office/drawing/2014/main" id="{F0D8E1BD-1ADB-4A25-B339-00003C462C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3" y="1211"/>
                <a:ext cx="8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ahoma" panose="020B0604030504040204" pitchFamily="34" charset="0"/>
                    <a:ea typeface="宋体" panose="02010600030101010101" pitchFamily="2" charset="-122"/>
                  </a:rPr>
                  <a:t>A2 A1 A0</a:t>
                </a:r>
                <a:endParaRPr lang="en-US" altLang="zh-CN" sz="1800" baseline="-250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53" name="Line 11">
                <a:extLst>
                  <a:ext uri="{FF2B5EF4-FFF2-40B4-BE49-F238E27FC236}">
                    <a16:creationId xmlns:a16="http://schemas.microsoft.com/office/drawing/2014/main" id="{1792C69A-4A80-4122-BE27-4A98572861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2" y="1200"/>
                <a:ext cx="2782" cy="0"/>
              </a:xfrm>
              <a:prstGeom prst="line">
                <a:avLst/>
              </a:prstGeom>
              <a:noFill/>
              <a:ln w="57150" cmpd="thickThin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7828" name="Rectangle 13">
            <a:extLst>
              <a:ext uri="{FF2B5EF4-FFF2-40B4-BE49-F238E27FC236}">
                <a16:creationId xmlns:a16="http://schemas.microsoft.com/office/drawing/2014/main" id="{38B2413B-A5B8-49B5-8BC2-C13086221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75" y="98425"/>
            <a:ext cx="7772400" cy="582613"/>
          </a:xfrm>
          <a:noFill/>
        </p:spPr>
        <p:txBody>
          <a:bodyPr/>
          <a:lstStyle/>
          <a:p>
            <a:pPr eaLnBrk="1" hangingPunct="1"/>
            <a:r>
              <a:rPr lang="en-US" altLang="zh-CN" sz="3600"/>
              <a:t>Binary Encoder</a:t>
            </a:r>
          </a:p>
        </p:txBody>
      </p:sp>
      <p:sp>
        <p:nvSpPr>
          <p:cNvPr id="43014" name="Rectangle 15">
            <a:extLst>
              <a:ext uri="{FF2B5EF4-FFF2-40B4-BE49-F238E27FC236}">
                <a16:creationId xmlns:a16="http://schemas.microsoft.com/office/drawing/2014/main" id="{95A31D1F-9137-4838-A708-7D69D73F8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338" y="3008313"/>
            <a:ext cx="5176837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5125" indent="-365125" eaLnBrk="1" hangingPunct="1">
              <a:buClr>
                <a:schemeClr val="hlink"/>
              </a:buClr>
              <a:buSzPct val="75000"/>
              <a:buFont typeface="Wingdings" pitchFamily="2" charset="2"/>
              <a:buChar char="ü"/>
              <a:defRPr/>
            </a:pPr>
            <a:r>
              <a:rPr lang="en-US" altLang="zh-CN" sz="2800" b="1" dirty="0">
                <a:latin typeface="+mn-lt"/>
                <a:ea typeface="黑体" pitchFamily="49" charset="-122"/>
              </a:rPr>
              <a:t>This 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黑体" pitchFamily="49" charset="-122"/>
              </a:rPr>
              <a:t>8-to-3 Encoder </a:t>
            </a:r>
            <a:r>
              <a:rPr lang="en-US" altLang="zh-CN" sz="2800" b="1" dirty="0">
                <a:latin typeface="+mn-lt"/>
                <a:ea typeface="黑体" pitchFamily="49" charset="-122"/>
              </a:rPr>
              <a:t>is the exact opposite of a decoder.</a:t>
            </a:r>
          </a:p>
          <a:p>
            <a:pPr marL="365125" indent="-365125" eaLnBrk="1" hangingPunct="1">
              <a:buClr>
                <a:schemeClr val="hlink"/>
              </a:buClr>
              <a:buSzPct val="75000"/>
              <a:buFont typeface="Wingdings" pitchFamily="2" charset="2"/>
              <a:buChar char="ü"/>
              <a:defRPr/>
            </a:pPr>
            <a:r>
              <a:rPr lang="en-US" altLang="zh-CN" sz="2800" b="1" dirty="0">
                <a:latin typeface="+mn-lt"/>
                <a:ea typeface="黑体" pitchFamily="49" charset="-122"/>
              </a:rPr>
              <a:t>only one input will be asserted at a time (Guarantee).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F5823DD8-902D-4ED9-B739-B8B9E7D7F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079500"/>
            <a:ext cx="2825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A0</a:t>
            </a:r>
            <a:r>
              <a:rPr lang="zh-CN" altLang="en-US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= </a:t>
            </a: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I1 + I3 + I5 + I7</a:t>
            </a: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1CA2706E-D3C5-4EC7-B013-C42479A36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393825"/>
            <a:ext cx="2825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A1</a:t>
            </a:r>
            <a:r>
              <a:rPr lang="zh-CN" altLang="en-US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= </a:t>
            </a: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I2 + I3 + I6 + I7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4C5B7CB6-E78D-41AD-B7FD-14C681BB6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754188"/>
            <a:ext cx="2825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A2</a:t>
            </a:r>
            <a:r>
              <a:rPr lang="zh-CN" altLang="en-US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= </a:t>
            </a: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I4 + I5 + I6 + I7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36265664-4671-484D-B664-2A204CEE1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070100"/>
            <a:ext cx="1022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………..</a:t>
            </a: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DAF5C9ED-5993-40B9-8300-CFD646B02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713" y="5068888"/>
            <a:ext cx="48434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zh-CN" sz="20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How to deal with low level input?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zh-CN" sz="20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How to deal with multiple requests?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---more than One Inputs are asserted</a:t>
            </a:r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8E93C025-F131-44AD-832C-968833F9CFC5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3654425"/>
            <a:ext cx="3582987" cy="2609850"/>
            <a:chOff x="2689" y="1175"/>
            <a:chExt cx="3050" cy="2493"/>
          </a:xfrm>
        </p:grpSpPr>
        <p:sp>
          <p:nvSpPr>
            <p:cNvPr id="77838" name="Text Box 8">
              <a:extLst>
                <a:ext uri="{FF2B5EF4-FFF2-40B4-BE49-F238E27FC236}">
                  <a16:creationId xmlns:a16="http://schemas.microsoft.com/office/drawing/2014/main" id="{3F83EB77-1123-4B41-BC33-1744E8BBD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0" y="1456"/>
              <a:ext cx="2989" cy="2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0   0   0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0   0   1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0   1   0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0   1   1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1   0   0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1   0   1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1   1   0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zh-CN" altLang="en-US" sz="1800" b="1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1   1   1</a:t>
              </a:r>
            </a:p>
          </p:txBody>
        </p:sp>
        <p:grpSp>
          <p:nvGrpSpPr>
            <p:cNvPr id="77839" name="Group 9">
              <a:extLst>
                <a:ext uri="{FF2B5EF4-FFF2-40B4-BE49-F238E27FC236}">
                  <a16:creationId xmlns:a16="http://schemas.microsoft.com/office/drawing/2014/main" id="{3DF15D97-3A7F-40A1-9B57-266D11512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9" y="1175"/>
              <a:ext cx="2953" cy="2493"/>
              <a:chOff x="2689" y="1175"/>
              <a:chExt cx="2953" cy="2493"/>
            </a:xfrm>
          </p:grpSpPr>
          <p:sp>
            <p:nvSpPr>
              <p:cNvPr id="77840" name="Line 10">
                <a:extLst>
                  <a:ext uri="{FF2B5EF4-FFF2-40B4-BE49-F238E27FC236}">
                    <a16:creationId xmlns:a16="http://schemas.microsoft.com/office/drawing/2014/main" id="{30AAF9D1-3EF8-405C-83CE-4FC510525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3" y="1465"/>
                <a:ext cx="278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7841" name="Line 11">
                <a:extLst>
                  <a:ext uri="{FF2B5EF4-FFF2-40B4-BE49-F238E27FC236}">
                    <a16:creationId xmlns:a16="http://schemas.microsoft.com/office/drawing/2014/main" id="{C9E48F66-46B6-4BB8-BCFE-AE17DD9BF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66" y="1200"/>
                <a:ext cx="0" cy="24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7842" name="Line 12">
                <a:extLst>
                  <a:ext uri="{FF2B5EF4-FFF2-40B4-BE49-F238E27FC236}">
                    <a16:creationId xmlns:a16="http://schemas.microsoft.com/office/drawing/2014/main" id="{8C25BFFC-F5B0-4F7C-8FB6-D03F80C4E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5" y="3668"/>
                <a:ext cx="2782" cy="0"/>
              </a:xfrm>
              <a:prstGeom prst="line">
                <a:avLst/>
              </a:prstGeom>
              <a:noFill/>
              <a:ln w="57150" cmpd="thinThick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7843" name="Text Box 13">
                <a:extLst>
                  <a:ext uri="{FF2B5EF4-FFF2-40B4-BE49-F238E27FC236}">
                    <a16:creationId xmlns:a16="http://schemas.microsoft.com/office/drawing/2014/main" id="{34B615B3-E6C6-4FB2-AD63-3778993C49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9" y="1199"/>
                <a:ext cx="2321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rgbClr val="0070C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I0 I1 I2 I3 I4 I5 I6 I7</a:t>
                </a:r>
              </a:p>
            </p:txBody>
          </p:sp>
          <p:sp>
            <p:nvSpPr>
              <p:cNvPr id="77844" name="Text Box 14">
                <a:extLst>
                  <a:ext uri="{FF2B5EF4-FFF2-40B4-BE49-F238E27FC236}">
                    <a16:creationId xmlns:a16="http://schemas.microsoft.com/office/drawing/2014/main" id="{CD93EE3A-E0C0-43B4-8D7F-ECDBC685C4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5" y="1175"/>
                <a:ext cx="957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rgbClr val="0070C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A2 A1 A0</a:t>
                </a:r>
                <a:endParaRPr lang="en-US" altLang="zh-CN" sz="1600" b="1" baseline="-25000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45" name="Line 15">
                <a:extLst>
                  <a:ext uri="{FF2B5EF4-FFF2-40B4-BE49-F238E27FC236}">
                    <a16:creationId xmlns:a16="http://schemas.microsoft.com/office/drawing/2014/main" id="{B82DC652-7167-46DB-8927-50EACA9DDE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1" y="1200"/>
                <a:ext cx="2782" cy="0"/>
              </a:xfrm>
              <a:prstGeom prst="line">
                <a:avLst/>
              </a:prstGeom>
              <a:noFill/>
              <a:ln w="57150" cmpd="thickThin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7789A44-5553-86D0-0CDB-3A0D5AA34B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74</a:t>
            </a:fld>
            <a:endParaRPr lang="zh-CN" altLang="en-US" sz="1100" dirty="0"/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645C11D2-F649-1292-BF67-789840501F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6EE2D1F-8FAD-40EE-B34D-E7F02E2A4FDF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978032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0">
            <a:extLst>
              <a:ext uri="{FF2B5EF4-FFF2-40B4-BE49-F238E27FC236}">
                <a16:creationId xmlns:a16="http://schemas.microsoft.com/office/drawing/2014/main" id="{5DF39190-30B2-433B-8D27-BF3947FB9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53975"/>
            <a:ext cx="8229600" cy="69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Priority Binary Encoder</a:t>
            </a:r>
          </a:p>
        </p:txBody>
      </p:sp>
      <p:graphicFrame>
        <p:nvGraphicFramePr>
          <p:cNvPr id="26" name="Group 136">
            <a:extLst>
              <a:ext uri="{FF2B5EF4-FFF2-40B4-BE49-F238E27FC236}">
                <a16:creationId xmlns:a16="http://schemas.microsoft.com/office/drawing/2014/main" id="{98EED2A4-2FB0-43C2-BD9B-737697ACEA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850900"/>
          <a:ext cx="6551612" cy="3073404"/>
        </p:xfrm>
        <a:graphic>
          <a:graphicData uri="http://schemas.openxmlformats.org/drawingml/2006/table">
            <a:tbl>
              <a:tblPr/>
              <a:tblGrid>
                <a:gridCol w="410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input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output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EI_L  I0_L  I1_L  I2_L  I3_L  I4_L  I5_L  I6_L  I7_L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A2_L A1_L A0_L GS_L EO_L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      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x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x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0        0        0        0        1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1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0        0        1        0        1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0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x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1       1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0        1        0        0        1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0 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1       1       1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0        1        1        0        1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0       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1       1       1       1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1        0        0        0        1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       </a:t>
                      </a:r>
                      <a:r>
                        <a:rPr kumimoji="1" lang="en-US" altLang="zh-CN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1       1       1       1       1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1        0        1        0        1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x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 0       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1       1       1       1       1       1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1        1        0        0        1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</a:t>
                      </a:r>
                      <a:r>
                        <a:rPr kumimoji="1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隶书" pitchFamily="49" charset="-122"/>
                          <a:cs typeface="+mn-cs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       1       1       1       1       1       1       1</a:t>
                      </a: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1        1        1        0        1</a:t>
                      </a: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0       1       1       1       1       1       1       1       1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7998" marR="17998" marT="18004" marB="180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隶书" pitchFamily="49" charset="-122"/>
                        </a:rPr>
                        <a:t>1        1        1        1        0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隶书" pitchFamily="49" charset="-122"/>
                      </a:endParaRPr>
                    </a:p>
                  </a:txBody>
                  <a:tcPr marL="17998" marR="17998" marT="18004" marB="18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2" name="Group 21">
            <a:extLst>
              <a:ext uri="{FF2B5EF4-FFF2-40B4-BE49-F238E27FC236}">
                <a16:creationId xmlns:a16="http://schemas.microsoft.com/office/drawing/2014/main" id="{CEF51834-DA87-4202-96DF-883F25EA751C}"/>
              </a:ext>
            </a:extLst>
          </p:cNvPr>
          <p:cNvGrpSpPr>
            <a:grpSpLocks/>
          </p:cNvGrpSpPr>
          <p:nvPr/>
        </p:nvGrpSpPr>
        <p:grpSpPr bwMode="auto">
          <a:xfrm>
            <a:off x="6880225" y="777875"/>
            <a:ext cx="2101850" cy="3190875"/>
            <a:chOff x="1321" y="681"/>
            <a:chExt cx="2039" cy="3111"/>
          </a:xfrm>
        </p:grpSpPr>
        <p:grpSp>
          <p:nvGrpSpPr>
            <p:cNvPr id="78899" name="Group 22">
              <a:extLst>
                <a:ext uri="{FF2B5EF4-FFF2-40B4-BE49-F238E27FC236}">
                  <a16:creationId xmlns:a16="http://schemas.microsoft.com/office/drawing/2014/main" id="{10E61FB9-F6A1-4AE6-9363-9C90023E0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681"/>
              <a:ext cx="1920" cy="3111"/>
              <a:chOff x="1440" y="681"/>
              <a:chExt cx="1920" cy="3111"/>
            </a:xfrm>
          </p:grpSpPr>
          <p:sp>
            <p:nvSpPr>
              <p:cNvPr id="78903" name="Rectangle 23">
                <a:extLst>
                  <a:ext uri="{FF2B5EF4-FFF2-40B4-BE49-F238E27FC236}">
                    <a16:creationId xmlns:a16="http://schemas.microsoft.com/office/drawing/2014/main" id="{3C756032-4C4C-4D15-A58D-62C90D7D7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008"/>
                <a:ext cx="1104" cy="278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8904" name="Text Box 24">
                <a:extLst>
                  <a:ext uri="{FF2B5EF4-FFF2-40B4-BE49-F238E27FC236}">
                    <a16:creationId xmlns:a16="http://schemas.microsoft.com/office/drawing/2014/main" id="{AFE781F6-B57B-4594-99E2-8CEE784347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2" y="1651"/>
                <a:ext cx="408" cy="8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r"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A2</a:t>
                </a:r>
                <a:endParaRPr lang="en-US" altLang="zh-CN" sz="1600" baseline="-250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 algn="r"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A1</a:t>
                </a:r>
                <a:endParaRPr lang="en-US" altLang="zh-CN" sz="1600" baseline="-250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 algn="r"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A0</a:t>
                </a:r>
              </a:p>
            </p:txBody>
          </p:sp>
          <p:sp>
            <p:nvSpPr>
              <p:cNvPr id="78905" name="Text Box 25">
                <a:extLst>
                  <a:ext uri="{FF2B5EF4-FFF2-40B4-BE49-F238E27FC236}">
                    <a16:creationId xmlns:a16="http://schemas.microsoft.com/office/drawing/2014/main" id="{C56A7A8B-4E5E-45E3-A2FE-E18F271E86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072"/>
                <a:ext cx="3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EI</a:t>
                </a:r>
              </a:p>
            </p:txBody>
          </p:sp>
          <p:sp>
            <p:nvSpPr>
              <p:cNvPr id="78906" name="Oval 26">
                <a:extLst>
                  <a:ext uri="{FF2B5EF4-FFF2-40B4-BE49-F238E27FC236}">
                    <a16:creationId xmlns:a16="http://schemas.microsoft.com/office/drawing/2014/main" id="{1EA8A801-BB9B-4348-8B56-F10A8DDE4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99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07" name="Oval 27">
                <a:extLst>
                  <a:ext uri="{FF2B5EF4-FFF2-40B4-BE49-F238E27FC236}">
                    <a16:creationId xmlns:a16="http://schemas.microsoft.com/office/drawing/2014/main" id="{0469E6EE-0A92-450E-B72C-3451B2A61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781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08" name="Oval 28">
                <a:extLst>
                  <a:ext uri="{FF2B5EF4-FFF2-40B4-BE49-F238E27FC236}">
                    <a16:creationId xmlns:a16="http://schemas.microsoft.com/office/drawing/2014/main" id="{17FD1F1E-DF70-436B-B51D-1C2F1396C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021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09" name="Oval 29">
                <a:extLst>
                  <a:ext uri="{FF2B5EF4-FFF2-40B4-BE49-F238E27FC236}">
                    <a16:creationId xmlns:a16="http://schemas.microsoft.com/office/drawing/2014/main" id="{672E0293-A7DA-4CB0-9EA6-0BD7D6939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261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10" name="Oval 30">
                <a:extLst>
                  <a:ext uri="{FF2B5EF4-FFF2-40B4-BE49-F238E27FC236}">
                    <a16:creationId xmlns:a16="http://schemas.microsoft.com/office/drawing/2014/main" id="{B33480AC-524D-4EC5-B6CC-277B46B72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201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8911" name="Group 31">
                <a:extLst>
                  <a:ext uri="{FF2B5EF4-FFF2-40B4-BE49-F238E27FC236}">
                    <a16:creationId xmlns:a16="http://schemas.microsoft.com/office/drawing/2014/main" id="{6F00ED91-38AE-4860-A2AB-E8AA0EE3AB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829"/>
                <a:ext cx="384" cy="1420"/>
                <a:chOff x="2544" y="2036"/>
                <a:chExt cx="96" cy="1420"/>
              </a:xfrm>
            </p:grpSpPr>
            <p:sp>
              <p:nvSpPr>
                <p:cNvPr id="78933" name="Line 32">
                  <a:extLst>
                    <a:ext uri="{FF2B5EF4-FFF2-40B4-BE49-F238E27FC236}">
                      <a16:creationId xmlns:a16="http://schemas.microsoft.com/office/drawing/2014/main" id="{C7812DF9-598D-48FD-A76A-DD22FD9BDB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3456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78934" name="Group 33">
                  <a:extLst>
                    <a:ext uri="{FF2B5EF4-FFF2-40B4-BE49-F238E27FC236}">
                      <a16:creationId xmlns:a16="http://schemas.microsoft.com/office/drawing/2014/main" id="{741D6AEB-DD23-4A3E-9034-25191EACB5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44" y="2036"/>
                  <a:ext cx="96" cy="480"/>
                  <a:chOff x="2544" y="2036"/>
                  <a:chExt cx="96" cy="480"/>
                </a:xfrm>
              </p:grpSpPr>
              <p:sp>
                <p:nvSpPr>
                  <p:cNvPr id="78936" name="Line 34">
                    <a:extLst>
                      <a:ext uri="{FF2B5EF4-FFF2-40B4-BE49-F238E27FC236}">
                        <a16:creationId xmlns:a16="http://schemas.microsoft.com/office/drawing/2014/main" id="{32039962-E220-4868-8AD5-11BD07B9D5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44" y="2516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937" name="Line 35">
                    <a:extLst>
                      <a:ext uri="{FF2B5EF4-FFF2-40B4-BE49-F238E27FC236}">
                        <a16:creationId xmlns:a16="http://schemas.microsoft.com/office/drawing/2014/main" id="{2A9F9EAE-7C13-49B0-B575-DEAD6E3463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44" y="2276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938" name="Line 36">
                    <a:extLst>
                      <a:ext uri="{FF2B5EF4-FFF2-40B4-BE49-F238E27FC236}">
                        <a16:creationId xmlns:a16="http://schemas.microsoft.com/office/drawing/2014/main" id="{88B7DA72-B651-4F32-B607-2B909D4F6C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44" y="2036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8935" name="Line 37">
                  <a:extLst>
                    <a:ext uri="{FF2B5EF4-FFF2-40B4-BE49-F238E27FC236}">
                      <a16:creationId xmlns:a16="http://schemas.microsoft.com/office/drawing/2014/main" id="{5941F971-CF53-4E78-95F7-C4706A6C38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3120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78912" name="Oval 38">
                <a:extLst>
                  <a:ext uri="{FF2B5EF4-FFF2-40B4-BE49-F238E27FC236}">
                    <a16:creationId xmlns:a16="http://schemas.microsoft.com/office/drawing/2014/main" id="{3134F65F-8E5E-4431-A1DA-EFB817157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865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13" name="Text Box 39">
                <a:extLst>
                  <a:ext uri="{FF2B5EF4-FFF2-40B4-BE49-F238E27FC236}">
                    <a16:creationId xmlns:a16="http://schemas.microsoft.com/office/drawing/2014/main" id="{4A529315-5AB3-4DAE-8BFA-C0268F0924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5" y="681"/>
                <a:ext cx="1232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74</a:t>
                </a:r>
                <a:r>
                  <a:rPr lang="en-US" altLang="zh-CN" sz="2000" b="1">
                    <a:latin typeface="Tahoma" panose="020B0604030504040204" pitchFamily="34" charset="0"/>
                    <a:ea typeface="宋体" panose="02010600030101010101" pitchFamily="2" charset="-122"/>
                  </a:rPr>
                  <a:t>x148</a:t>
                </a:r>
              </a:p>
            </p:txBody>
          </p:sp>
          <p:sp>
            <p:nvSpPr>
              <p:cNvPr id="78914" name="Text Box 40">
                <a:extLst>
                  <a:ext uri="{FF2B5EF4-FFF2-40B4-BE49-F238E27FC236}">
                    <a16:creationId xmlns:a16="http://schemas.microsoft.com/office/drawing/2014/main" id="{1BD74C91-4E83-485D-A35F-D7E84AEB4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494"/>
                <a:ext cx="362" cy="2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lnSpc>
                    <a:spcPct val="115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I7</a:t>
                </a:r>
              </a:p>
              <a:p>
                <a:pPr eaLnBrk="1" hangingPunct="1">
                  <a:lnSpc>
                    <a:spcPct val="115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I6</a:t>
                </a:r>
              </a:p>
              <a:p>
                <a:pPr eaLnBrk="1" hangingPunct="1">
                  <a:lnSpc>
                    <a:spcPct val="115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I5</a:t>
                </a:r>
              </a:p>
              <a:p>
                <a:pPr eaLnBrk="1" hangingPunct="1">
                  <a:lnSpc>
                    <a:spcPct val="115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I4</a:t>
                </a:r>
              </a:p>
              <a:p>
                <a:pPr eaLnBrk="1" hangingPunct="1">
                  <a:lnSpc>
                    <a:spcPct val="115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I3</a:t>
                </a:r>
              </a:p>
              <a:p>
                <a:pPr eaLnBrk="1" hangingPunct="1">
                  <a:lnSpc>
                    <a:spcPct val="115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I2</a:t>
                </a:r>
              </a:p>
              <a:p>
                <a:pPr eaLnBrk="1" hangingPunct="1">
                  <a:lnSpc>
                    <a:spcPct val="115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I1</a:t>
                </a:r>
              </a:p>
              <a:p>
                <a:pPr eaLnBrk="1" hangingPunct="1">
                  <a:lnSpc>
                    <a:spcPct val="115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I0</a:t>
                </a:r>
              </a:p>
            </p:txBody>
          </p:sp>
          <p:sp>
            <p:nvSpPr>
              <p:cNvPr id="78915" name="Oval 41">
                <a:extLst>
                  <a:ext uri="{FF2B5EF4-FFF2-40B4-BE49-F238E27FC236}">
                    <a16:creationId xmlns:a16="http://schemas.microsoft.com/office/drawing/2014/main" id="{3393A95C-11F1-4C13-9C82-0E5295FCD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657"/>
                <a:ext cx="96" cy="1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16" name="Oval 42">
                <a:extLst>
                  <a:ext uri="{FF2B5EF4-FFF2-40B4-BE49-F238E27FC236}">
                    <a16:creationId xmlns:a16="http://schemas.microsoft.com/office/drawing/2014/main" id="{2DC3351F-C54A-4CD7-9F6A-9E70955E7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2445"/>
                <a:ext cx="96" cy="1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17" name="Oval 43">
                <a:extLst>
                  <a:ext uri="{FF2B5EF4-FFF2-40B4-BE49-F238E27FC236}">
                    <a16:creationId xmlns:a16="http://schemas.microsoft.com/office/drawing/2014/main" id="{C804BBCB-7996-4EAA-810A-28EEB4785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920"/>
                <a:ext cx="96" cy="1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18" name="Oval 44">
                <a:extLst>
                  <a:ext uri="{FF2B5EF4-FFF2-40B4-BE49-F238E27FC236}">
                    <a16:creationId xmlns:a16="http://schemas.microsoft.com/office/drawing/2014/main" id="{943FAC03-941F-4A6D-A863-E3C8D4D21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2182"/>
                <a:ext cx="96" cy="1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19" name="Oval 45">
                <a:extLst>
                  <a:ext uri="{FF2B5EF4-FFF2-40B4-BE49-F238E27FC236}">
                    <a16:creationId xmlns:a16="http://schemas.microsoft.com/office/drawing/2014/main" id="{FD616D8B-E75A-4312-8FF8-B5F4EA099A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2707"/>
                <a:ext cx="96" cy="1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20" name="Oval 46">
                <a:extLst>
                  <a:ext uri="{FF2B5EF4-FFF2-40B4-BE49-F238E27FC236}">
                    <a16:creationId xmlns:a16="http://schemas.microsoft.com/office/drawing/2014/main" id="{BB64E467-CC90-43E2-AB66-FE54FFCAB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2970"/>
                <a:ext cx="96" cy="1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21" name="Oval 47">
                <a:extLst>
                  <a:ext uri="{FF2B5EF4-FFF2-40B4-BE49-F238E27FC236}">
                    <a16:creationId xmlns:a16="http://schemas.microsoft.com/office/drawing/2014/main" id="{E8D3E4C9-C31A-4EB9-A4AC-304FF3B9D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232"/>
                <a:ext cx="96" cy="1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22" name="Line 48">
                <a:extLst>
                  <a:ext uri="{FF2B5EF4-FFF2-40B4-BE49-F238E27FC236}">
                    <a16:creationId xmlns:a16="http://schemas.microsoft.com/office/drawing/2014/main" id="{4C44E07C-2D66-4076-AB5C-21547C3D5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34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23" name="Line 49">
                <a:extLst>
                  <a:ext uri="{FF2B5EF4-FFF2-40B4-BE49-F238E27FC236}">
                    <a16:creationId xmlns:a16="http://schemas.microsoft.com/office/drawing/2014/main" id="{87BB34DF-AD2A-4851-A2E1-BD8C1CFB8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71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24" name="Line 50">
                <a:extLst>
                  <a:ext uri="{FF2B5EF4-FFF2-40B4-BE49-F238E27FC236}">
                    <a16:creationId xmlns:a16="http://schemas.microsoft.com/office/drawing/2014/main" id="{525B8EC2-A760-4DCB-9331-54E1504081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497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25" name="Line 51">
                <a:extLst>
                  <a:ext uri="{FF2B5EF4-FFF2-40B4-BE49-F238E27FC236}">
                    <a16:creationId xmlns:a16="http://schemas.microsoft.com/office/drawing/2014/main" id="{5D1E4336-7EF5-422E-A93F-2323AC916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97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26" name="Line 52">
                <a:extLst>
                  <a:ext uri="{FF2B5EF4-FFF2-40B4-BE49-F238E27FC236}">
                    <a16:creationId xmlns:a16="http://schemas.microsoft.com/office/drawing/2014/main" id="{1BFA60EA-1467-4AA4-A4EC-30F515F5F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235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27" name="Line 53">
                <a:extLst>
                  <a:ext uri="{FF2B5EF4-FFF2-40B4-BE49-F238E27FC236}">
                    <a16:creationId xmlns:a16="http://schemas.microsoft.com/office/drawing/2014/main" id="{DBBCD6EA-D31D-43D0-B244-C0755ABD2C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7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28" name="Line 54">
                <a:extLst>
                  <a:ext uri="{FF2B5EF4-FFF2-40B4-BE49-F238E27FC236}">
                    <a16:creationId xmlns:a16="http://schemas.microsoft.com/office/drawing/2014/main" id="{B0C0111F-38C0-46CD-B767-04335B4D4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02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29" name="Line 55">
                <a:extLst>
                  <a:ext uri="{FF2B5EF4-FFF2-40B4-BE49-F238E27FC236}">
                    <a16:creationId xmlns:a16="http://schemas.microsoft.com/office/drawing/2014/main" id="{86DFDAD3-15D4-44F3-A3A9-EFFE9044E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285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30" name="Line 56">
                <a:extLst>
                  <a:ext uri="{FF2B5EF4-FFF2-40B4-BE49-F238E27FC236}">
                    <a16:creationId xmlns:a16="http://schemas.microsoft.com/office/drawing/2014/main" id="{52EF6169-C3E9-43E4-BBF2-F1561F645C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547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931" name="Oval 57">
                <a:extLst>
                  <a:ext uri="{FF2B5EF4-FFF2-40B4-BE49-F238E27FC236}">
                    <a16:creationId xmlns:a16="http://schemas.microsoft.com/office/drawing/2014/main" id="{94989D25-960D-4ADB-A9EF-8F8F31B11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495"/>
                <a:ext cx="96" cy="1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32" name="Rectangle 58">
                <a:extLst>
                  <a:ext uri="{FF2B5EF4-FFF2-40B4-BE49-F238E27FC236}">
                    <a16:creationId xmlns:a16="http://schemas.microsoft.com/office/drawing/2014/main" id="{ABAECD28-C0BA-4541-B353-233863A48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0" y="2759"/>
                <a:ext cx="576" cy="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GS</a:t>
                </a:r>
              </a:p>
              <a:p>
                <a:pPr algn="just" eaLnBrk="1" hangingPunct="1">
                  <a:lnSpc>
                    <a:spcPct val="8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latin typeface="Tahoma" panose="020B0604030504040204" pitchFamily="34" charset="0"/>
                    <a:ea typeface="宋体" panose="02010600030101010101" pitchFamily="2" charset="-122"/>
                  </a:rPr>
                  <a:t>EO</a:t>
                </a:r>
              </a:p>
            </p:txBody>
          </p:sp>
        </p:grpSp>
        <p:sp>
          <p:nvSpPr>
            <p:cNvPr id="78900" name="Text Box 59">
              <a:extLst>
                <a:ext uri="{FF2B5EF4-FFF2-40B4-BE49-F238E27FC236}">
                  <a16:creationId xmlns:a16="http://schemas.microsoft.com/office/drawing/2014/main" id="{C87E172C-2A01-4D07-A58C-99069A8EC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" y="991"/>
              <a:ext cx="425" cy="2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spcAft>
                  <a:spcPct val="5500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5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4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3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2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1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13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12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11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10</a:t>
              </a:r>
            </a:p>
          </p:txBody>
        </p:sp>
        <p:sp>
          <p:nvSpPr>
            <p:cNvPr id="78901" name="Rectangle 60">
              <a:extLst>
                <a:ext uri="{FF2B5EF4-FFF2-40B4-BE49-F238E27FC236}">
                  <a16:creationId xmlns:a16="http://schemas.microsoft.com/office/drawing/2014/main" id="{484E4888-5B3E-4E97-AA77-40F163651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510"/>
              <a:ext cx="24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6</a:t>
              </a:r>
            </a:p>
            <a:p>
              <a:pPr algn="just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7</a:t>
              </a:r>
            </a:p>
            <a:p>
              <a:pPr algn="just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9</a:t>
              </a:r>
            </a:p>
          </p:txBody>
        </p:sp>
        <p:sp>
          <p:nvSpPr>
            <p:cNvPr id="78902" name="Text Box 61">
              <a:extLst>
                <a:ext uri="{FF2B5EF4-FFF2-40B4-BE49-F238E27FC236}">
                  <a16:creationId xmlns:a16="http://schemas.microsoft.com/office/drawing/2014/main" id="{EF1EE946-ED00-4C86-B199-8EEC80839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2607"/>
              <a:ext cx="425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just" eaLnBrk="1" hangingPunct="1">
                <a:spcBef>
                  <a:spcPts val="6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14</a:t>
              </a:r>
            </a:p>
            <a:p>
              <a:pPr algn="just" eaLnBrk="1" hangingPunct="1">
                <a:spcBef>
                  <a:spcPts val="6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ahoma" panose="020B0604030504040204" pitchFamily="34" charset="0"/>
                  <a:ea typeface="黑体" panose="02010609060101010101" pitchFamily="49" charset="-122"/>
                </a:rPr>
                <a:t>15</a:t>
              </a:r>
            </a:p>
          </p:txBody>
        </p:sp>
      </p:grpSp>
      <p:sp>
        <p:nvSpPr>
          <p:cNvPr id="71" name="Text Box 63">
            <a:extLst>
              <a:ext uri="{FF2B5EF4-FFF2-40B4-BE49-F238E27FC236}">
                <a16:creationId xmlns:a16="http://schemas.microsoft.com/office/drawing/2014/main" id="{5440C665-9F13-4B20-A6E6-3D6A79BAD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5454650"/>
            <a:ext cx="87122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15000"/>
              </a:spcBef>
              <a:buFont typeface="Wingdings" panose="05000000000000000000" pitchFamily="2" charset="2"/>
              <a:buChar char="Ø"/>
            </a:pPr>
            <a:r>
              <a:rPr lang="en-US" altLang="zh-CN" sz="20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The </a:t>
            </a:r>
            <a:r>
              <a:rPr lang="en-US" altLang="zh-CN" sz="2000" b="1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GS_L</a:t>
            </a:r>
            <a:r>
              <a:rPr lang="en-US" altLang="zh-CN" sz="20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Output is invalid if all inputs are invalid or EI_L is invalid.</a:t>
            </a:r>
            <a:r>
              <a:rPr lang="en-US" altLang="zh-CN" sz="2000" b="1">
                <a:solidFill>
                  <a:srgbClr val="000066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Font typeface="Wingdings" panose="05000000000000000000" pitchFamily="2" charset="2"/>
              <a:buChar char="Ø"/>
            </a:pPr>
            <a:r>
              <a:rPr lang="en-US" altLang="zh-CN" sz="20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The </a:t>
            </a:r>
            <a:r>
              <a:rPr lang="en-US" altLang="zh-CN" sz="2000" b="1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EO_L</a:t>
            </a:r>
            <a:r>
              <a:rPr lang="en-US" altLang="zh-CN" sz="20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Output is valid only if  all inputs are invalid.</a:t>
            </a:r>
            <a:endParaRPr lang="en-US" altLang="zh-CN" sz="2000" b="1">
              <a:solidFill>
                <a:srgbClr val="000066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" name="Rectangle 21">
            <a:extLst>
              <a:ext uri="{FF2B5EF4-FFF2-40B4-BE49-F238E27FC236}">
                <a16:creationId xmlns:a16="http://schemas.microsoft.com/office/drawing/2014/main" id="{057318F7-E8B2-4875-8AA3-D1FF5830E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4016375"/>
            <a:ext cx="42195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H7 = I7_L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H6 = I6_L + I7_L’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H5 = I5_L + I6’_L + I7’_L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H0 = I0_L +I1_L’ + …+I6_L’ + I7_L’</a:t>
            </a:r>
          </a:p>
        </p:txBody>
      </p:sp>
      <p:sp>
        <p:nvSpPr>
          <p:cNvPr id="76" name="Rectangle 21">
            <a:extLst>
              <a:ext uri="{FF2B5EF4-FFF2-40B4-BE49-F238E27FC236}">
                <a16:creationId xmlns:a16="http://schemas.microsoft.com/office/drawing/2014/main" id="{E7A0C239-8DB6-4EFF-A82B-3C77B25C2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4149725"/>
            <a:ext cx="343058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A2_L = H4 · H5 · H6 · H7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A1_L = H2 · H3 · H6 · H7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A0_L = H1 · H3 · H5 · H7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A51D92-B1A6-4A58-8A48-7C5829899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4373563"/>
            <a:ext cx="204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EI_L is implied.</a:t>
            </a:r>
            <a:endParaRPr lang="zh-CN" altLang="en-US" sz="2000" b="1" i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87C6BB-6182-5D83-10CF-776B881EA6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75</a:t>
            </a:fld>
            <a:endParaRPr lang="zh-CN" altLang="en-US" sz="1100" dirty="0"/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918A5C6-E789-4B42-6C05-DD73763E029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6EE2D1F-8FAD-40EE-B34D-E7F02E2A4FDF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913224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54">
            <a:extLst>
              <a:ext uri="{FF2B5EF4-FFF2-40B4-BE49-F238E27FC236}">
                <a16:creationId xmlns:a16="http://schemas.microsoft.com/office/drawing/2014/main" id="{0DEC3176-C49C-4ADA-9DC2-0E5C146AC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03" y="1457968"/>
            <a:ext cx="2965517" cy="4231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decoder3_8 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2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always @(       )                       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if(                                                  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case(                  )</a:t>
            </a:r>
          </a:p>
          <a:p>
            <a:pPr eaLnBrk="1" hangingPunct="1">
              <a:spcBef>
                <a:spcPts val="600"/>
              </a:spcBef>
              <a:buNone/>
            </a:pPr>
            <a:endParaRPr lang="en-US" altLang="zh-CN" sz="11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1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1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1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1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1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1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1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endcase</a:t>
            </a: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1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200" b="1" i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endmodule</a:t>
            </a:r>
            <a:r>
              <a:rPr lang="en-US" altLang="zh-CN" sz="12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D8B4A1-A8DB-46D6-AAFF-47D872A48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70" y="1695407"/>
            <a:ext cx="1785469" cy="60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G1,G2A_L,G2B_L,  input C, B, A,</a:t>
            </a:r>
          </a:p>
          <a:p>
            <a:pPr algn="just">
              <a:spcBef>
                <a:spcPts val="0"/>
              </a:spcBef>
              <a:buNone/>
            </a:pPr>
            <a:r>
              <a:rPr lang="en-US" altLang="zh-CN" sz="11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reg[7:0] </a:t>
            </a:r>
            <a:r>
              <a:rPr lang="en-US" altLang="zh-CN" sz="1100" b="1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Y_L</a:t>
            </a:r>
            <a:r>
              <a:rPr lang="en-US" altLang="zh-CN" sz="11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sz="11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5611AF4-51BE-4525-B2D5-9499405C1FB9}"/>
              </a:ext>
            </a:extLst>
          </p:cNvPr>
          <p:cNvSpPr txBox="1"/>
          <p:nvPr/>
        </p:nvSpPr>
        <p:spPr>
          <a:xfrm>
            <a:off x="1000476" y="2403082"/>
            <a:ext cx="273514" cy="307775"/>
          </a:xfrm>
          <a:prstGeom prst="rect">
            <a:avLst/>
          </a:prstGeom>
          <a:noFill/>
        </p:spPr>
        <p:txBody>
          <a:bodyPr wrap="square" lIns="91438" tIns="45719" rIns="91438" bIns="45719">
            <a:spAutoFit/>
          </a:bodyPr>
          <a:lstStyle/>
          <a:p>
            <a:r>
              <a:rPr lang="en-US" altLang="zh-CN" sz="1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endParaRPr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C1E19D4-810A-4831-98B7-EF48AE2C7EAB}"/>
              </a:ext>
            </a:extLst>
          </p:cNvPr>
          <p:cNvSpPr txBox="1"/>
          <p:nvPr/>
        </p:nvSpPr>
        <p:spPr>
          <a:xfrm>
            <a:off x="752448" y="2644255"/>
            <a:ext cx="1803128" cy="253914"/>
          </a:xfrm>
          <a:prstGeom prst="rect">
            <a:avLst/>
          </a:prstGeom>
          <a:noFill/>
        </p:spPr>
        <p:txBody>
          <a:bodyPr wrap="square" lIns="91438" tIns="45719" rIns="91438" bIns="45719">
            <a:spAutoFit/>
          </a:bodyPr>
          <a:lstStyle/>
          <a:p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G1 &amp; ~G2A_L &amp; ~G2B_L</a:t>
            </a:r>
            <a:endParaRPr lang="zh-CN" altLang="en-US" sz="105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C5562FC-A2DA-4CD0-81B8-E6D79312DB5B}"/>
              </a:ext>
            </a:extLst>
          </p:cNvPr>
          <p:cNvSpPr txBox="1"/>
          <p:nvPr/>
        </p:nvSpPr>
        <p:spPr>
          <a:xfrm>
            <a:off x="1048604" y="2873037"/>
            <a:ext cx="665886" cy="261608"/>
          </a:xfrm>
          <a:prstGeom prst="rect">
            <a:avLst/>
          </a:prstGeom>
          <a:noFill/>
        </p:spPr>
        <p:txBody>
          <a:bodyPr wrap="square" lIns="91438" tIns="45719" rIns="91438" bIns="45719">
            <a:spAutoFit/>
          </a:bodyPr>
          <a:lstStyle/>
          <a:p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050" b="1" kern="1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C,B,A</a:t>
            </a: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05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76C26E6-74ED-4532-9E14-EB52A094551C}"/>
              </a:ext>
            </a:extLst>
          </p:cNvPr>
          <p:cNvSpPr txBox="1"/>
          <p:nvPr/>
        </p:nvSpPr>
        <p:spPr>
          <a:xfrm>
            <a:off x="329069" y="3098936"/>
            <a:ext cx="2417432" cy="1749644"/>
          </a:xfrm>
          <a:prstGeom prst="rect">
            <a:avLst/>
          </a:prstGeom>
          <a:noFill/>
        </p:spPr>
        <p:txBody>
          <a:bodyPr wrap="square" lIns="91438" tIns="45719" rIns="91438" bIns="45719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0:  Y_L = 8'b11111110;</a:t>
            </a:r>
            <a:endParaRPr lang="zh-CN" altLang="zh-CN" sz="105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1:  Y_L = 8'b11111101;</a:t>
            </a:r>
            <a:endParaRPr lang="zh-CN" altLang="zh-CN" sz="105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2:  Y_L = 8'b11111011;</a:t>
            </a:r>
            <a:endParaRPr lang="zh-CN" altLang="zh-CN" sz="105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3:  Y_L = 8'b11110111;</a:t>
            </a:r>
            <a:endParaRPr lang="zh-CN" altLang="zh-CN" sz="105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4:  Y_L = 8'b11101111;</a:t>
            </a:r>
            <a:endParaRPr lang="zh-CN" altLang="zh-CN" sz="105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5:  Y_L = 8'b11011111;</a:t>
            </a:r>
            <a:endParaRPr lang="zh-CN" altLang="zh-CN" sz="105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6:  Y_L = 8'b10111111;</a:t>
            </a:r>
            <a:endParaRPr lang="zh-CN" altLang="zh-CN" sz="105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7:  Y_L = 8'b01111111;</a:t>
            </a:r>
            <a:endParaRPr lang="zh-CN" altLang="zh-CN" sz="105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05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default: Y_L = 8'b11111111;</a:t>
            </a:r>
            <a:endParaRPr lang="zh-CN" altLang="en-US" sz="105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CAE3657-BED4-4F5E-8F05-004E5C56C5B6}"/>
              </a:ext>
            </a:extLst>
          </p:cNvPr>
          <p:cNvSpPr txBox="1"/>
          <p:nvPr/>
        </p:nvSpPr>
        <p:spPr>
          <a:xfrm>
            <a:off x="744442" y="5041942"/>
            <a:ext cx="1404606" cy="271419"/>
          </a:xfrm>
          <a:prstGeom prst="rect">
            <a:avLst/>
          </a:prstGeom>
          <a:noFill/>
        </p:spPr>
        <p:txBody>
          <a:bodyPr wrap="square" lIns="91438" tIns="45719" rIns="91438" bIns="45719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altLang="zh-CN" sz="11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Y_L=8'b11111111;</a:t>
            </a:r>
            <a:endParaRPr lang="zh-CN" altLang="zh-CN" sz="110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316915" y="5674170"/>
            <a:ext cx="442912" cy="273844"/>
          </a:xfrm>
          <a:prstGeom prst="rect">
            <a:avLst/>
          </a:prstGeom>
        </p:spPr>
        <p:txBody>
          <a:bodyPr vert="horz" wrap="square" lIns="68579" tIns="34289" rIns="68579" bIns="34289" numCol="1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fld id="{828433C9-4A25-4EFF-A13E-677ED709B907}" type="slidenum">
              <a:rPr lang="zh-CN" altLang="en-US" sz="800">
                <a:solidFill>
                  <a:schemeClr val="bg1"/>
                </a:solidFill>
              </a:rPr>
              <a:pPr algn="ctr" eaLnBrk="1" hangingPunct="1"/>
              <a:t>76</a:t>
            </a:fld>
            <a:endParaRPr lang="zh-CN" altLang="en-US" sz="800">
              <a:solidFill>
                <a:schemeClr val="bg1"/>
              </a:solidFill>
            </a:endParaRPr>
          </a:p>
        </p:txBody>
      </p:sp>
      <p:sp>
        <p:nvSpPr>
          <p:cNvPr id="15" name="标题 2"/>
          <p:cNvSpPr txBox="1">
            <a:spLocks/>
          </p:cNvSpPr>
          <p:nvPr/>
        </p:nvSpPr>
        <p:spPr>
          <a:xfrm>
            <a:off x="320148" y="333682"/>
            <a:ext cx="6543675" cy="4619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eaLnBrk="1" hangingPunct="1">
              <a:defRPr sz="36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5pPr>
            <a:lvl6pPr marL="342892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6pPr>
            <a:lvl7pPr marL="685783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7pPr>
            <a:lvl8pPr marL="1028675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8pPr>
            <a:lvl9pPr marL="1371566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r>
              <a:rPr lang="en-US" altLang="zh-CN" dirty="0"/>
              <a:t>HDL</a:t>
            </a:r>
            <a:r>
              <a:rPr lang="zh-CN" altLang="en-US" dirty="0"/>
              <a:t> </a:t>
            </a:r>
            <a:r>
              <a:rPr lang="en-US" altLang="zh-CN" dirty="0"/>
              <a:t>for 3-8 Decoder</a:t>
            </a:r>
            <a:endParaRPr lang="zh-CN" altLang="en-US" dirty="0"/>
          </a:p>
        </p:txBody>
      </p:sp>
      <p:sp>
        <p:nvSpPr>
          <p:cNvPr id="16" name="文本框 24">
            <a:extLst>
              <a:ext uri="{FF2B5EF4-FFF2-40B4-BE49-F238E27FC236}">
                <a16:creationId xmlns:a16="http://schemas.microsoft.com/office/drawing/2014/main" id="{9DBA6B9D-023F-4431-94F8-305BC5DE00EB}"/>
              </a:ext>
            </a:extLst>
          </p:cNvPr>
          <p:cNvSpPr txBox="1"/>
          <p:nvPr/>
        </p:nvSpPr>
        <p:spPr>
          <a:xfrm>
            <a:off x="5831850" y="1421543"/>
            <a:ext cx="3108952" cy="2123656"/>
          </a:xfrm>
          <a:prstGeom prst="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91438" tIns="45719" rIns="91438" bIns="45719">
            <a:spAutoFit/>
          </a:bodyPr>
          <a:lstStyle/>
          <a:p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module decoder2_4(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</a:t>
            </a:r>
            <a:r>
              <a:rPr lang="en-US" altLang="zh-CN" sz="11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3); </a:t>
            </a:r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input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 </a:t>
            </a:r>
            <a:r>
              <a:rPr lang="en-US" altLang="zh-CN" sz="11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;     </a:t>
            </a:r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output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2,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3;     </a:t>
            </a:r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endmodule </a:t>
            </a:r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35">
            <a:extLst>
              <a:ext uri="{FF2B5EF4-FFF2-40B4-BE49-F238E27FC236}">
                <a16:creationId xmlns:a16="http://schemas.microsoft.com/office/drawing/2014/main" id="{2965DC87-C8E0-42FD-99B5-7BB9E8F12380}"/>
              </a:ext>
            </a:extLst>
          </p:cNvPr>
          <p:cNvSpPr txBox="1"/>
          <p:nvPr/>
        </p:nvSpPr>
        <p:spPr>
          <a:xfrm>
            <a:off x="5840365" y="3644330"/>
            <a:ext cx="3108952" cy="1954379"/>
          </a:xfrm>
          <a:prstGeom prst="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91438" tIns="45719" rIns="91438" bIns="45719">
            <a:spAutoFit/>
          </a:bodyPr>
          <a:lstStyle/>
          <a:p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module decoder2_4(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</a:t>
            </a:r>
            <a:r>
              <a:rPr lang="en-US" altLang="zh-CN" sz="11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2,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3); </a:t>
            </a:r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input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 </a:t>
            </a:r>
            <a:r>
              <a:rPr lang="en-US" altLang="zh-CN" sz="11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;     </a:t>
            </a:r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output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2, 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3;     </a:t>
            </a:r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endParaRPr lang="en-US" altLang="zh-CN" sz="1100" b="1" dirty="0">
              <a:solidFill>
                <a:srgbClr val="7030A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endmodule</a:t>
            </a:r>
          </a:p>
        </p:txBody>
      </p:sp>
      <p:sp>
        <p:nvSpPr>
          <p:cNvPr id="2" name="矩形 1"/>
          <p:cNvSpPr/>
          <p:nvPr/>
        </p:nvSpPr>
        <p:spPr>
          <a:xfrm>
            <a:off x="2457454" y="3651755"/>
            <a:ext cx="5332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行为描述风格</a:t>
            </a: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id="{3B0E8A58-295A-4186-B1F5-3AF3D9D55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02" y="1495389"/>
            <a:ext cx="800100" cy="13430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7" name="Group 46">
            <a:extLst>
              <a:ext uri="{FF2B5EF4-FFF2-40B4-BE49-F238E27FC236}">
                <a16:creationId xmlns:a16="http://schemas.microsoft.com/office/drawing/2014/main" id="{6ACFA992-9A68-4CD8-BE3B-7D6288432C52}"/>
              </a:ext>
            </a:extLst>
          </p:cNvPr>
          <p:cNvGrpSpPr>
            <a:grpSpLocks/>
          </p:cNvGrpSpPr>
          <p:nvPr/>
        </p:nvGrpSpPr>
        <p:grpSpPr bwMode="auto">
          <a:xfrm>
            <a:off x="2768543" y="2343115"/>
            <a:ext cx="212725" cy="366713"/>
            <a:chOff x="144" y="2896"/>
            <a:chExt cx="286" cy="693"/>
          </a:xfrm>
        </p:grpSpPr>
        <p:sp>
          <p:nvSpPr>
            <p:cNvPr id="28" name="Line 47">
              <a:extLst>
                <a:ext uri="{FF2B5EF4-FFF2-40B4-BE49-F238E27FC236}">
                  <a16:creationId xmlns:a16="http://schemas.microsoft.com/office/drawing/2014/main" id="{CF6A9FBD-19BD-4BCD-A2B1-33FFCE4A1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896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37" name="Line 48">
              <a:extLst>
                <a:ext uri="{FF2B5EF4-FFF2-40B4-BE49-F238E27FC236}">
                  <a16:creationId xmlns:a16="http://schemas.microsoft.com/office/drawing/2014/main" id="{6E83E273-59CD-469B-B520-8715DC440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3243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38" name="Line 49">
              <a:extLst>
                <a:ext uri="{FF2B5EF4-FFF2-40B4-BE49-F238E27FC236}">
                  <a16:creationId xmlns:a16="http://schemas.microsoft.com/office/drawing/2014/main" id="{6412E9D5-E980-4B22-B331-7E994EF8CC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3589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</p:grpSp>
      <p:sp>
        <p:nvSpPr>
          <p:cNvPr id="39" name="Text Box 50">
            <a:extLst>
              <a:ext uri="{FF2B5EF4-FFF2-40B4-BE49-F238E27FC236}">
                <a16:creationId xmlns:a16="http://schemas.microsoft.com/office/drawing/2014/main" id="{0A7CE15E-5ADA-4EB4-8ACE-F1F388E76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342" y="2203807"/>
            <a:ext cx="2904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endParaRPr lang="en-US" altLang="zh-CN" sz="1200" b="1" baseline="-25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Text Box 51">
            <a:extLst>
              <a:ext uri="{FF2B5EF4-FFF2-40B4-BE49-F238E27FC236}">
                <a16:creationId xmlns:a16="http://schemas.microsoft.com/office/drawing/2014/main" id="{DC8AFE1B-03B6-43F3-B2CC-6CEEB2CA3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00" y="1466808"/>
            <a:ext cx="476412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G1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G2A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G2B</a:t>
            </a:r>
            <a:endParaRPr lang="zh-CN" altLang="en-US" sz="11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Text Box 52">
            <a:extLst>
              <a:ext uri="{FF2B5EF4-FFF2-40B4-BE49-F238E27FC236}">
                <a16:creationId xmlns:a16="http://schemas.microsoft.com/office/drawing/2014/main" id="{64CE0AAF-69E1-4A76-8345-C7297C421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053" y="1452521"/>
            <a:ext cx="369012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Y0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Y1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Y2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Y3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Y4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Y5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Y6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 dirty="0">
                <a:latin typeface="Tahoma" panose="020B0604030504040204" pitchFamily="34" charset="0"/>
                <a:ea typeface="宋体" panose="02010600030101010101" pitchFamily="2" charset="-122"/>
              </a:rPr>
              <a:t>Y7</a:t>
            </a:r>
          </a:p>
        </p:txBody>
      </p:sp>
      <p:grpSp>
        <p:nvGrpSpPr>
          <p:cNvPr id="42" name="Group 53">
            <a:extLst>
              <a:ext uri="{FF2B5EF4-FFF2-40B4-BE49-F238E27FC236}">
                <a16:creationId xmlns:a16="http://schemas.microsoft.com/office/drawing/2014/main" id="{0C823CAD-CB9B-4158-854C-A98E4D7A1085}"/>
              </a:ext>
            </a:extLst>
          </p:cNvPr>
          <p:cNvGrpSpPr>
            <a:grpSpLocks/>
          </p:cNvGrpSpPr>
          <p:nvPr/>
        </p:nvGrpSpPr>
        <p:grpSpPr bwMode="auto">
          <a:xfrm>
            <a:off x="3776604" y="1590639"/>
            <a:ext cx="231775" cy="1204913"/>
            <a:chOff x="1634" y="1509"/>
            <a:chExt cx="286" cy="2150"/>
          </a:xfrm>
        </p:grpSpPr>
        <p:sp>
          <p:nvSpPr>
            <p:cNvPr id="43" name="Line 54">
              <a:extLst>
                <a:ext uri="{FF2B5EF4-FFF2-40B4-BE49-F238E27FC236}">
                  <a16:creationId xmlns:a16="http://schemas.microsoft.com/office/drawing/2014/main" id="{EBB57768-079E-4E83-B953-7936F4DE0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2133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44" name="Line 55">
              <a:extLst>
                <a:ext uri="{FF2B5EF4-FFF2-40B4-BE49-F238E27FC236}">
                  <a16:creationId xmlns:a16="http://schemas.microsoft.com/office/drawing/2014/main" id="{49C92C9E-18EC-4891-8462-FFE0EFEF7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2411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45" name="Line 56">
              <a:extLst>
                <a:ext uri="{FF2B5EF4-FFF2-40B4-BE49-F238E27FC236}">
                  <a16:creationId xmlns:a16="http://schemas.microsoft.com/office/drawing/2014/main" id="{C6585BDE-0152-4FBE-AF00-CA98699C0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3035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46" name="Oval 57">
              <a:extLst>
                <a:ext uri="{FF2B5EF4-FFF2-40B4-BE49-F238E27FC236}">
                  <a16:creationId xmlns:a16="http://schemas.microsoft.com/office/drawing/2014/main" id="{5D24B371-1728-4CED-A4C0-7C9AADF57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1509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Oval 58">
              <a:extLst>
                <a:ext uri="{FF2B5EF4-FFF2-40B4-BE49-F238E27FC236}">
                  <a16:creationId xmlns:a16="http://schemas.microsoft.com/office/drawing/2014/main" id="{B9DAA796-0D40-48BA-AFDB-5587B3DE4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1787"/>
              <a:ext cx="114" cy="1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Oval 59">
              <a:extLst>
                <a:ext uri="{FF2B5EF4-FFF2-40B4-BE49-F238E27FC236}">
                  <a16:creationId xmlns:a16="http://schemas.microsoft.com/office/drawing/2014/main" id="{7E58AEBB-DD83-49D3-AE4C-C1B6626BD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064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Oval 60">
              <a:extLst>
                <a:ext uri="{FF2B5EF4-FFF2-40B4-BE49-F238E27FC236}">
                  <a16:creationId xmlns:a16="http://schemas.microsoft.com/office/drawing/2014/main" id="{20857352-B281-4D6E-BF53-7A97A4042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341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Oval 61">
              <a:extLst>
                <a:ext uri="{FF2B5EF4-FFF2-40B4-BE49-F238E27FC236}">
                  <a16:creationId xmlns:a16="http://schemas.microsoft.com/office/drawing/2014/main" id="{01903037-5B53-4F50-8ADB-19BE60C5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88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Oval 62">
              <a:extLst>
                <a:ext uri="{FF2B5EF4-FFF2-40B4-BE49-F238E27FC236}">
                  <a16:creationId xmlns:a16="http://schemas.microsoft.com/office/drawing/2014/main" id="{8428AD99-E4D1-4FD3-932C-ED7439CAF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965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Oval 63">
              <a:extLst>
                <a:ext uri="{FF2B5EF4-FFF2-40B4-BE49-F238E27FC236}">
                  <a16:creationId xmlns:a16="http://schemas.microsoft.com/office/drawing/2014/main" id="{9A34824B-28B6-4E3C-B2EA-68C432731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243"/>
              <a:ext cx="114" cy="1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Oval 64">
              <a:extLst>
                <a:ext uri="{FF2B5EF4-FFF2-40B4-BE49-F238E27FC236}">
                  <a16:creationId xmlns:a16="http://schemas.microsoft.com/office/drawing/2014/main" id="{263A97EA-9D0F-4405-B90D-1A2ED6EAD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520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65">
              <a:extLst>
                <a:ext uri="{FF2B5EF4-FFF2-40B4-BE49-F238E27FC236}">
                  <a16:creationId xmlns:a16="http://schemas.microsoft.com/office/drawing/2014/main" id="{25E9EE9E-DA89-482B-A654-E83E5A5D5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2757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55" name="Line 66">
              <a:extLst>
                <a:ext uri="{FF2B5EF4-FFF2-40B4-BE49-F238E27FC236}">
                  <a16:creationId xmlns:a16="http://schemas.microsoft.com/office/drawing/2014/main" id="{C3636E6F-CC05-430E-A421-A082228C8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3589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56" name="Line 67">
              <a:extLst>
                <a:ext uri="{FF2B5EF4-FFF2-40B4-BE49-F238E27FC236}">
                  <a16:creationId xmlns:a16="http://schemas.microsoft.com/office/drawing/2014/main" id="{8B844FDC-9DEB-498A-A1F6-8A0A37382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3312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57" name="Line 68">
              <a:extLst>
                <a:ext uri="{FF2B5EF4-FFF2-40B4-BE49-F238E27FC236}">
                  <a16:creationId xmlns:a16="http://schemas.microsoft.com/office/drawing/2014/main" id="{2D0F7079-72BE-4402-A72F-64AEBB66F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1579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58" name="Line 69">
              <a:extLst>
                <a:ext uri="{FF2B5EF4-FFF2-40B4-BE49-F238E27FC236}">
                  <a16:creationId xmlns:a16="http://schemas.microsoft.com/office/drawing/2014/main" id="{FE5552F8-57AB-49AD-AA63-1E3DC26B5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1856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</p:grpSp>
      <p:grpSp>
        <p:nvGrpSpPr>
          <p:cNvPr id="59" name="Group 70">
            <a:extLst>
              <a:ext uri="{FF2B5EF4-FFF2-40B4-BE49-F238E27FC236}">
                <a16:creationId xmlns:a16="http://schemas.microsoft.com/office/drawing/2014/main" id="{4EE37DC8-1FA8-488F-8681-813A0DE23806}"/>
              </a:ext>
            </a:extLst>
          </p:cNvPr>
          <p:cNvGrpSpPr>
            <a:grpSpLocks/>
          </p:cNvGrpSpPr>
          <p:nvPr/>
        </p:nvGrpSpPr>
        <p:grpSpPr bwMode="auto">
          <a:xfrm>
            <a:off x="2724093" y="1643028"/>
            <a:ext cx="257175" cy="366713"/>
            <a:chOff x="144" y="1579"/>
            <a:chExt cx="286" cy="762"/>
          </a:xfrm>
        </p:grpSpPr>
        <p:sp>
          <p:nvSpPr>
            <p:cNvPr id="60" name="Line 71">
              <a:extLst>
                <a:ext uri="{FF2B5EF4-FFF2-40B4-BE49-F238E27FC236}">
                  <a16:creationId xmlns:a16="http://schemas.microsoft.com/office/drawing/2014/main" id="{56FD3CD9-B77E-4FD7-AA8D-22DB78EAD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1579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61" name="Oval 72">
              <a:extLst>
                <a:ext uri="{FF2B5EF4-FFF2-40B4-BE49-F238E27FC236}">
                  <a16:creationId xmlns:a16="http://schemas.microsoft.com/office/drawing/2014/main" id="{FDD2D399-BC5F-484B-86D4-8F55A0795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" y="1856"/>
              <a:ext cx="114" cy="1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Oval 73">
              <a:extLst>
                <a:ext uri="{FF2B5EF4-FFF2-40B4-BE49-F238E27FC236}">
                  <a16:creationId xmlns:a16="http://schemas.microsoft.com/office/drawing/2014/main" id="{F363286A-F405-44E5-A56E-2D1EA13E7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" y="2203"/>
              <a:ext cx="114" cy="1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20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Line 74">
              <a:extLst>
                <a:ext uri="{FF2B5EF4-FFF2-40B4-BE49-F238E27FC236}">
                  <a16:creationId xmlns:a16="http://schemas.microsoft.com/office/drawing/2014/main" id="{97717FB5-FC7B-4551-AA3E-22EDC1490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1925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64" name="Line 75">
              <a:extLst>
                <a:ext uri="{FF2B5EF4-FFF2-40B4-BE49-F238E27FC236}">
                  <a16:creationId xmlns:a16="http://schemas.microsoft.com/office/drawing/2014/main" id="{5312C772-AC01-4288-A0B4-4539C10F97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272"/>
              <a:ext cx="1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</p:grpSp>
      <p:sp>
        <p:nvSpPr>
          <p:cNvPr id="65" name="矩形 64"/>
          <p:cNvSpPr/>
          <p:nvPr/>
        </p:nvSpPr>
        <p:spPr>
          <a:xfrm>
            <a:off x="8407527" y="2729592"/>
            <a:ext cx="5332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结构描述风格</a:t>
            </a:r>
          </a:p>
        </p:txBody>
      </p:sp>
      <p:sp>
        <p:nvSpPr>
          <p:cNvPr id="66" name="矩形 65"/>
          <p:cNvSpPr/>
          <p:nvPr/>
        </p:nvSpPr>
        <p:spPr>
          <a:xfrm>
            <a:off x="8316916" y="4887726"/>
            <a:ext cx="6959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</a:t>
            </a:r>
            <a:endParaRPr lang="en-US" altLang="zh-CN" sz="12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en-US" altLang="zh-CN" sz="12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风格</a:t>
            </a:r>
          </a:p>
        </p:txBody>
      </p:sp>
      <p:pic>
        <p:nvPicPr>
          <p:cNvPr id="67" name="Picture 19">
            <a:extLst>
              <a:ext uri="{FF2B5EF4-FFF2-40B4-BE49-F238E27FC236}">
                <a16:creationId xmlns:a16="http://schemas.microsoft.com/office/drawing/2014/main" id="{07300F92-902B-4C9F-B32D-6DAF09276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9832" y="4008786"/>
            <a:ext cx="2041492" cy="1525271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4298141" y="4013800"/>
            <a:ext cx="684877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595091" y="4246986"/>
            <a:ext cx="33251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05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I1N</a:t>
            </a:r>
            <a:endParaRPr lang="zh-CN" altLang="en-US" sz="105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521200" y="4023286"/>
            <a:ext cx="33251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05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I0N</a:t>
            </a:r>
            <a:endParaRPr lang="zh-CN" altLang="en-US" sz="105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64545" y="4864974"/>
            <a:ext cx="3577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973781" y="4135865"/>
            <a:ext cx="3577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964545" y="4517125"/>
            <a:ext cx="3577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964545" y="5247620"/>
            <a:ext cx="3577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920636" y="3921702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9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952962" y="4493919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9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10551" y="2186541"/>
            <a:ext cx="1561325" cy="338554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not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U1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I0N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0),         </a:t>
            </a:r>
            <a:endParaRPr lang="en-US" altLang="zh-CN" sz="110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U2(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I1N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1);    </a:t>
            </a:r>
            <a:endParaRPr lang="en-US" altLang="zh-CN" sz="110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10550" y="2633241"/>
            <a:ext cx="2286000" cy="67710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indent="180975"/>
            <a:r>
              <a:rPr lang="zh-CN" altLang="en-US" sz="105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and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U3(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 </a:t>
            </a:r>
            <a:r>
              <a:rPr lang="en-US" altLang="zh-CN" sz="105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I0N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I1N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),           </a:t>
            </a:r>
            <a:endParaRPr lang="en-US" altLang="zh-CN" sz="105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U4(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1,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I0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),           </a:t>
            </a:r>
            <a:endParaRPr lang="en-US" altLang="zh-CN" sz="105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U5(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2,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I1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),           </a:t>
            </a:r>
            <a:endParaRPr lang="en-US" altLang="zh-CN" sz="105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U6(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3,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0, </a:t>
            </a:r>
            <a:r>
              <a:rPr lang="en-US" altLang="zh-CN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0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1); </a:t>
            </a:r>
            <a:endParaRPr lang="en-US" altLang="zh-CN" sz="105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5316" y="1978187"/>
            <a:ext cx="908903" cy="169277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wire </a:t>
            </a:r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I0N</a:t>
            </a:r>
            <a:r>
              <a:rPr lang="zh-CN" alt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I1N</a:t>
            </a:r>
            <a:r>
              <a:rPr lang="zh-CN" alt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; 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857572" y="4303533"/>
            <a:ext cx="254995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assign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I0N 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 !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0;    </a:t>
            </a:r>
            <a:endParaRPr lang="en-US" altLang="zh-CN" sz="110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assign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I1N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= !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1;     </a:t>
            </a:r>
            <a:endParaRPr lang="en-US" altLang="zh-CN" sz="110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assign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 = !(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I0N 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&amp;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I1N 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&amp; </a:t>
            </a:r>
            <a:r>
              <a:rPr lang="en-US" altLang="zh-CN" sz="11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);     </a:t>
            </a:r>
            <a:endParaRPr lang="en-US" altLang="zh-CN" sz="110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assign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 = !(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I0N 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&amp; in1 &amp; </a:t>
            </a:r>
            <a:r>
              <a:rPr lang="en-US" altLang="zh-CN" sz="11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);     </a:t>
            </a:r>
            <a:endParaRPr lang="en-US" altLang="zh-CN" sz="110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assign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 = !(wire2 &amp; in0 &amp; </a:t>
            </a:r>
            <a:r>
              <a:rPr lang="en-US" altLang="zh-CN" sz="11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);     </a:t>
            </a:r>
            <a:endParaRPr lang="en-US" altLang="zh-CN" sz="110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180975"/>
            <a:r>
              <a:rPr lang="zh-CN" altLang="en-US" sz="1100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assign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 = !(in0 &amp; in1 &amp; </a:t>
            </a:r>
            <a:r>
              <a:rPr lang="en-US" altLang="zh-CN" sz="11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EN</a:t>
            </a:r>
            <a:r>
              <a:rPr lang="zh-CN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); </a:t>
            </a:r>
            <a:endParaRPr lang="en-US" altLang="zh-CN" sz="1100" b="1" dirty="0">
              <a:solidFill>
                <a:prstClr val="black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95316" y="4149485"/>
            <a:ext cx="1037233" cy="26161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wire </a:t>
            </a:r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I0N</a:t>
            </a:r>
            <a:r>
              <a:rPr lang="zh-CN" alt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I1N</a:t>
            </a:r>
            <a:r>
              <a:rPr lang="zh-CN" alt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;     </a:t>
            </a:r>
            <a:endParaRPr lang="en-US" altLang="zh-CN" sz="1100" b="1" dirty="0">
              <a:solidFill>
                <a:srgbClr val="FF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3642C193-294B-7A4B-7AD1-84A5CDBD4A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76</a:t>
            </a:fld>
            <a:endParaRPr lang="zh-CN" altLang="en-US" sz="1100" dirty="0"/>
          </a:p>
        </p:txBody>
      </p:sp>
      <p:sp>
        <p:nvSpPr>
          <p:cNvPr id="12" name="日期占位符 2">
            <a:extLst>
              <a:ext uri="{FF2B5EF4-FFF2-40B4-BE49-F238E27FC236}">
                <a16:creationId xmlns:a16="http://schemas.microsoft.com/office/drawing/2014/main" id="{DD157D83-DB92-7E0F-F179-452F4504B5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6EE2D1F-8FAD-40EE-B34D-E7F02E2A4FDF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6279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标题 1">
            <a:extLst>
              <a:ext uri="{FF2B5EF4-FFF2-40B4-BE49-F238E27FC236}">
                <a16:creationId xmlns:a16="http://schemas.microsoft.com/office/drawing/2014/main" id="{53134A01-4C27-4872-A914-8D24256C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84150"/>
            <a:ext cx="5464175" cy="615950"/>
          </a:xfrm>
        </p:spPr>
        <p:txBody>
          <a:bodyPr/>
          <a:lstStyle/>
          <a:p>
            <a:r>
              <a:rPr lang="en-US" altLang="zh-CN" sz="3600" dirty="0"/>
              <a:t>HDL</a:t>
            </a:r>
            <a:r>
              <a:rPr lang="zh-CN" altLang="en-US" sz="3600" dirty="0"/>
              <a:t> </a:t>
            </a:r>
            <a:r>
              <a:rPr lang="en-US" altLang="zh-CN" sz="3600" dirty="0"/>
              <a:t>for 4-2 Encoder </a:t>
            </a:r>
            <a:endParaRPr lang="zh-CN" altLang="en-US" sz="3600" dirty="0"/>
          </a:p>
        </p:txBody>
      </p:sp>
      <p:sp>
        <p:nvSpPr>
          <p:cNvPr id="121859" name="日期占位符 2">
            <a:extLst>
              <a:ext uri="{FF2B5EF4-FFF2-40B4-BE49-F238E27FC236}">
                <a16:creationId xmlns:a16="http://schemas.microsoft.com/office/drawing/2014/main" id="{16E19C36-900A-4F3E-82C6-3CAD35CEA4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6EE2D1F-8FAD-40EE-B34D-E7F02E2A4FDF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121860" name="灯片编号占位符 3">
            <a:extLst>
              <a:ext uri="{FF2B5EF4-FFF2-40B4-BE49-F238E27FC236}">
                <a16:creationId xmlns:a16="http://schemas.microsoft.com/office/drawing/2014/main" id="{0BBEAA4C-BFB6-4DD0-9298-634B642520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07F802D3-0504-4BA0-B6A7-672AE0C3F158}" type="slidenum">
              <a:rPr lang="zh-CN" altLang="en-US" sz="1100"/>
              <a:pPr/>
              <a:t>77</a:t>
            </a:fld>
            <a:endParaRPr lang="zh-CN" altLang="en-US" sz="11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14BB62B-70D5-4216-B85B-C0E0E77C5134}"/>
              </a:ext>
            </a:extLst>
          </p:cNvPr>
          <p:cNvSpPr/>
          <p:nvPr/>
        </p:nvSpPr>
        <p:spPr>
          <a:xfrm>
            <a:off x="144463" y="908050"/>
            <a:ext cx="3851275" cy="53244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363538" algn="l"/>
              </a:tabLst>
              <a:defRPr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module</a:t>
            </a:r>
            <a:r>
              <a:rPr lang="en-US" altLang="zh-CN" b="1" dirty="0">
                <a:latin typeface="Arial" charset="0"/>
              </a:rPr>
              <a:t> Code42(  F,  I ) ;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	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00B050"/>
              </a:solidFill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                                                                                       </a:t>
            </a: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      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</a:rPr>
              <a:t> </a:t>
            </a: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	    </a:t>
            </a: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	 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endmodule</a:t>
            </a:r>
            <a:r>
              <a:rPr lang="en-US" altLang="zh-CN" b="1" dirty="0">
                <a:latin typeface="Arial" charset="0"/>
              </a:rPr>
              <a:t> </a:t>
            </a:r>
            <a:endParaRPr lang="zh-CN" altLang="en-US" b="1" dirty="0">
              <a:latin typeface="Arial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621091E-90F8-40CC-B6B4-8535B0E34DD2}"/>
              </a:ext>
            </a:extLst>
          </p:cNvPr>
          <p:cNvSpPr/>
          <p:nvPr/>
        </p:nvSpPr>
        <p:spPr>
          <a:xfrm>
            <a:off x="395288" y="2809875"/>
            <a:ext cx="2736850" cy="2922588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</a:rPr>
              <a:t>always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</a:rPr>
              <a:t> </a:t>
            </a:r>
            <a:r>
              <a:rPr lang="en-US" altLang="zh-CN" sz="1600" b="1" dirty="0">
                <a:latin typeface="Arial" charset="0"/>
              </a:rPr>
              <a:t>@ ( * ) </a:t>
            </a:r>
          </a:p>
          <a:p>
            <a:pPr marL="342900" indent="-342900">
              <a:spcBef>
                <a:spcPts val="600"/>
              </a:spcBef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  begin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end</a:t>
            </a:r>
          </a:p>
        </p:txBody>
      </p:sp>
      <p:sp>
        <p:nvSpPr>
          <p:cNvPr id="106" name="爆炸形 2 105">
            <a:extLst>
              <a:ext uri="{FF2B5EF4-FFF2-40B4-BE49-F238E27FC236}">
                <a16:creationId xmlns:a16="http://schemas.microsoft.com/office/drawing/2014/main" id="{EE4E24C5-5FC6-4C03-B3E3-3A840D347DBE}"/>
              </a:ext>
            </a:extLst>
          </p:cNvPr>
          <p:cNvSpPr/>
          <p:nvPr/>
        </p:nvSpPr>
        <p:spPr>
          <a:xfrm>
            <a:off x="7092950" y="4508500"/>
            <a:ext cx="2006600" cy="165735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HARD-WARE!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2" name="组合 142">
            <a:extLst>
              <a:ext uri="{FF2B5EF4-FFF2-40B4-BE49-F238E27FC236}">
                <a16:creationId xmlns:a16="http://schemas.microsoft.com/office/drawing/2014/main" id="{DD34D1B2-46C0-461C-A3EA-8E369B70D3B2}"/>
              </a:ext>
            </a:extLst>
          </p:cNvPr>
          <p:cNvGrpSpPr>
            <a:grpSpLocks/>
          </p:cNvGrpSpPr>
          <p:nvPr/>
        </p:nvGrpSpPr>
        <p:grpSpPr bwMode="auto">
          <a:xfrm>
            <a:off x="7688263" y="2509838"/>
            <a:ext cx="1204912" cy="990600"/>
            <a:chOff x="7587335" y="2303875"/>
            <a:chExt cx="1204871" cy="990111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1DB5E041-755D-463F-8976-B4D982744659}"/>
                </a:ext>
              </a:extLst>
            </p:cNvPr>
            <p:cNvCxnSpPr/>
            <p:nvPr/>
          </p:nvCxnSpPr>
          <p:spPr>
            <a:xfrm>
              <a:off x="8396932" y="3024244"/>
              <a:ext cx="37781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0F022BA-7C4F-4ABC-88CF-25FA305D795A}"/>
                </a:ext>
              </a:extLst>
            </p:cNvPr>
            <p:cNvCxnSpPr/>
            <p:nvPr/>
          </p:nvCxnSpPr>
          <p:spPr>
            <a:xfrm>
              <a:off x="7587335" y="2541882"/>
              <a:ext cx="37622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F607D751-CD42-40BB-9B3C-33683862799D}"/>
                </a:ext>
              </a:extLst>
            </p:cNvPr>
            <p:cNvCxnSpPr/>
            <p:nvPr/>
          </p:nvCxnSpPr>
          <p:spPr>
            <a:xfrm>
              <a:off x="7587335" y="2778303"/>
              <a:ext cx="37622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C1B7E8B-3CC4-4907-9621-C40E7FE76496}"/>
                </a:ext>
              </a:extLst>
            </p:cNvPr>
            <p:cNvSpPr txBox="1"/>
            <p:nvPr/>
          </p:nvSpPr>
          <p:spPr>
            <a:xfrm>
              <a:off x="8442968" y="2798931"/>
              <a:ext cx="349238" cy="2618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050" b="1" dirty="0">
                  <a:latin typeface="Arial" charset="0"/>
                </a:rPr>
                <a:t>F0</a:t>
              </a:r>
              <a:endParaRPr lang="zh-CN" altLang="en-US" sz="1050" b="1" dirty="0">
                <a:latin typeface="Arial" charset="0"/>
              </a:endParaRPr>
            </a:p>
          </p:txBody>
        </p:sp>
        <p:sp>
          <p:nvSpPr>
            <p:cNvPr id="121889" name="TextBox 76">
              <a:extLst>
                <a:ext uri="{FF2B5EF4-FFF2-40B4-BE49-F238E27FC236}">
                  <a16:creationId xmlns:a16="http://schemas.microsoft.com/office/drawing/2014/main" id="{0ADF4E6E-051B-4AD3-998D-09934AE2B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2047" y="2550223"/>
              <a:ext cx="346969" cy="242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200" b="1" baseline="-250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zh-CN" altLang="en-US" sz="1200" b="1" baseline="-25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1890" name="TextBox 77">
              <a:extLst>
                <a:ext uri="{FF2B5EF4-FFF2-40B4-BE49-F238E27FC236}">
                  <a16:creationId xmlns:a16="http://schemas.microsoft.com/office/drawing/2014/main" id="{96273C40-D1EA-456B-8D66-00A354DB3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3429" y="2303875"/>
              <a:ext cx="346969" cy="242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200" b="1" baseline="-25000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zh-CN" altLang="en-US" sz="1200" b="1" baseline="-25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6D27AA1A-662D-4FC3-B131-EBDAB41CC9C8}"/>
                </a:ext>
              </a:extLst>
            </p:cNvPr>
            <p:cNvCxnSpPr/>
            <p:nvPr/>
          </p:nvCxnSpPr>
          <p:spPr>
            <a:xfrm>
              <a:off x="7587335" y="3016310"/>
              <a:ext cx="37622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892" name="TextBox 84">
              <a:extLst>
                <a:ext uri="{FF2B5EF4-FFF2-40B4-BE49-F238E27FC236}">
                  <a16:creationId xmlns:a16="http://schemas.microsoft.com/office/drawing/2014/main" id="{F120B8FC-8087-4284-B95C-3BF7CE3A5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2047" y="2785019"/>
              <a:ext cx="346969" cy="242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200" b="1" baseline="-250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zh-CN" altLang="en-US" sz="1200" b="1" baseline="-25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81FA4F5C-08E3-49E1-9334-67728B45A1B2}"/>
                </a:ext>
              </a:extLst>
            </p:cNvPr>
            <p:cNvCxnSpPr/>
            <p:nvPr/>
          </p:nvCxnSpPr>
          <p:spPr>
            <a:xfrm>
              <a:off x="7587335" y="3213063"/>
              <a:ext cx="37622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894" name="TextBox 86">
              <a:extLst>
                <a:ext uri="{FF2B5EF4-FFF2-40B4-BE49-F238E27FC236}">
                  <a16:creationId xmlns:a16="http://schemas.microsoft.com/office/drawing/2014/main" id="{03AA7CC0-B8E4-416E-B3F6-153112E16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2047" y="2985421"/>
              <a:ext cx="346969" cy="242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200" b="1" baseline="-25000"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zh-CN" altLang="en-US" sz="1200" b="1" baseline="-25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46E57A71-9123-4CE1-8BCA-7C6ACD9128DB}"/>
                </a:ext>
              </a:extLst>
            </p:cNvPr>
            <p:cNvSpPr/>
            <p:nvPr/>
          </p:nvSpPr>
          <p:spPr>
            <a:xfrm>
              <a:off x="7947685" y="2438745"/>
              <a:ext cx="449248" cy="8552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C8079806-9FA4-4890-858D-5ADE42DB4E34}"/>
                </a:ext>
              </a:extLst>
            </p:cNvPr>
            <p:cNvCxnSpPr/>
            <p:nvPr/>
          </p:nvCxnSpPr>
          <p:spPr>
            <a:xfrm>
              <a:off x="8396932" y="2798931"/>
              <a:ext cx="37781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36DCAE0-84E6-4D76-8EF7-FCF80D90AB0B}"/>
                </a:ext>
              </a:extLst>
            </p:cNvPr>
            <p:cNvSpPr txBox="1"/>
            <p:nvPr/>
          </p:nvSpPr>
          <p:spPr>
            <a:xfrm>
              <a:off x="8442968" y="2573617"/>
              <a:ext cx="349238" cy="2618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050" b="1" dirty="0">
                  <a:latin typeface="Arial" charset="0"/>
                </a:rPr>
                <a:t>F1</a:t>
              </a:r>
              <a:endParaRPr lang="zh-CN" altLang="en-US" sz="1050" b="1" dirty="0">
                <a:latin typeface="Arial" charset="0"/>
              </a:endParaRPr>
            </a:p>
          </p:txBody>
        </p:sp>
      </p:grpSp>
      <p:sp>
        <p:nvSpPr>
          <p:cNvPr id="127" name="矩形 126">
            <a:extLst>
              <a:ext uri="{FF2B5EF4-FFF2-40B4-BE49-F238E27FC236}">
                <a16:creationId xmlns:a16="http://schemas.microsoft.com/office/drawing/2014/main" id="{57B1CE31-0F32-4F81-9D64-0F9163D3F9F2}"/>
              </a:ext>
            </a:extLst>
          </p:cNvPr>
          <p:cNvSpPr/>
          <p:nvPr/>
        </p:nvSpPr>
        <p:spPr>
          <a:xfrm>
            <a:off x="3924300" y="3213100"/>
            <a:ext cx="3527425" cy="2278063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always </a:t>
            </a:r>
            <a:r>
              <a:rPr lang="en-US" altLang="zh-CN" sz="1600" b="1" dirty="0">
                <a:latin typeface="Arial" charset="0"/>
                <a:ea typeface="MS PGothic" pitchFamily="34" charset="-128"/>
                <a:cs typeface="Arial" pitchFamily="34" charset="0"/>
              </a:rPr>
              <a:t>@  ( * )</a:t>
            </a:r>
          </a:p>
          <a:p>
            <a:pPr marL="342900" indent="-342900">
              <a:spcBef>
                <a:spcPts val="600"/>
              </a:spcBef>
              <a:defRPr/>
            </a:pPr>
            <a:r>
              <a:rPr lang="en-US" altLang="zh-CN" sz="1600" b="1" dirty="0">
                <a:latin typeface="Arial" charset="0"/>
                <a:ea typeface="MS PGothic" pitchFamily="34" charset="-128"/>
                <a:cs typeface="Arial" pitchFamily="34" charset="0"/>
              </a:rPr>
              <a:t>  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begin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  <a:ea typeface="MS PGothic" pitchFamily="34" charset="-128"/>
                <a:cs typeface="Arial" pitchFamily="34" charset="0"/>
              </a:rPr>
              <a:t>   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               if</a:t>
            </a:r>
            <a:r>
              <a:rPr lang="en-US" altLang="zh-CN" sz="1600" b="1" dirty="0">
                <a:latin typeface="Arial" charset="0"/>
              </a:rPr>
              <a:t> (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I[3])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t= 2’b11 ; </a:t>
            </a:r>
            <a:endParaRPr lang="en-US" altLang="zh-CN" sz="1600" b="1" dirty="0">
              <a:solidFill>
                <a:srgbClr val="0A419B"/>
              </a:solidFill>
              <a:latin typeface="Arial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          </a:t>
            </a:r>
            <a:r>
              <a:rPr lang="en-US" altLang="zh-CN" sz="1600" b="1" dirty="0">
                <a:solidFill>
                  <a:srgbClr val="0A419B"/>
                </a:solidFill>
                <a:latin typeface="Arial" charset="0"/>
              </a:rPr>
              <a:t>else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if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(I[2])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t = 2’b10 ; </a:t>
            </a:r>
            <a:endParaRPr lang="en-US" altLang="zh-CN" sz="1600" b="1" dirty="0">
              <a:solidFill>
                <a:srgbClr val="0A419B"/>
              </a:solidFill>
              <a:latin typeface="Arial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          </a:t>
            </a:r>
            <a:r>
              <a:rPr lang="en-US" altLang="zh-CN" sz="1600" b="1" dirty="0">
                <a:solidFill>
                  <a:srgbClr val="0A419B"/>
                </a:solidFill>
                <a:latin typeface="Arial" charset="0"/>
              </a:rPr>
              <a:t>else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if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(I[1])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 t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= 2’b01 ;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         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else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             t = 2’b00 ;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</a:rPr>
              <a:t>     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end</a:t>
            </a: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21AECF4E-92AC-4E42-835B-3A3B17BA25A5}"/>
              </a:ext>
            </a:extLst>
          </p:cNvPr>
          <p:cNvCxnSpPr/>
          <p:nvPr/>
        </p:nvCxnSpPr>
        <p:spPr>
          <a:xfrm flipH="1">
            <a:off x="3492500" y="2708275"/>
            <a:ext cx="9525" cy="3457575"/>
          </a:xfrm>
          <a:prstGeom prst="line">
            <a:avLst/>
          </a:prstGeom>
          <a:ln w="317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9BE4452F-6F6C-4868-A217-9D55837C92AA}"/>
              </a:ext>
            </a:extLst>
          </p:cNvPr>
          <p:cNvSpPr/>
          <p:nvPr/>
        </p:nvSpPr>
        <p:spPr>
          <a:xfrm>
            <a:off x="2071688" y="5876925"/>
            <a:ext cx="1347787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No priority</a:t>
            </a:r>
            <a:endParaRPr lang="zh-CN" altLang="en-US" sz="1600" b="1" dirty="0">
              <a:solidFill>
                <a:srgbClr val="7030A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E21FA6B-21C5-4681-A2F4-6FFB1D9A329D}"/>
              </a:ext>
            </a:extLst>
          </p:cNvPr>
          <p:cNvSpPr/>
          <p:nvPr/>
        </p:nvSpPr>
        <p:spPr>
          <a:xfrm>
            <a:off x="3611563" y="5876925"/>
            <a:ext cx="973137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Priority!</a:t>
            </a:r>
            <a:endParaRPr lang="zh-CN" altLang="en-US" sz="1600" b="1" dirty="0">
              <a:solidFill>
                <a:srgbClr val="7030A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graphicFrame>
        <p:nvGraphicFramePr>
          <p:cNvPr id="140" name="Object 3">
            <a:extLst>
              <a:ext uri="{FF2B5EF4-FFF2-40B4-BE49-F238E27FC236}">
                <a16:creationId xmlns:a16="http://schemas.microsoft.com/office/drawing/2014/main" id="{DDC9431F-962C-43C6-A584-05D018420F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1052513"/>
          <a:ext cx="260191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247836" imgH="1152576" progId="Excel.Sheet.8">
                  <p:embed/>
                </p:oleObj>
              </mc:Choice>
              <mc:Fallback>
                <p:oleObj name="Worksheet" r:id="rId3" imgW="2247836" imgH="1152576" progId="Excel.Sheet.8">
                  <p:embed/>
                  <p:pic>
                    <p:nvPicPr>
                      <p:cNvPr id="140" name="Object 3">
                        <a:extLst>
                          <a:ext uri="{FF2B5EF4-FFF2-40B4-BE49-F238E27FC236}">
                            <a16:creationId xmlns:a16="http://schemas.microsoft.com/office/drawing/2014/main" id="{DDC9431F-962C-43C6-A584-05D018420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052513"/>
                        <a:ext cx="2601913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3">
            <a:extLst>
              <a:ext uri="{FF2B5EF4-FFF2-40B4-BE49-F238E27FC236}">
                <a16:creationId xmlns:a16="http://schemas.microsoft.com/office/drawing/2014/main" id="{42E31C4F-A241-422F-BFE5-554E61DF0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1052513"/>
          <a:ext cx="2276475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162294" imgH="1171498" progId="Excel.Sheet.8">
                  <p:embed/>
                </p:oleObj>
              </mc:Choice>
              <mc:Fallback>
                <p:oleObj name="Worksheet" r:id="rId5" imgW="2162294" imgH="1171498" progId="Excel.Sheet.8">
                  <p:embed/>
                  <p:pic>
                    <p:nvPicPr>
                      <p:cNvPr id="142" name="Object 3">
                        <a:extLst>
                          <a:ext uri="{FF2B5EF4-FFF2-40B4-BE49-F238E27FC236}">
                            <a16:creationId xmlns:a16="http://schemas.microsoft.com/office/drawing/2014/main" id="{42E31C4F-A241-422F-BFE5-554E61DF0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052513"/>
                        <a:ext cx="2276475" cy="133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1AF78AE7-4721-4E54-BDC0-B4CEFD705B6A}"/>
              </a:ext>
            </a:extLst>
          </p:cNvPr>
          <p:cNvSpPr/>
          <p:nvPr/>
        </p:nvSpPr>
        <p:spPr>
          <a:xfrm>
            <a:off x="3635375" y="5949950"/>
            <a:ext cx="863600" cy="215900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B356EF-336F-48B5-BFB1-571DE134F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2376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  [ 1:0 ]    F;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     [ 3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:0 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]   I; 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38CAC96-3FC4-40B1-90BD-C3EB51E19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360613"/>
            <a:ext cx="1655762" cy="347662"/>
          </a:xfrm>
          <a:prstGeom prst="rect">
            <a:avLst/>
          </a:prstGeom>
          <a:solidFill>
            <a:schemeClr val="bg1">
              <a:alpha val="3215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assign</a:t>
            </a:r>
            <a:r>
              <a:rPr lang="en-US" altLang="zh-CN" sz="16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F = t </a:t>
            </a:r>
            <a:r>
              <a:rPr lang="zh-CN" altLang="en-US" sz="1600" b="1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lang="en-US" altLang="zh-CN" sz="1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B6C4DDAB-D405-4041-816A-674624E6BFF1}"/>
              </a:ext>
            </a:extLst>
          </p:cNvPr>
          <p:cNvSpPr/>
          <p:nvPr/>
        </p:nvSpPr>
        <p:spPr>
          <a:xfrm>
            <a:off x="2555875" y="981075"/>
            <a:ext cx="647700" cy="2873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6BB7C54-13CD-4980-9DF5-8F49C5F94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08050"/>
            <a:ext cx="719137" cy="288925"/>
          </a:xfrm>
          <a:prstGeom prst="rect">
            <a:avLst/>
          </a:prstGeom>
          <a:solidFill>
            <a:srgbClr val="7030A0">
              <a:alpha val="1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en);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C5ED11C-7F47-4BE8-95D1-D4317135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44675"/>
            <a:ext cx="1079500" cy="215900"/>
          </a:xfrm>
          <a:prstGeom prst="rect">
            <a:avLst/>
          </a:prstGeom>
          <a:solidFill>
            <a:srgbClr val="7030A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    en;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F07485-4F51-41C1-A451-1DA4D9228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194468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       [1:0]      t;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D876724-538A-47AF-8186-3A022568F6FF}"/>
              </a:ext>
            </a:extLst>
          </p:cNvPr>
          <p:cNvSpPr/>
          <p:nvPr/>
        </p:nvSpPr>
        <p:spPr>
          <a:xfrm>
            <a:off x="4572000" y="4221163"/>
            <a:ext cx="503238" cy="936625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ED8474A-473D-4543-B07F-FE533747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382963"/>
            <a:ext cx="1944687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case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( I )</a:t>
            </a:r>
            <a:endParaRPr lang="en-US" altLang="zh-CN" sz="1400" b="1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1:            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    = 0</a:t>
            </a: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2:</a:t>
            </a:r>
            <a:r>
              <a:rPr lang="en-US" altLang="zh-CN" sz="1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    = 1</a:t>
            </a: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1400" b="1">
                <a:solidFill>
                  <a:srgbClr val="33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4:</a:t>
            </a:r>
            <a:r>
              <a:rPr lang="en-US" altLang="zh-CN" sz="1400" b="1">
                <a:solidFill>
                  <a:srgbClr val="33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    = 2</a:t>
            </a: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b="1">
                <a:solidFill>
                  <a:srgbClr val="33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8 :           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    = 3</a:t>
            </a: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default: </a:t>
            </a:r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t    = 0  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C6E8B484-612F-43C5-8675-9024E65CE12D}"/>
              </a:ext>
            </a:extLst>
          </p:cNvPr>
          <p:cNvSpPr/>
          <p:nvPr/>
        </p:nvSpPr>
        <p:spPr>
          <a:xfrm>
            <a:off x="1619250" y="2420938"/>
            <a:ext cx="720725" cy="28733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399F76-A38C-4804-A5D6-BC8CCBBB2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420938"/>
            <a:ext cx="1531938" cy="276225"/>
          </a:xfrm>
          <a:prstGeom prst="rect">
            <a:avLst/>
          </a:prstGeom>
          <a:solidFill>
            <a:srgbClr val="7030A0">
              <a:alpha val="2196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 ? t : 2’bz;</a:t>
            </a:r>
            <a:endParaRPr lang="en-US" altLang="zh-CN" sz="1800" b="1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22" name="TextBox 44">
            <a:extLst>
              <a:ext uri="{FF2B5EF4-FFF2-40B4-BE49-F238E27FC236}">
                <a16:creationId xmlns:a16="http://schemas.microsoft.com/office/drawing/2014/main" id="{9E08E8A0-B1A7-4E50-9A92-CE6B9F58E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122488"/>
            <a:ext cx="18145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z: High impedance </a:t>
            </a:r>
            <a:endParaRPr lang="zh-CN" altLang="en-US" sz="14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6" name="形状 45">
            <a:extLst>
              <a:ext uri="{FF2B5EF4-FFF2-40B4-BE49-F238E27FC236}">
                <a16:creationId xmlns:a16="http://schemas.microsoft.com/office/drawing/2014/main" id="{62931F28-B5CF-4FBB-81F8-80F2C047BE83}"/>
              </a:ext>
            </a:extLst>
          </p:cNvPr>
          <p:cNvCxnSpPr>
            <a:stCxn id="114" idx="2"/>
          </p:cNvCxnSpPr>
          <p:nvPr/>
        </p:nvCxnSpPr>
        <p:spPr>
          <a:xfrm rot="5400000">
            <a:off x="7899400" y="3341688"/>
            <a:ext cx="215900" cy="533400"/>
          </a:xfrm>
          <a:prstGeom prst="bentConnector2">
            <a:avLst/>
          </a:prstGeom>
          <a:ln w="25400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CADB64C-6298-4DE0-A329-34A28FD73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3667125"/>
            <a:ext cx="423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</a:t>
            </a:r>
            <a:endParaRPr lang="zh-CN" altLang="en-US" sz="16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83213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标题 1">
            <a:extLst>
              <a:ext uri="{FF2B5EF4-FFF2-40B4-BE49-F238E27FC236}">
                <a16:creationId xmlns:a16="http://schemas.microsoft.com/office/drawing/2014/main" id="{F65CB232-DFFC-4436-89A0-8576CA49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synthesis results</a:t>
            </a:r>
            <a:endParaRPr lang="zh-CN" altLang="en-US"/>
          </a:p>
        </p:txBody>
      </p:sp>
      <p:sp>
        <p:nvSpPr>
          <p:cNvPr id="122883" name="日期占位符 2">
            <a:extLst>
              <a:ext uri="{FF2B5EF4-FFF2-40B4-BE49-F238E27FC236}">
                <a16:creationId xmlns:a16="http://schemas.microsoft.com/office/drawing/2014/main" id="{39D871F7-56E1-49FA-B609-59FB84381F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CCFEA35-0C59-48DF-A484-5C5A4225987D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22884" name="灯片编号占位符 3">
            <a:extLst>
              <a:ext uri="{FF2B5EF4-FFF2-40B4-BE49-F238E27FC236}">
                <a16:creationId xmlns:a16="http://schemas.microsoft.com/office/drawing/2014/main" id="{E903AB9C-895E-4E30-B9CA-7E8190E89E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8F021F80-5629-4B5E-B207-72E343B7D9C2}" type="slidenum">
              <a:rPr lang="zh-CN" altLang="en-US" sz="1100"/>
              <a:pPr/>
              <a:t>78</a:t>
            </a:fld>
            <a:endParaRPr lang="zh-CN" altLang="en-US" sz="1100"/>
          </a:p>
        </p:txBody>
      </p:sp>
      <p:pic>
        <p:nvPicPr>
          <p:cNvPr id="147458" name="Picture 2">
            <a:extLst>
              <a:ext uri="{FF2B5EF4-FFF2-40B4-BE49-F238E27FC236}">
                <a16:creationId xmlns:a16="http://schemas.microsoft.com/office/drawing/2014/main" id="{3278AE1C-B7A6-4248-A113-698634885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38" y="969963"/>
            <a:ext cx="3157537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7462" name="Picture 6">
            <a:extLst>
              <a:ext uri="{FF2B5EF4-FFF2-40B4-BE49-F238E27FC236}">
                <a16:creationId xmlns:a16="http://schemas.microsoft.com/office/drawing/2014/main" id="{85029FD2-D60D-4572-BDA2-1A21CF2EF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3222625"/>
            <a:ext cx="59213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7460" name="Picture 4">
            <a:extLst>
              <a:ext uri="{FF2B5EF4-FFF2-40B4-BE49-F238E27FC236}">
                <a16:creationId xmlns:a16="http://schemas.microsoft.com/office/drawing/2014/main" id="{3B695532-8F67-4B9F-9B45-E86CD366D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981075"/>
            <a:ext cx="34925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7461" name="Picture 5">
            <a:extLst>
              <a:ext uri="{FF2B5EF4-FFF2-40B4-BE49-F238E27FC236}">
                <a16:creationId xmlns:a16="http://schemas.microsoft.com/office/drawing/2014/main" id="{90E528A6-3C18-458B-B6B7-CB6FB3862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5480050"/>
            <a:ext cx="3221037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44364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05BA1-6D0D-89A8-DF4B-936B49250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>
            <a:extLst>
              <a:ext uri="{FF2B5EF4-FFF2-40B4-BE49-F238E27FC236}">
                <a16:creationId xmlns:a16="http://schemas.microsoft.com/office/drawing/2014/main" id="{FC1CF54C-84F2-DE0A-5506-E0CC7750C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938"/>
            <a:ext cx="9144000" cy="762000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Examples for Combinational </a:t>
            </a:r>
            <a:r>
              <a:rPr lang="en-US" altLang="zh-CN" sz="2800" dirty="0">
                <a:cs typeface="+mn-cs"/>
              </a:rPr>
              <a:t>Digital Circuit Design</a:t>
            </a:r>
          </a:p>
        </p:txBody>
      </p:sp>
      <p:sp>
        <p:nvSpPr>
          <p:cNvPr id="68612" name="灯片编号占位符 2">
            <a:extLst>
              <a:ext uri="{FF2B5EF4-FFF2-40B4-BE49-F238E27FC236}">
                <a16:creationId xmlns:a16="http://schemas.microsoft.com/office/drawing/2014/main" id="{2B0401A9-094B-58AA-B0AB-805ABA77C5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79</a:t>
            </a:fld>
            <a:endParaRPr lang="zh-CN" altLang="en-US" sz="11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5E8224-56D2-752E-1B4C-379F278C6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25020"/>
            <a:ext cx="7818166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Multiplexer/Demultiplexer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Decoder/ Encoder  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4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Parity Generator/Checker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Operator</a:t>
            </a:r>
            <a:endParaRPr lang="zh-CN" altLang="en-US" sz="4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DF3445-728E-7639-78D5-F6D59AD0C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245" y="1234357"/>
            <a:ext cx="21859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Chap1.3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1.4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4.2</a:t>
            </a:r>
            <a:endParaRPr lang="zh-CN" altLang="en-US" sz="1600" b="1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9AC889-C53E-A864-0BE9-C1ACE7483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303" y="2528900"/>
            <a:ext cx="11049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Chap4.7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F3299D-76C6-2239-9B72-4B6AC8BFE804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0950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Line 56">
            <a:extLst>
              <a:ext uri="{FF2B5EF4-FFF2-40B4-BE49-F238E27FC236}">
                <a16:creationId xmlns:a16="http://schemas.microsoft.com/office/drawing/2014/main" id="{C81EA99D-F623-4FA7-B667-BEF66C903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1000" y="2252663"/>
            <a:ext cx="0" cy="2971800"/>
          </a:xfrm>
          <a:prstGeom prst="line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0" name="Line 24">
            <a:extLst>
              <a:ext uri="{FF2B5EF4-FFF2-40B4-BE49-F238E27FC236}">
                <a16:creationId xmlns:a16="http://schemas.microsoft.com/office/drawing/2014/main" id="{A25FC9F2-E8A4-428D-902B-058A64DD5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063" y="2252663"/>
            <a:ext cx="0" cy="3124200"/>
          </a:xfrm>
          <a:prstGeom prst="line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E8442071-656D-4079-BC63-FC4275EDB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 sz="3600"/>
              <a:t>Parity-Checking Applications</a:t>
            </a:r>
          </a:p>
        </p:txBody>
      </p:sp>
      <p:sp>
        <p:nvSpPr>
          <p:cNvPr id="817155" name="Text Box 3">
            <a:extLst>
              <a:ext uri="{FF2B5EF4-FFF2-40B4-BE49-F238E27FC236}">
                <a16:creationId xmlns:a16="http://schemas.microsoft.com/office/drawing/2014/main" id="{759B694C-CEF3-4397-842D-D2F78E516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031875"/>
            <a:ext cx="8188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Detect errors in the transmission and storage process.</a:t>
            </a:r>
            <a:endParaRPr lang="zh-CN" altLang="en-US" sz="2400" b="1">
              <a:solidFill>
                <a:srgbClr val="7030A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5D3CC8B-4843-4F27-AB6D-D53A985FF2A1}"/>
              </a:ext>
            </a:extLst>
          </p:cNvPr>
          <p:cNvGrpSpPr>
            <a:grpSpLocks/>
          </p:cNvGrpSpPr>
          <p:nvPr/>
        </p:nvGrpSpPr>
        <p:grpSpPr bwMode="auto">
          <a:xfrm>
            <a:off x="2816225" y="2889250"/>
            <a:ext cx="228600" cy="1981200"/>
            <a:chOff x="2112" y="1920"/>
            <a:chExt cx="144" cy="1248"/>
          </a:xfrm>
        </p:grpSpPr>
        <p:sp>
          <p:nvSpPr>
            <p:cNvPr id="80981" name="Line 5">
              <a:extLst>
                <a:ext uri="{FF2B5EF4-FFF2-40B4-BE49-F238E27FC236}">
                  <a16:creationId xmlns:a16="http://schemas.microsoft.com/office/drawing/2014/main" id="{D870DC47-B29E-4D37-B948-4F574BEDBF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920"/>
              <a:ext cx="14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82" name="Line 6">
              <a:extLst>
                <a:ext uri="{FF2B5EF4-FFF2-40B4-BE49-F238E27FC236}">
                  <a16:creationId xmlns:a16="http://schemas.microsoft.com/office/drawing/2014/main" id="{0ABE8902-452F-4D56-98EB-AF5263298D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920"/>
              <a:ext cx="0" cy="124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1AE474AB-BAC2-4A7B-84C1-D0E3E56D3A2C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2836863"/>
            <a:ext cx="2514600" cy="2844800"/>
            <a:chOff x="528" y="1904"/>
            <a:chExt cx="1584" cy="1792"/>
          </a:xfrm>
        </p:grpSpPr>
        <p:sp>
          <p:nvSpPr>
            <p:cNvPr id="80954" name="Rectangle 8">
              <a:extLst>
                <a:ext uri="{FF2B5EF4-FFF2-40B4-BE49-F238E27FC236}">
                  <a16:creationId xmlns:a16="http://schemas.microsoft.com/office/drawing/2014/main" id="{8F494390-1761-417D-97CF-042ABB66E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12"/>
              <a:ext cx="864" cy="15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55" name="Text Box 9">
              <a:extLst>
                <a:ext uri="{FF2B5EF4-FFF2-40B4-BE49-F238E27FC236}">
                  <a16:creationId xmlns:a16="http://schemas.microsoft.com/office/drawing/2014/main" id="{8619D8E0-60CE-46B0-92CF-32BA58EE4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" y="2160"/>
              <a:ext cx="2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0956" name="Line 10">
              <a:extLst>
                <a:ext uri="{FF2B5EF4-FFF2-40B4-BE49-F238E27FC236}">
                  <a16:creationId xmlns:a16="http://schemas.microsoft.com/office/drawing/2014/main" id="{709B7897-3665-49FE-8F3A-7BE61F395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230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57" name="Line 11">
              <a:extLst>
                <a:ext uri="{FF2B5EF4-FFF2-40B4-BE49-F238E27FC236}">
                  <a16:creationId xmlns:a16="http://schemas.microsoft.com/office/drawing/2014/main" id="{E6391381-6525-4490-9ABA-F42EAE31B3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2448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58" name="Line 12">
              <a:extLst>
                <a:ext uri="{FF2B5EF4-FFF2-40B4-BE49-F238E27FC236}">
                  <a16:creationId xmlns:a16="http://schemas.microsoft.com/office/drawing/2014/main" id="{9892FE21-AB94-4FBA-8EE9-92530E2970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259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59" name="Line 13">
              <a:extLst>
                <a:ext uri="{FF2B5EF4-FFF2-40B4-BE49-F238E27FC236}">
                  <a16:creationId xmlns:a16="http://schemas.microsoft.com/office/drawing/2014/main" id="{F0886D5E-85BA-40D4-9377-ADC4676DFA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273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60" name="Line 14">
              <a:extLst>
                <a:ext uri="{FF2B5EF4-FFF2-40B4-BE49-F238E27FC236}">
                  <a16:creationId xmlns:a16="http://schemas.microsoft.com/office/drawing/2014/main" id="{49CF6618-D4EB-47AC-912A-EECD28EE5A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288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61" name="Line 15">
              <a:extLst>
                <a:ext uri="{FF2B5EF4-FFF2-40B4-BE49-F238E27FC236}">
                  <a16:creationId xmlns:a16="http://schemas.microsoft.com/office/drawing/2014/main" id="{2D205FF6-6AD0-4B00-BD8D-F0E0D01F1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302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62" name="Line 16">
              <a:extLst>
                <a:ext uri="{FF2B5EF4-FFF2-40B4-BE49-F238E27FC236}">
                  <a16:creationId xmlns:a16="http://schemas.microsoft.com/office/drawing/2014/main" id="{1489A58F-0E17-4F1E-9DC3-29C853CCB6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316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63" name="Line 17">
              <a:extLst>
                <a:ext uri="{FF2B5EF4-FFF2-40B4-BE49-F238E27FC236}">
                  <a16:creationId xmlns:a16="http://schemas.microsoft.com/office/drawing/2014/main" id="{9795E008-0AFE-4D94-B5DD-582B4C639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331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64" name="Line 18">
              <a:extLst>
                <a:ext uri="{FF2B5EF4-FFF2-40B4-BE49-F238E27FC236}">
                  <a16:creationId xmlns:a16="http://schemas.microsoft.com/office/drawing/2014/main" id="{30EC5DFD-2A1D-47D3-84BC-1B820E9FA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3504"/>
              <a:ext cx="19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65" name="Text Box 19">
              <a:extLst>
                <a:ext uri="{FF2B5EF4-FFF2-40B4-BE49-F238E27FC236}">
                  <a16:creationId xmlns:a16="http://schemas.microsoft.com/office/drawing/2014/main" id="{9E2022EF-3749-4B5B-BD72-1E561B7DC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91"/>
              <a:ext cx="5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EVEN</a:t>
              </a:r>
            </a:p>
          </p:txBody>
        </p:sp>
        <p:sp>
          <p:nvSpPr>
            <p:cNvPr id="80966" name="Text Box 20">
              <a:extLst>
                <a:ext uri="{FF2B5EF4-FFF2-40B4-BE49-F238E27FC236}">
                  <a16:creationId xmlns:a16="http://schemas.microsoft.com/office/drawing/2014/main" id="{B8321C24-1952-4807-A2B7-321A9939F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6" y="3028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ODD</a:t>
              </a:r>
            </a:p>
          </p:txBody>
        </p:sp>
        <p:sp>
          <p:nvSpPr>
            <p:cNvPr id="80967" name="Line 21">
              <a:extLst>
                <a:ext uri="{FF2B5EF4-FFF2-40B4-BE49-F238E27FC236}">
                  <a16:creationId xmlns:a16="http://schemas.microsoft.com/office/drawing/2014/main" id="{1D147718-C11E-4C89-ABA4-4C4FBBEDD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83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68" name="Line 22">
              <a:extLst>
                <a:ext uri="{FF2B5EF4-FFF2-40B4-BE49-F238E27FC236}">
                  <a16:creationId xmlns:a16="http://schemas.microsoft.com/office/drawing/2014/main" id="{ED66C4A9-AE4C-4F72-92AF-393F196E6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16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69" name="Text Box 23">
              <a:extLst>
                <a:ext uri="{FF2B5EF4-FFF2-40B4-BE49-F238E27FC236}">
                  <a16:creationId xmlns:a16="http://schemas.microsoft.com/office/drawing/2014/main" id="{3ADE60F7-F234-4BD5-8A1B-24BB4A286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904"/>
              <a:ext cx="6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Arial" panose="020B0604020202020204" pitchFamily="34" charset="0"/>
                  <a:ea typeface="宋体" panose="02010600030101010101" pitchFamily="2" charset="-122"/>
                </a:rPr>
                <a:t>74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x280</a:t>
              </a:r>
            </a:p>
          </p:txBody>
        </p:sp>
        <p:sp>
          <p:nvSpPr>
            <p:cNvPr id="80970" name="AutoShape 25">
              <a:extLst>
                <a:ext uri="{FF2B5EF4-FFF2-40B4-BE49-F238E27FC236}">
                  <a16:creationId xmlns:a16="http://schemas.microsoft.com/office/drawing/2014/main" id="{8E9F08C7-04E2-44A4-B7A7-FAD8B23BC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256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1" name="AutoShape 26">
              <a:extLst>
                <a:ext uri="{FF2B5EF4-FFF2-40B4-BE49-F238E27FC236}">
                  <a16:creationId xmlns:a16="http://schemas.microsoft.com/office/drawing/2014/main" id="{599778C2-2B68-4730-9547-FDAA5F150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400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2" name="AutoShape 27">
              <a:extLst>
                <a:ext uri="{FF2B5EF4-FFF2-40B4-BE49-F238E27FC236}">
                  <a16:creationId xmlns:a16="http://schemas.microsoft.com/office/drawing/2014/main" id="{7430C862-51A3-4FAB-A3D3-F32EDB3DF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544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3" name="AutoShape 28">
              <a:extLst>
                <a:ext uri="{FF2B5EF4-FFF2-40B4-BE49-F238E27FC236}">
                  <a16:creationId xmlns:a16="http://schemas.microsoft.com/office/drawing/2014/main" id="{2EE41D59-5A76-43FC-8828-ED58F34BA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688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4" name="AutoShape 29">
              <a:extLst>
                <a:ext uri="{FF2B5EF4-FFF2-40B4-BE49-F238E27FC236}">
                  <a16:creationId xmlns:a16="http://schemas.microsoft.com/office/drawing/2014/main" id="{5FFB72A5-67CE-43A1-89A5-FAA67F325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832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5" name="AutoShape 30">
              <a:extLst>
                <a:ext uri="{FF2B5EF4-FFF2-40B4-BE49-F238E27FC236}">
                  <a16:creationId xmlns:a16="http://schemas.microsoft.com/office/drawing/2014/main" id="{591641DF-6135-4EA9-8F33-55B789CF4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976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6" name="AutoShape 31">
              <a:extLst>
                <a:ext uri="{FF2B5EF4-FFF2-40B4-BE49-F238E27FC236}">
                  <a16:creationId xmlns:a16="http://schemas.microsoft.com/office/drawing/2014/main" id="{74892B80-CF7B-4CDE-BBAD-5EF4A4E75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120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7" name="AutoShape 32">
              <a:extLst>
                <a:ext uri="{FF2B5EF4-FFF2-40B4-BE49-F238E27FC236}">
                  <a16:creationId xmlns:a16="http://schemas.microsoft.com/office/drawing/2014/main" id="{C7AA417B-55B9-4900-B03D-AD7B0C875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264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8" name="Text Box 33">
              <a:extLst>
                <a:ext uri="{FF2B5EF4-FFF2-40B4-BE49-F238E27FC236}">
                  <a16:creationId xmlns:a16="http://schemas.microsoft.com/office/drawing/2014/main" id="{1E091F7A-A67E-4AF3-B3BE-20F26F9C9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168"/>
              <a:ext cx="25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latin typeface="Tahoma" panose="020B0604030504040204" pitchFamily="34" charset="0"/>
                  <a:ea typeface="宋体" panose="02010600030101010101" pitchFamily="2" charset="-122"/>
                </a:rPr>
                <a:t>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80979" name="Line 34">
              <a:extLst>
                <a:ext uri="{FF2B5EF4-FFF2-40B4-BE49-F238E27FC236}">
                  <a16:creationId xmlns:a16="http://schemas.microsoft.com/office/drawing/2014/main" id="{82802816-DF4A-4CB4-9259-9159E6F3F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544"/>
              <a:ext cx="0" cy="19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80" name="Line 35">
              <a:extLst>
                <a:ext uri="{FF2B5EF4-FFF2-40B4-BE49-F238E27FC236}">
                  <a16:creationId xmlns:a16="http://schemas.microsoft.com/office/drawing/2014/main" id="{BBFCE8A2-30AD-42A9-A38A-CA67BE6D3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36">
            <a:extLst>
              <a:ext uri="{FF2B5EF4-FFF2-40B4-BE49-F238E27FC236}">
                <a16:creationId xmlns:a16="http://schemas.microsoft.com/office/drawing/2014/main" id="{81F528BC-5C3C-4A2C-A977-F550580E02F3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2894013"/>
            <a:ext cx="685800" cy="2514600"/>
            <a:chOff x="3408" y="1920"/>
            <a:chExt cx="432" cy="1584"/>
          </a:xfrm>
        </p:grpSpPr>
        <p:sp>
          <p:nvSpPr>
            <p:cNvPr id="80951" name="Line 37">
              <a:extLst>
                <a:ext uri="{FF2B5EF4-FFF2-40B4-BE49-F238E27FC236}">
                  <a16:creationId xmlns:a16="http://schemas.microsoft.com/office/drawing/2014/main" id="{C6E72273-D358-40EA-BF8E-D6B8709E96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920"/>
              <a:ext cx="0" cy="15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52" name="Line 38">
              <a:extLst>
                <a:ext uri="{FF2B5EF4-FFF2-40B4-BE49-F238E27FC236}">
                  <a16:creationId xmlns:a16="http://schemas.microsoft.com/office/drawing/2014/main" id="{14213374-4E94-471A-98D1-FE2D3F3B71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3504"/>
              <a:ext cx="28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53" name="Line 39">
              <a:extLst>
                <a:ext uri="{FF2B5EF4-FFF2-40B4-BE49-F238E27FC236}">
                  <a16:creationId xmlns:a16="http://schemas.microsoft.com/office/drawing/2014/main" id="{85004845-4276-4299-B663-096292051E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1920"/>
              <a:ext cx="14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40">
            <a:extLst>
              <a:ext uri="{FF2B5EF4-FFF2-40B4-BE49-F238E27FC236}">
                <a16:creationId xmlns:a16="http://schemas.microsoft.com/office/drawing/2014/main" id="{6798C738-FDB3-406F-845B-BD0FF8EF09E3}"/>
              </a:ext>
            </a:extLst>
          </p:cNvPr>
          <p:cNvGrpSpPr>
            <a:grpSpLocks/>
          </p:cNvGrpSpPr>
          <p:nvPr/>
        </p:nvGrpSpPr>
        <p:grpSpPr bwMode="auto">
          <a:xfrm>
            <a:off x="6654800" y="2836863"/>
            <a:ext cx="2057400" cy="2844800"/>
            <a:chOff x="3648" y="1904"/>
            <a:chExt cx="1296" cy="1792"/>
          </a:xfrm>
        </p:grpSpPr>
        <p:sp>
          <p:nvSpPr>
            <p:cNvPr id="80924" name="Rectangle 41">
              <a:extLst>
                <a:ext uri="{FF2B5EF4-FFF2-40B4-BE49-F238E27FC236}">
                  <a16:creationId xmlns:a16="http://schemas.microsoft.com/office/drawing/2014/main" id="{AB3A3631-55C1-4852-8A7E-A6A5EEF93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12"/>
              <a:ext cx="864" cy="15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25" name="Text Box 42">
              <a:extLst>
                <a:ext uri="{FF2B5EF4-FFF2-40B4-BE49-F238E27FC236}">
                  <a16:creationId xmlns:a16="http://schemas.microsoft.com/office/drawing/2014/main" id="{A7940F66-83D5-4385-91C3-34CBAB2CC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0" y="2160"/>
              <a:ext cx="2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0926" name="Line 43">
              <a:extLst>
                <a:ext uri="{FF2B5EF4-FFF2-40B4-BE49-F238E27FC236}">
                  <a16:creationId xmlns:a16="http://schemas.microsoft.com/office/drawing/2014/main" id="{18AC4F3C-A0FC-4E6F-AE31-4C87D5D8C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230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27" name="Line 44">
              <a:extLst>
                <a:ext uri="{FF2B5EF4-FFF2-40B4-BE49-F238E27FC236}">
                  <a16:creationId xmlns:a16="http://schemas.microsoft.com/office/drawing/2014/main" id="{5A4E33BD-AF0B-46BF-AB93-BE2EA2635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44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28" name="Line 45">
              <a:extLst>
                <a:ext uri="{FF2B5EF4-FFF2-40B4-BE49-F238E27FC236}">
                  <a16:creationId xmlns:a16="http://schemas.microsoft.com/office/drawing/2014/main" id="{A35A426F-BFB0-4636-B74D-5B5463D5D5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259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29" name="Line 46">
              <a:extLst>
                <a:ext uri="{FF2B5EF4-FFF2-40B4-BE49-F238E27FC236}">
                  <a16:creationId xmlns:a16="http://schemas.microsoft.com/office/drawing/2014/main" id="{CAC67D47-C2B9-4C31-B64C-073C6C06E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73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0" name="Line 47">
              <a:extLst>
                <a:ext uri="{FF2B5EF4-FFF2-40B4-BE49-F238E27FC236}">
                  <a16:creationId xmlns:a16="http://schemas.microsoft.com/office/drawing/2014/main" id="{F4592FB8-13FB-44B3-A20E-0636D21FF6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288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1" name="Line 48">
              <a:extLst>
                <a:ext uri="{FF2B5EF4-FFF2-40B4-BE49-F238E27FC236}">
                  <a16:creationId xmlns:a16="http://schemas.microsoft.com/office/drawing/2014/main" id="{4ABB6C9D-0C32-47CE-94D7-615AFFDF2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02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2" name="Line 49">
              <a:extLst>
                <a:ext uri="{FF2B5EF4-FFF2-40B4-BE49-F238E27FC236}">
                  <a16:creationId xmlns:a16="http://schemas.microsoft.com/office/drawing/2014/main" id="{2B7942D9-803C-40B3-8746-6BE5BB8175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1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3" name="Line 50">
              <a:extLst>
                <a:ext uri="{FF2B5EF4-FFF2-40B4-BE49-F238E27FC236}">
                  <a16:creationId xmlns:a16="http://schemas.microsoft.com/office/drawing/2014/main" id="{3AAD12F1-48DF-4E45-A576-337368DA05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31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4" name="Text Box 51">
              <a:extLst>
                <a:ext uri="{FF2B5EF4-FFF2-40B4-BE49-F238E27FC236}">
                  <a16:creationId xmlns:a16="http://schemas.microsoft.com/office/drawing/2014/main" id="{60569A71-EEC8-4416-9001-9FDDCC976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691"/>
              <a:ext cx="5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EVEN</a:t>
              </a:r>
            </a:p>
          </p:txBody>
        </p:sp>
        <p:sp>
          <p:nvSpPr>
            <p:cNvPr id="80935" name="Text Box 52">
              <a:extLst>
                <a:ext uri="{FF2B5EF4-FFF2-40B4-BE49-F238E27FC236}">
                  <a16:creationId xmlns:a16="http://schemas.microsoft.com/office/drawing/2014/main" id="{4A6B1D1D-7905-4F31-908E-CD19310E4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4" y="3028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ODD</a:t>
              </a:r>
            </a:p>
          </p:txBody>
        </p:sp>
        <p:sp>
          <p:nvSpPr>
            <p:cNvPr id="80936" name="Line 53">
              <a:extLst>
                <a:ext uri="{FF2B5EF4-FFF2-40B4-BE49-F238E27FC236}">
                  <a16:creationId xmlns:a16="http://schemas.microsoft.com/office/drawing/2014/main" id="{6C37EF62-75FB-4D9F-AB15-54DEAF389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83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7" name="Line 54">
              <a:extLst>
                <a:ext uri="{FF2B5EF4-FFF2-40B4-BE49-F238E27FC236}">
                  <a16:creationId xmlns:a16="http://schemas.microsoft.com/office/drawing/2014/main" id="{22074D58-5125-4E5D-A223-8293B676D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16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8" name="Text Box 55">
              <a:extLst>
                <a:ext uri="{FF2B5EF4-FFF2-40B4-BE49-F238E27FC236}">
                  <a16:creationId xmlns:a16="http://schemas.microsoft.com/office/drawing/2014/main" id="{FB4B75AE-68A7-4278-8619-AB90C4EAD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4" y="1904"/>
              <a:ext cx="6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Arial" panose="020B0604020202020204" pitchFamily="34" charset="0"/>
                  <a:ea typeface="宋体" panose="02010600030101010101" pitchFamily="2" charset="-122"/>
                </a:rPr>
                <a:t>74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x280</a:t>
              </a:r>
            </a:p>
          </p:txBody>
        </p:sp>
        <p:sp>
          <p:nvSpPr>
            <p:cNvPr id="80939" name="AutoShape 57">
              <a:extLst>
                <a:ext uri="{FF2B5EF4-FFF2-40B4-BE49-F238E27FC236}">
                  <a16:creationId xmlns:a16="http://schemas.microsoft.com/office/drawing/2014/main" id="{F3091B23-8945-4D08-98FC-97E7D1EDB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256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0" name="AutoShape 58">
              <a:extLst>
                <a:ext uri="{FF2B5EF4-FFF2-40B4-BE49-F238E27FC236}">
                  <a16:creationId xmlns:a16="http://schemas.microsoft.com/office/drawing/2014/main" id="{B7220266-BFC6-46DE-83F5-1F605C6CF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400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1" name="AutoShape 59">
              <a:extLst>
                <a:ext uri="{FF2B5EF4-FFF2-40B4-BE49-F238E27FC236}">
                  <a16:creationId xmlns:a16="http://schemas.microsoft.com/office/drawing/2014/main" id="{906DBE3C-3D7D-4A24-9444-2DB4F1C96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44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2" name="AutoShape 60">
              <a:extLst>
                <a:ext uri="{FF2B5EF4-FFF2-40B4-BE49-F238E27FC236}">
                  <a16:creationId xmlns:a16="http://schemas.microsoft.com/office/drawing/2014/main" id="{0C1E0922-09C1-40DD-AF73-0A012F3B3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688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3" name="AutoShape 61">
              <a:extLst>
                <a:ext uri="{FF2B5EF4-FFF2-40B4-BE49-F238E27FC236}">
                  <a16:creationId xmlns:a16="http://schemas.microsoft.com/office/drawing/2014/main" id="{B5FF89B4-6C7D-4BD7-ACFB-FBC4994D1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832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4" name="AutoShape 62">
              <a:extLst>
                <a:ext uri="{FF2B5EF4-FFF2-40B4-BE49-F238E27FC236}">
                  <a16:creationId xmlns:a16="http://schemas.microsoft.com/office/drawing/2014/main" id="{9AF5869A-6228-4C5D-B147-010A922A4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976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5" name="AutoShape 63">
              <a:extLst>
                <a:ext uri="{FF2B5EF4-FFF2-40B4-BE49-F238E27FC236}">
                  <a16:creationId xmlns:a16="http://schemas.microsoft.com/office/drawing/2014/main" id="{0B1FE9F3-1B1A-467B-87ED-694615DBD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120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6" name="AutoShape 64">
              <a:extLst>
                <a:ext uri="{FF2B5EF4-FFF2-40B4-BE49-F238E27FC236}">
                  <a16:creationId xmlns:a16="http://schemas.microsoft.com/office/drawing/2014/main" id="{C7D64B50-4732-4B4E-A753-991C0FD79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64"/>
              <a:ext cx="96" cy="96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7" name="Text Box 65">
              <a:extLst>
                <a:ext uri="{FF2B5EF4-FFF2-40B4-BE49-F238E27FC236}">
                  <a16:creationId xmlns:a16="http://schemas.microsoft.com/office/drawing/2014/main" id="{D7DBF349-F968-4FDD-9F63-7A7047883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168"/>
              <a:ext cx="25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latin typeface="Tahoma" panose="020B0604030504040204" pitchFamily="34" charset="0"/>
                  <a:ea typeface="宋体" panose="02010600030101010101" pitchFamily="2" charset="-122"/>
                </a:rPr>
                <a:t>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80948" name="Line 66">
              <a:extLst>
                <a:ext uri="{FF2B5EF4-FFF2-40B4-BE49-F238E27FC236}">
                  <a16:creationId xmlns:a16="http://schemas.microsoft.com/office/drawing/2014/main" id="{A8B2B8A4-530B-4906-9BA3-6A1A3AA96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544"/>
              <a:ext cx="0" cy="19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49" name="Line 67">
              <a:extLst>
                <a:ext uri="{FF2B5EF4-FFF2-40B4-BE49-F238E27FC236}">
                  <a16:creationId xmlns:a16="http://schemas.microsoft.com/office/drawing/2014/main" id="{7BAD01B3-B0C7-40D5-ADA1-32A29ABDD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880"/>
              <a:ext cx="0" cy="19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50" name="Line 68">
              <a:extLst>
                <a:ext uri="{FF2B5EF4-FFF2-40B4-BE49-F238E27FC236}">
                  <a16:creationId xmlns:a16="http://schemas.microsoft.com/office/drawing/2014/main" id="{567FF919-AE91-4DDD-852E-5F12343C1A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504"/>
              <a:ext cx="19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69">
            <a:extLst>
              <a:ext uri="{FF2B5EF4-FFF2-40B4-BE49-F238E27FC236}">
                <a16:creationId xmlns:a16="http://schemas.microsoft.com/office/drawing/2014/main" id="{29C2F9C9-25ED-4874-977C-00D7DCA78918}"/>
              </a:ext>
            </a:extLst>
          </p:cNvPr>
          <p:cNvGrpSpPr>
            <a:grpSpLocks/>
          </p:cNvGrpSpPr>
          <p:nvPr/>
        </p:nvGrpSpPr>
        <p:grpSpPr bwMode="auto">
          <a:xfrm>
            <a:off x="161925" y="1719263"/>
            <a:ext cx="8816975" cy="533400"/>
            <a:chOff x="375" y="1200"/>
            <a:chExt cx="5554" cy="336"/>
          </a:xfrm>
        </p:grpSpPr>
        <p:sp>
          <p:nvSpPr>
            <p:cNvPr id="80920" name="Line 70">
              <a:extLst>
                <a:ext uri="{FF2B5EF4-FFF2-40B4-BE49-F238E27FC236}">
                  <a16:creationId xmlns:a16="http://schemas.microsoft.com/office/drawing/2014/main" id="{B24C4874-D76C-4511-821D-8E44C47CC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" y="1536"/>
              <a:ext cx="18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21" name="Line 73">
              <a:extLst>
                <a:ext uri="{FF2B5EF4-FFF2-40B4-BE49-F238E27FC236}">
                  <a16:creationId xmlns:a16="http://schemas.microsoft.com/office/drawing/2014/main" id="{A89CF2F0-D5B1-4434-9135-91CA158583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1536"/>
              <a:ext cx="18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22" name="Text Box 75">
              <a:extLst>
                <a:ext uri="{FF2B5EF4-FFF2-40B4-BE49-F238E27FC236}">
                  <a16:creationId xmlns:a16="http://schemas.microsoft.com/office/drawing/2014/main" id="{2EFC6E9B-BF95-4172-8BFA-1D7B0BAE1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" y="1228"/>
              <a:ext cx="6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DB[0:7]</a:t>
              </a:r>
            </a:p>
          </p:txBody>
        </p:sp>
        <p:sp>
          <p:nvSpPr>
            <p:cNvPr id="80923" name="Text Box 76">
              <a:extLst>
                <a:ext uri="{FF2B5EF4-FFF2-40B4-BE49-F238E27FC236}">
                  <a16:creationId xmlns:a16="http://schemas.microsoft.com/office/drawing/2014/main" id="{80C5EE20-E036-4F78-90EF-FF779EF01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4" y="1200"/>
              <a:ext cx="6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DB[0:7]</a:t>
              </a:r>
            </a:p>
          </p:txBody>
        </p:sp>
      </p:grpSp>
      <p:sp>
        <p:nvSpPr>
          <p:cNvPr id="817229" name="Text Box 77">
            <a:extLst>
              <a:ext uri="{FF2B5EF4-FFF2-40B4-BE49-F238E27FC236}">
                <a16:creationId xmlns:a16="http://schemas.microsoft.com/office/drawing/2014/main" id="{FEBDB05A-54AB-4AEA-A8B6-40733E998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8" y="4554538"/>
            <a:ext cx="6159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ERR</a:t>
            </a:r>
          </a:p>
        </p:txBody>
      </p:sp>
      <p:grpSp>
        <p:nvGrpSpPr>
          <p:cNvPr id="7" name="Group 78">
            <a:extLst>
              <a:ext uri="{FF2B5EF4-FFF2-40B4-BE49-F238E27FC236}">
                <a16:creationId xmlns:a16="http://schemas.microsoft.com/office/drawing/2014/main" id="{627243FC-12E1-4A71-BF35-32277F9BD575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5364163"/>
            <a:ext cx="304800" cy="381000"/>
            <a:chOff x="624" y="3504"/>
            <a:chExt cx="192" cy="240"/>
          </a:xfrm>
        </p:grpSpPr>
        <p:sp>
          <p:nvSpPr>
            <p:cNvPr id="80918" name="Line 79">
              <a:extLst>
                <a:ext uri="{FF2B5EF4-FFF2-40B4-BE49-F238E27FC236}">
                  <a16:creationId xmlns:a16="http://schemas.microsoft.com/office/drawing/2014/main" id="{2E19F710-A0CD-4796-8442-7790AA2C7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504"/>
              <a:ext cx="0" cy="14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19" name="AutoShape 80">
              <a:extLst>
                <a:ext uri="{FF2B5EF4-FFF2-40B4-BE49-F238E27FC236}">
                  <a16:creationId xmlns:a16="http://schemas.microsoft.com/office/drawing/2014/main" id="{798B77B2-0F1E-4EA4-B068-83E4EFFCD3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24" y="3648"/>
              <a:ext cx="192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7" name="Rectangle 71">
            <a:extLst>
              <a:ext uri="{FF2B5EF4-FFF2-40B4-BE49-F238E27FC236}">
                <a16:creationId xmlns:a16="http://schemas.microsoft.com/office/drawing/2014/main" id="{2C4C983C-41B8-4025-B3F8-C0D133A4F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0" y="2078038"/>
            <a:ext cx="1349375" cy="901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黑体" panose="02010609060101010101" pitchFamily="49" charset="-122"/>
              </a:rPr>
              <a:t>Transmitter</a:t>
            </a:r>
            <a:endParaRPr lang="zh-CN" altLang="en-US" sz="18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8" name="Rectangle 72">
            <a:extLst>
              <a:ext uri="{FF2B5EF4-FFF2-40B4-BE49-F238E27FC236}">
                <a16:creationId xmlns:a16="http://schemas.microsoft.com/office/drawing/2014/main" id="{A11FB434-3203-4879-ACBB-E24AC17A1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2079625"/>
            <a:ext cx="1104900" cy="8556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黑体" panose="02010609060101010101" pitchFamily="49" charset="-122"/>
              </a:rPr>
              <a:t>Receiver</a:t>
            </a:r>
            <a:endParaRPr lang="zh-CN" altLang="en-US" sz="18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9" name="Freeform 74">
            <a:extLst>
              <a:ext uri="{FF2B5EF4-FFF2-40B4-BE49-F238E27FC236}">
                <a16:creationId xmlns:a16="http://schemas.microsoft.com/office/drawing/2014/main" id="{D8DECE58-9A56-4371-A2AB-94E7BA3B3729}"/>
              </a:ext>
            </a:extLst>
          </p:cNvPr>
          <p:cNvSpPr>
            <a:spLocks/>
          </p:cNvSpPr>
          <p:nvPr/>
        </p:nvSpPr>
        <p:spPr bwMode="auto">
          <a:xfrm>
            <a:off x="4492625" y="2405063"/>
            <a:ext cx="439738" cy="223837"/>
          </a:xfrm>
          <a:custGeom>
            <a:avLst/>
            <a:gdLst>
              <a:gd name="T0" fmla="*/ 0 w 277"/>
              <a:gd name="T1" fmla="*/ 2147483647 h 75"/>
              <a:gd name="T2" fmla="*/ 2147483647 w 277"/>
              <a:gd name="T3" fmla="*/ 2147483647 h 75"/>
              <a:gd name="T4" fmla="*/ 2147483647 w 277"/>
              <a:gd name="T5" fmla="*/ 2147483647 h 75"/>
              <a:gd name="T6" fmla="*/ 2147483647 w 277"/>
              <a:gd name="T7" fmla="*/ 2147483647 h 75"/>
              <a:gd name="T8" fmla="*/ 2147483647 w 277"/>
              <a:gd name="T9" fmla="*/ 2147483647 h 75"/>
              <a:gd name="T10" fmla="*/ 2147483647 w 277"/>
              <a:gd name="T11" fmla="*/ 0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7"/>
              <a:gd name="T19" fmla="*/ 0 h 75"/>
              <a:gd name="T20" fmla="*/ 277 w 277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7" h="75">
                <a:moveTo>
                  <a:pt x="0" y="75"/>
                </a:moveTo>
                <a:cubicBezTo>
                  <a:pt x="16" y="64"/>
                  <a:pt x="28" y="46"/>
                  <a:pt x="45" y="37"/>
                </a:cubicBezTo>
                <a:cubicBezTo>
                  <a:pt x="59" y="29"/>
                  <a:pt x="90" y="23"/>
                  <a:pt x="90" y="23"/>
                </a:cubicBezTo>
                <a:cubicBezTo>
                  <a:pt x="105" y="33"/>
                  <a:pt x="120" y="42"/>
                  <a:pt x="135" y="52"/>
                </a:cubicBezTo>
                <a:cubicBezTo>
                  <a:pt x="142" y="57"/>
                  <a:pt x="157" y="67"/>
                  <a:pt x="157" y="67"/>
                </a:cubicBezTo>
                <a:cubicBezTo>
                  <a:pt x="218" y="58"/>
                  <a:pt x="237" y="40"/>
                  <a:pt x="277" y="0"/>
                </a:cubicBezTo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ED2BE6E-C1F5-4610-ABF1-F2BEAC7B9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033588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9bits</a:t>
            </a:r>
            <a:endParaRPr lang="zh-CN" altLang="en-US" sz="18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D0133EB-5CE6-44B4-BA04-8C0C63F2E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859463"/>
            <a:ext cx="2192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Parity Generator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9D85049-FF06-4502-9CB9-CBA726879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038" y="5859463"/>
            <a:ext cx="197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Parity Checker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40B11E6-05F6-4B0F-A9E9-B4738E36E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4010025"/>
            <a:ext cx="238442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Which logic operation we have learned can used for parity circuit?</a:t>
            </a:r>
            <a:endParaRPr lang="zh-CN" altLang="en-US" sz="2400" b="1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日期占位符 1">
            <a:extLst>
              <a:ext uri="{FF2B5EF4-FFF2-40B4-BE49-F238E27FC236}">
                <a16:creationId xmlns:a16="http://schemas.microsoft.com/office/drawing/2014/main" id="{7ABEF64F-2855-332B-920F-09F984202EB6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AD986119-DF09-582C-E881-EC0154D8E5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80</a:t>
            </a:fld>
            <a:endParaRPr lang="zh-CN" altLang="en-US" sz="1100" dirty="0"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5" name="Rectangle 3">
            <a:extLst>
              <a:ext uri="{FF2B5EF4-FFF2-40B4-BE49-F238E27FC236}">
                <a16:creationId xmlns:a16="http://schemas.microsoft.com/office/drawing/2014/main" id="{47BE83D6-CDDF-4023-B65A-4846182E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25" y="908050"/>
            <a:ext cx="8982075" cy="10810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Even-Parity Gen: Output is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 if the number of the input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</a:rPr>
              <a:t>are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odd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Odd-Parity Gen: Output is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</a:rPr>
              <a:t>if the number of the input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</a:rPr>
              <a:t>are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even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81923" name="标题 5">
            <a:extLst>
              <a:ext uri="{FF2B5EF4-FFF2-40B4-BE49-F238E27FC236}">
                <a16:creationId xmlns:a16="http://schemas.microsoft.com/office/drawing/2014/main" id="{B4C5D227-A5C3-4068-A8ED-7A2045A2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98425"/>
            <a:ext cx="6272213" cy="615950"/>
          </a:xfrm>
        </p:spPr>
        <p:txBody>
          <a:bodyPr/>
          <a:lstStyle/>
          <a:p>
            <a:r>
              <a:rPr lang="en-US" altLang="zh-CN" sz="3600"/>
              <a:t>Parity Circuit</a:t>
            </a:r>
            <a:endParaRPr lang="zh-CN" altLang="en-US" sz="360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7C4FB959-D93B-4588-8E5D-5D43F4838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2184400"/>
            <a:ext cx="3560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b="1" baseline="-25000">
                <a:latin typeface="Tahoma" panose="020B0604030504040204" pitchFamily="34" charset="0"/>
                <a:ea typeface="宋体" panose="02010600030101010101" pitchFamily="2" charset="-122"/>
              </a:rPr>
              <a:t>0 </a:t>
            </a: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 </a:t>
            </a: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b="1" baseline="-25000">
                <a:latin typeface="Tahoma" panose="020B0604030504040204" pitchFamily="34" charset="0"/>
                <a:ea typeface="宋体" panose="02010600030101010101" pitchFamily="2" charset="-122"/>
              </a:rPr>
              <a:t>1 </a:t>
            </a: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 …  </a:t>
            </a: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b="1" baseline="-25000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=</a:t>
            </a:r>
            <a:r>
              <a:rPr lang="en-US" altLang="zh-CN" b="1" baseline="-2500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B1CDC334-B82B-4880-999D-B1FCC7C27903}"/>
              </a:ext>
            </a:extLst>
          </p:cNvPr>
          <p:cNvSpPr>
            <a:spLocks/>
          </p:cNvSpPr>
          <p:nvPr/>
        </p:nvSpPr>
        <p:spPr bwMode="auto">
          <a:xfrm>
            <a:off x="3902075" y="2243138"/>
            <a:ext cx="176213" cy="415925"/>
          </a:xfrm>
          <a:prstGeom prst="leftBrace">
            <a:avLst>
              <a:gd name="adj1" fmla="val 45797"/>
              <a:gd name="adj2" fmla="val 50000"/>
            </a:avLst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BD7E3135-B69A-4726-80CA-F1962DD6E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275" y="1893888"/>
            <a:ext cx="41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latin typeface="Tahoma" panose="020B060403050404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3DE9A4D5-E472-4155-8246-7B801C2D6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275" y="2436813"/>
            <a:ext cx="41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latin typeface="Tahoma" panose="020B0604030504040204" pitchFamily="34" charset="0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8F266E-D74D-4560-83B6-A21CBFCC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1949450"/>
            <a:ext cx="4030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if the number of variable ‘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is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odd</a:t>
            </a:r>
            <a:endParaRPr lang="zh-CN" altLang="en-US" sz="2000" b="1">
              <a:solidFill>
                <a:schemeClr val="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0D70BF-EB2E-47A6-B26C-98233F38A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63" y="2489200"/>
            <a:ext cx="4051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if the number of variable ‘</a:t>
            </a: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is </a:t>
            </a: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even</a:t>
            </a:r>
            <a:endParaRPr lang="zh-CN" altLang="en-US" sz="2000" b="1">
              <a:solidFill>
                <a:srgbClr val="0070C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D56FCE73-928E-4EB3-BAAA-F0015060C084}"/>
              </a:ext>
            </a:extLst>
          </p:cNvPr>
          <p:cNvGrpSpPr>
            <a:grpSpLocks/>
          </p:cNvGrpSpPr>
          <p:nvPr/>
        </p:nvGrpSpPr>
        <p:grpSpPr bwMode="auto">
          <a:xfrm>
            <a:off x="115888" y="3044825"/>
            <a:ext cx="4141787" cy="2032000"/>
            <a:chOff x="233" y="352"/>
            <a:chExt cx="5529" cy="1330"/>
          </a:xfrm>
        </p:grpSpPr>
        <p:grpSp>
          <p:nvGrpSpPr>
            <p:cNvPr id="82002" name="Group 4">
              <a:extLst>
                <a:ext uri="{FF2B5EF4-FFF2-40B4-BE49-F238E27FC236}">
                  <a16:creationId xmlns:a16="http://schemas.microsoft.com/office/drawing/2014/main" id="{8A7BC699-BAD5-4894-849D-0DB274D8C0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367"/>
              <a:ext cx="4368" cy="1249"/>
              <a:chOff x="768" y="480"/>
              <a:chExt cx="4368" cy="1249"/>
            </a:xfrm>
          </p:grpSpPr>
          <p:grpSp>
            <p:nvGrpSpPr>
              <p:cNvPr id="82006" name="Group 5">
                <a:extLst>
                  <a:ext uri="{FF2B5EF4-FFF2-40B4-BE49-F238E27FC236}">
                    <a16:creationId xmlns:a16="http://schemas.microsoft.com/office/drawing/2014/main" id="{4AA4A61D-CA3C-45DB-BFB4-B15418F4E3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480"/>
                <a:ext cx="1008" cy="385"/>
                <a:chOff x="1680" y="2976"/>
                <a:chExt cx="1008" cy="385"/>
              </a:xfrm>
            </p:grpSpPr>
            <p:sp>
              <p:nvSpPr>
                <p:cNvPr id="82037" name="Arc 6">
                  <a:extLst>
                    <a:ext uri="{FF2B5EF4-FFF2-40B4-BE49-F238E27FC236}">
                      <a16:creationId xmlns:a16="http://schemas.microsoft.com/office/drawing/2014/main" id="{73B8847C-B099-4D81-8487-46C469EB4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38" name="Arc 7">
                  <a:extLst>
                    <a:ext uri="{FF2B5EF4-FFF2-40B4-BE49-F238E27FC236}">
                      <a16:creationId xmlns:a16="http://schemas.microsoft.com/office/drawing/2014/main" id="{B16F5C5F-2E04-4D50-B338-3FEAA4EB26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39" name="Arc 8">
                  <a:extLst>
                    <a:ext uri="{FF2B5EF4-FFF2-40B4-BE49-F238E27FC236}">
                      <a16:creationId xmlns:a16="http://schemas.microsoft.com/office/drawing/2014/main" id="{6957B4E7-99C3-4CD9-A19A-A478395B56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40" name="Line 9">
                  <a:extLst>
                    <a:ext uri="{FF2B5EF4-FFF2-40B4-BE49-F238E27FC236}">
                      <a16:creationId xmlns:a16="http://schemas.microsoft.com/office/drawing/2014/main" id="{04F44055-ECE1-404F-81A3-4C8FE80CCC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41" name="Line 10">
                  <a:extLst>
                    <a:ext uri="{FF2B5EF4-FFF2-40B4-BE49-F238E27FC236}">
                      <a16:creationId xmlns:a16="http://schemas.microsoft.com/office/drawing/2014/main" id="{C8BA78F8-28B4-43F4-810B-0FB6C5C3E1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42" name="Line 11">
                  <a:extLst>
                    <a:ext uri="{FF2B5EF4-FFF2-40B4-BE49-F238E27FC236}">
                      <a16:creationId xmlns:a16="http://schemas.microsoft.com/office/drawing/2014/main" id="{E8F3FABC-7101-4E1B-B159-441CD2890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43" name="Arc 12">
                  <a:extLst>
                    <a:ext uri="{FF2B5EF4-FFF2-40B4-BE49-F238E27FC236}">
                      <a16:creationId xmlns:a16="http://schemas.microsoft.com/office/drawing/2014/main" id="{9E1B9100-5962-43CB-A950-881A5B93DC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2007" name="Group 13">
                <a:extLst>
                  <a:ext uri="{FF2B5EF4-FFF2-40B4-BE49-F238E27FC236}">
                    <a16:creationId xmlns:a16="http://schemas.microsoft.com/office/drawing/2014/main" id="{2170E6EC-9EF6-4DFB-9BB8-A2A0A75524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672"/>
                <a:ext cx="1008" cy="385"/>
                <a:chOff x="1680" y="2976"/>
                <a:chExt cx="1008" cy="385"/>
              </a:xfrm>
            </p:grpSpPr>
            <p:sp>
              <p:nvSpPr>
                <p:cNvPr id="82030" name="Arc 14">
                  <a:extLst>
                    <a:ext uri="{FF2B5EF4-FFF2-40B4-BE49-F238E27FC236}">
                      <a16:creationId xmlns:a16="http://schemas.microsoft.com/office/drawing/2014/main" id="{D4F62525-635F-440D-BEB6-CFBF7100A9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31" name="Arc 15">
                  <a:extLst>
                    <a:ext uri="{FF2B5EF4-FFF2-40B4-BE49-F238E27FC236}">
                      <a16:creationId xmlns:a16="http://schemas.microsoft.com/office/drawing/2014/main" id="{DEA018C3-DC0A-4F5D-AE3A-41AC93313A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32" name="Arc 16">
                  <a:extLst>
                    <a:ext uri="{FF2B5EF4-FFF2-40B4-BE49-F238E27FC236}">
                      <a16:creationId xmlns:a16="http://schemas.microsoft.com/office/drawing/2014/main" id="{A4B529D0-D45B-4131-94B1-33DECF2458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33" name="Line 17">
                  <a:extLst>
                    <a:ext uri="{FF2B5EF4-FFF2-40B4-BE49-F238E27FC236}">
                      <a16:creationId xmlns:a16="http://schemas.microsoft.com/office/drawing/2014/main" id="{7DAE977A-A544-4860-B2F9-91AD1F5CA7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34" name="Line 18">
                  <a:extLst>
                    <a:ext uri="{FF2B5EF4-FFF2-40B4-BE49-F238E27FC236}">
                      <a16:creationId xmlns:a16="http://schemas.microsoft.com/office/drawing/2014/main" id="{80D14E3E-686C-44DC-B86E-98360CF091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35" name="Line 19">
                  <a:extLst>
                    <a:ext uri="{FF2B5EF4-FFF2-40B4-BE49-F238E27FC236}">
                      <a16:creationId xmlns:a16="http://schemas.microsoft.com/office/drawing/2014/main" id="{54D3EE36-C144-44ED-9D0B-CF010E65A7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36" name="Arc 20">
                  <a:extLst>
                    <a:ext uri="{FF2B5EF4-FFF2-40B4-BE49-F238E27FC236}">
                      <a16:creationId xmlns:a16="http://schemas.microsoft.com/office/drawing/2014/main" id="{177CC821-2EEB-4466-ABA1-E98F5EE877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2008" name="Group 21">
                <a:extLst>
                  <a:ext uri="{FF2B5EF4-FFF2-40B4-BE49-F238E27FC236}">
                    <a16:creationId xmlns:a16="http://schemas.microsoft.com/office/drawing/2014/main" id="{9796E57B-AC24-43A0-9B89-F6F13887B3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864"/>
                <a:ext cx="1008" cy="385"/>
                <a:chOff x="1680" y="2976"/>
                <a:chExt cx="1008" cy="385"/>
              </a:xfrm>
            </p:grpSpPr>
            <p:sp>
              <p:nvSpPr>
                <p:cNvPr id="82023" name="Arc 22">
                  <a:extLst>
                    <a:ext uri="{FF2B5EF4-FFF2-40B4-BE49-F238E27FC236}">
                      <a16:creationId xmlns:a16="http://schemas.microsoft.com/office/drawing/2014/main" id="{E52DC1F1-C325-4712-89FF-1F91D1365F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24" name="Arc 23">
                  <a:extLst>
                    <a:ext uri="{FF2B5EF4-FFF2-40B4-BE49-F238E27FC236}">
                      <a16:creationId xmlns:a16="http://schemas.microsoft.com/office/drawing/2014/main" id="{44B1D61D-AC56-4736-A2C7-A5FBDE507F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25" name="Arc 24">
                  <a:extLst>
                    <a:ext uri="{FF2B5EF4-FFF2-40B4-BE49-F238E27FC236}">
                      <a16:creationId xmlns:a16="http://schemas.microsoft.com/office/drawing/2014/main" id="{2728221A-B7AB-4EE2-8114-CA927FD9E1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26" name="Line 25">
                  <a:extLst>
                    <a:ext uri="{FF2B5EF4-FFF2-40B4-BE49-F238E27FC236}">
                      <a16:creationId xmlns:a16="http://schemas.microsoft.com/office/drawing/2014/main" id="{881563A3-B04D-43D2-B947-A36F0EA339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27" name="Line 26">
                  <a:extLst>
                    <a:ext uri="{FF2B5EF4-FFF2-40B4-BE49-F238E27FC236}">
                      <a16:creationId xmlns:a16="http://schemas.microsoft.com/office/drawing/2014/main" id="{3F19C47E-051C-40C7-89A0-CA3CA4B871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28" name="Line 27">
                  <a:extLst>
                    <a:ext uri="{FF2B5EF4-FFF2-40B4-BE49-F238E27FC236}">
                      <a16:creationId xmlns:a16="http://schemas.microsoft.com/office/drawing/2014/main" id="{09DA9D56-563A-4610-AADB-64A23571E8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29" name="Arc 28">
                  <a:extLst>
                    <a:ext uri="{FF2B5EF4-FFF2-40B4-BE49-F238E27FC236}">
                      <a16:creationId xmlns:a16="http://schemas.microsoft.com/office/drawing/2014/main" id="{2E0A58E2-8A84-4160-BA65-F68FECBE54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2009" name="Group 29">
                <a:extLst>
                  <a:ext uri="{FF2B5EF4-FFF2-40B4-BE49-F238E27FC236}">
                    <a16:creationId xmlns:a16="http://schemas.microsoft.com/office/drawing/2014/main" id="{FBCD45F8-A219-4BB9-A134-26FCB50D32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1344"/>
                <a:ext cx="1008" cy="385"/>
                <a:chOff x="1680" y="2976"/>
                <a:chExt cx="1008" cy="385"/>
              </a:xfrm>
            </p:grpSpPr>
            <p:sp>
              <p:nvSpPr>
                <p:cNvPr id="82016" name="Arc 30">
                  <a:extLst>
                    <a:ext uri="{FF2B5EF4-FFF2-40B4-BE49-F238E27FC236}">
                      <a16:creationId xmlns:a16="http://schemas.microsoft.com/office/drawing/2014/main" id="{8284881F-1B84-431F-9710-CFF6F3E0B4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17" name="Arc 31">
                  <a:extLst>
                    <a:ext uri="{FF2B5EF4-FFF2-40B4-BE49-F238E27FC236}">
                      <a16:creationId xmlns:a16="http://schemas.microsoft.com/office/drawing/2014/main" id="{028C830C-60B9-4523-85A1-D23C949367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18" name="Arc 32">
                  <a:extLst>
                    <a:ext uri="{FF2B5EF4-FFF2-40B4-BE49-F238E27FC236}">
                      <a16:creationId xmlns:a16="http://schemas.microsoft.com/office/drawing/2014/main" id="{FDBF77CF-8765-4E34-9867-0EB3678D71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19" name="Line 33">
                  <a:extLst>
                    <a:ext uri="{FF2B5EF4-FFF2-40B4-BE49-F238E27FC236}">
                      <a16:creationId xmlns:a16="http://schemas.microsoft.com/office/drawing/2014/main" id="{F3C33630-AF1A-4CF1-A9E2-9D1194351F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20" name="Line 34">
                  <a:extLst>
                    <a:ext uri="{FF2B5EF4-FFF2-40B4-BE49-F238E27FC236}">
                      <a16:creationId xmlns:a16="http://schemas.microsoft.com/office/drawing/2014/main" id="{9BB734AF-FA79-49F9-B20A-4B1D147AC2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21" name="Line 35">
                  <a:extLst>
                    <a:ext uri="{FF2B5EF4-FFF2-40B4-BE49-F238E27FC236}">
                      <a16:creationId xmlns:a16="http://schemas.microsoft.com/office/drawing/2014/main" id="{0154754E-DF39-4E83-AFF3-287B20AD29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22" name="Arc 36">
                  <a:extLst>
                    <a:ext uri="{FF2B5EF4-FFF2-40B4-BE49-F238E27FC236}">
                      <a16:creationId xmlns:a16="http://schemas.microsoft.com/office/drawing/2014/main" id="{D935175C-92E6-4809-91D8-8F572139B3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2010" name="Line 37">
                <a:extLst>
                  <a:ext uri="{FF2B5EF4-FFF2-40B4-BE49-F238E27FC236}">
                    <a16:creationId xmlns:a16="http://schemas.microsoft.com/office/drawing/2014/main" id="{DA7D5D9B-909F-4482-8174-9D14CE5C3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960"/>
                <a:ext cx="10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011" name="Line 38">
                <a:extLst>
                  <a:ext uri="{FF2B5EF4-FFF2-40B4-BE49-F238E27FC236}">
                    <a16:creationId xmlns:a16="http://schemas.microsoft.com/office/drawing/2014/main" id="{FA486834-6102-4E20-A44F-75EF0FC2E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1152"/>
                <a:ext cx="206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012" name="Line 39">
                <a:extLst>
                  <a:ext uri="{FF2B5EF4-FFF2-40B4-BE49-F238E27FC236}">
                    <a16:creationId xmlns:a16="http://schemas.microsoft.com/office/drawing/2014/main" id="{3881FD43-5162-4350-BD27-25C24BE43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1632"/>
                <a:ext cx="33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013" name="Line 40">
                <a:extLst>
                  <a:ext uri="{FF2B5EF4-FFF2-40B4-BE49-F238E27FC236}">
                    <a16:creationId xmlns:a16="http://schemas.microsoft.com/office/drawing/2014/main" id="{E2D5D1CE-CC51-450A-B8E2-01E3F5AF9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67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014" name="Line 41">
                <a:extLst>
                  <a:ext uri="{FF2B5EF4-FFF2-40B4-BE49-F238E27FC236}">
                    <a16:creationId xmlns:a16="http://schemas.microsoft.com/office/drawing/2014/main" id="{02D62B58-6141-4F56-AF3B-12FA009709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86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015" name="Line 42">
                <a:extLst>
                  <a:ext uri="{FF2B5EF4-FFF2-40B4-BE49-F238E27FC236}">
                    <a16:creationId xmlns:a16="http://schemas.microsoft.com/office/drawing/2014/main" id="{5D822693-5F83-4271-A46B-D48DD15CD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152"/>
                <a:ext cx="192" cy="192"/>
              </a:xfrm>
              <a:prstGeom prst="line">
                <a:avLst/>
              </a:prstGeom>
              <a:noFill/>
              <a:ln w="57150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2003" name="Text Box 43">
              <a:extLst>
                <a:ext uri="{FF2B5EF4-FFF2-40B4-BE49-F238E27FC236}">
                  <a16:creationId xmlns:a16="http://schemas.microsoft.com/office/drawing/2014/main" id="{F77BC6B1-564B-4AC3-8317-2770C71A9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" y="352"/>
              <a:ext cx="839" cy="1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A0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A1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A2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A3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An</a:t>
              </a:r>
            </a:p>
          </p:txBody>
        </p:sp>
        <p:sp>
          <p:nvSpPr>
            <p:cNvPr id="82004" name="Line 44">
              <a:extLst>
                <a:ext uri="{FF2B5EF4-FFF2-40B4-BE49-F238E27FC236}">
                  <a16:creationId xmlns:a16="http://schemas.microsoft.com/office/drawing/2014/main" id="{AE995AD7-0A89-49AB-AC67-5569CEEBED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" y="1206"/>
              <a:ext cx="0" cy="236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005" name="Text Box 45">
              <a:extLst>
                <a:ext uri="{FF2B5EF4-FFF2-40B4-BE49-F238E27FC236}">
                  <a16:creationId xmlns:a16="http://schemas.microsoft.com/office/drawing/2014/main" id="{AE514151-28DF-43A5-A0AC-40132A0CA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7" y="1148"/>
              <a:ext cx="1085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EVEN</a:t>
              </a:r>
            </a:p>
          </p:txBody>
        </p:sp>
      </p:grpSp>
      <p:grpSp>
        <p:nvGrpSpPr>
          <p:cNvPr id="14" name="Group 48">
            <a:extLst>
              <a:ext uri="{FF2B5EF4-FFF2-40B4-BE49-F238E27FC236}">
                <a16:creationId xmlns:a16="http://schemas.microsoft.com/office/drawing/2014/main" id="{16421904-F9FD-4EEA-9C80-BEFF1C839FBB}"/>
              </a:ext>
            </a:extLst>
          </p:cNvPr>
          <p:cNvGrpSpPr>
            <a:grpSpLocks/>
          </p:cNvGrpSpPr>
          <p:nvPr/>
        </p:nvGrpSpPr>
        <p:grpSpPr bwMode="auto">
          <a:xfrm>
            <a:off x="4398963" y="3024188"/>
            <a:ext cx="4597400" cy="2249487"/>
            <a:chOff x="347" y="1968"/>
            <a:chExt cx="4797" cy="2007"/>
          </a:xfrm>
        </p:grpSpPr>
        <p:grpSp>
          <p:nvGrpSpPr>
            <p:cNvPr id="81938" name="Group 49">
              <a:extLst>
                <a:ext uri="{FF2B5EF4-FFF2-40B4-BE49-F238E27FC236}">
                  <a16:creationId xmlns:a16="http://schemas.microsoft.com/office/drawing/2014/main" id="{25F0DF05-D752-4A37-A97C-D3DEF22F7D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015"/>
              <a:ext cx="3552" cy="1825"/>
              <a:chOff x="768" y="1823"/>
              <a:chExt cx="3552" cy="1825"/>
            </a:xfrm>
          </p:grpSpPr>
          <p:grpSp>
            <p:nvGrpSpPr>
              <p:cNvPr id="81943" name="Group 50">
                <a:extLst>
                  <a:ext uri="{FF2B5EF4-FFF2-40B4-BE49-F238E27FC236}">
                    <a16:creationId xmlns:a16="http://schemas.microsoft.com/office/drawing/2014/main" id="{58B430A8-505B-4857-9557-9C80529018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823"/>
                <a:ext cx="1008" cy="385"/>
                <a:chOff x="1680" y="2976"/>
                <a:chExt cx="1008" cy="385"/>
              </a:xfrm>
            </p:grpSpPr>
            <p:sp>
              <p:nvSpPr>
                <p:cNvPr id="81995" name="Arc 51">
                  <a:extLst>
                    <a:ext uri="{FF2B5EF4-FFF2-40B4-BE49-F238E27FC236}">
                      <a16:creationId xmlns:a16="http://schemas.microsoft.com/office/drawing/2014/main" id="{391E56F3-E678-4C17-80D2-C0A7104E3C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96" name="Arc 52">
                  <a:extLst>
                    <a:ext uri="{FF2B5EF4-FFF2-40B4-BE49-F238E27FC236}">
                      <a16:creationId xmlns:a16="http://schemas.microsoft.com/office/drawing/2014/main" id="{2EC56EDB-FDA9-438E-A75C-DA457178D5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97" name="Arc 53">
                  <a:extLst>
                    <a:ext uri="{FF2B5EF4-FFF2-40B4-BE49-F238E27FC236}">
                      <a16:creationId xmlns:a16="http://schemas.microsoft.com/office/drawing/2014/main" id="{9CD46AC5-DA75-4FDD-BFA8-D123747EF3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98" name="Line 54">
                  <a:extLst>
                    <a:ext uri="{FF2B5EF4-FFF2-40B4-BE49-F238E27FC236}">
                      <a16:creationId xmlns:a16="http://schemas.microsoft.com/office/drawing/2014/main" id="{C1E67080-A1D7-43AA-A998-3A5E2DC4D6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99" name="Line 55">
                  <a:extLst>
                    <a:ext uri="{FF2B5EF4-FFF2-40B4-BE49-F238E27FC236}">
                      <a16:creationId xmlns:a16="http://schemas.microsoft.com/office/drawing/2014/main" id="{19308142-BF83-432D-89A7-D13A317418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00" name="Line 56">
                  <a:extLst>
                    <a:ext uri="{FF2B5EF4-FFF2-40B4-BE49-F238E27FC236}">
                      <a16:creationId xmlns:a16="http://schemas.microsoft.com/office/drawing/2014/main" id="{2E8487B4-5FBB-4477-AF3C-0E9F01547D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2001" name="Arc 57">
                  <a:extLst>
                    <a:ext uri="{FF2B5EF4-FFF2-40B4-BE49-F238E27FC236}">
                      <a16:creationId xmlns:a16="http://schemas.microsoft.com/office/drawing/2014/main" id="{96320A25-C303-4322-AD85-ABC2F0AC2F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1944" name="Group 58">
                <a:extLst>
                  <a:ext uri="{FF2B5EF4-FFF2-40B4-BE49-F238E27FC236}">
                    <a16:creationId xmlns:a16="http://schemas.microsoft.com/office/drawing/2014/main" id="{AF1A1070-2E77-4566-B06B-DE66583A83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2303"/>
                <a:ext cx="1008" cy="385"/>
                <a:chOff x="1680" y="2976"/>
                <a:chExt cx="1008" cy="385"/>
              </a:xfrm>
            </p:grpSpPr>
            <p:sp>
              <p:nvSpPr>
                <p:cNvPr id="81988" name="Arc 59">
                  <a:extLst>
                    <a:ext uri="{FF2B5EF4-FFF2-40B4-BE49-F238E27FC236}">
                      <a16:creationId xmlns:a16="http://schemas.microsoft.com/office/drawing/2014/main" id="{91CFD922-45E2-481C-91B3-CFD3F5432B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89" name="Arc 60">
                  <a:extLst>
                    <a:ext uri="{FF2B5EF4-FFF2-40B4-BE49-F238E27FC236}">
                      <a16:creationId xmlns:a16="http://schemas.microsoft.com/office/drawing/2014/main" id="{0E9D9EF6-7FB9-43CF-9A7B-D2623723D3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90" name="Arc 61">
                  <a:extLst>
                    <a:ext uri="{FF2B5EF4-FFF2-40B4-BE49-F238E27FC236}">
                      <a16:creationId xmlns:a16="http://schemas.microsoft.com/office/drawing/2014/main" id="{6DEFF6A8-6CDF-42E1-A3D3-61CAA8E55F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91" name="Line 62">
                  <a:extLst>
                    <a:ext uri="{FF2B5EF4-FFF2-40B4-BE49-F238E27FC236}">
                      <a16:creationId xmlns:a16="http://schemas.microsoft.com/office/drawing/2014/main" id="{6E91FD4A-E181-4497-B94A-43422FCEBE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92" name="Line 63">
                  <a:extLst>
                    <a:ext uri="{FF2B5EF4-FFF2-40B4-BE49-F238E27FC236}">
                      <a16:creationId xmlns:a16="http://schemas.microsoft.com/office/drawing/2014/main" id="{6B5007B1-BCDA-49B1-A37E-9DC7B95C56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93" name="Line 64">
                  <a:extLst>
                    <a:ext uri="{FF2B5EF4-FFF2-40B4-BE49-F238E27FC236}">
                      <a16:creationId xmlns:a16="http://schemas.microsoft.com/office/drawing/2014/main" id="{EDF75C04-6136-4FAC-81FA-610FF1C9B6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94" name="Arc 65">
                  <a:extLst>
                    <a:ext uri="{FF2B5EF4-FFF2-40B4-BE49-F238E27FC236}">
                      <a16:creationId xmlns:a16="http://schemas.microsoft.com/office/drawing/2014/main" id="{DD818D8C-6C9B-478B-A990-C998EFBD39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1945" name="Group 66">
                <a:extLst>
                  <a:ext uri="{FF2B5EF4-FFF2-40B4-BE49-F238E27FC236}">
                    <a16:creationId xmlns:a16="http://schemas.microsoft.com/office/drawing/2014/main" id="{7E7C787A-5500-4B8B-8B61-46555871F8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2063"/>
                <a:ext cx="1008" cy="385"/>
                <a:chOff x="1680" y="2976"/>
                <a:chExt cx="1008" cy="385"/>
              </a:xfrm>
            </p:grpSpPr>
            <p:sp>
              <p:nvSpPr>
                <p:cNvPr id="81981" name="Arc 67">
                  <a:extLst>
                    <a:ext uri="{FF2B5EF4-FFF2-40B4-BE49-F238E27FC236}">
                      <a16:creationId xmlns:a16="http://schemas.microsoft.com/office/drawing/2014/main" id="{94794187-CADF-4D6E-93B1-8287EDC7BA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82" name="Arc 68">
                  <a:extLst>
                    <a:ext uri="{FF2B5EF4-FFF2-40B4-BE49-F238E27FC236}">
                      <a16:creationId xmlns:a16="http://schemas.microsoft.com/office/drawing/2014/main" id="{0E7CC017-C9BB-402F-99E3-BC979708C2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83" name="Arc 69">
                  <a:extLst>
                    <a:ext uri="{FF2B5EF4-FFF2-40B4-BE49-F238E27FC236}">
                      <a16:creationId xmlns:a16="http://schemas.microsoft.com/office/drawing/2014/main" id="{35392695-866F-4EB4-8600-D3B9279C5C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84" name="Line 70">
                  <a:extLst>
                    <a:ext uri="{FF2B5EF4-FFF2-40B4-BE49-F238E27FC236}">
                      <a16:creationId xmlns:a16="http://schemas.microsoft.com/office/drawing/2014/main" id="{42F5C5A9-2BF2-4068-8DD4-8F284ECE0F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85" name="Line 71">
                  <a:extLst>
                    <a:ext uri="{FF2B5EF4-FFF2-40B4-BE49-F238E27FC236}">
                      <a16:creationId xmlns:a16="http://schemas.microsoft.com/office/drawing/2014/main" id="{DD3950FF-33E4-4308-8034-D291BB9B7E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86" name="Line 72">
                  <a:extLst>
                    <a:ext uri="{FF2B5EF4-FFF2-40B4-BE49-F238E27FC236}">
                      <a16:creationId xmlns:a16="http://schemas.microsoft.com/office/drawing/2014/main" id="{1AD6CB1C-DB6F-4BB1-A639-A7981FCD1D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87" name="Arc 73">
                  <a:extLst>
                    <a:ext uri="{FF2B5EF4-FFF2-40B4-BE49-F238E27FC236}">
                      <a16:creationId xmlns:a16="http://schemas.microsoft.com/office/drawing/2014/main" id="{7348631E-F182-4C89-BDD5-A299B8A914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1946" name="Group 74">
                <a:extLst>
                  <a:ext uri="{FF2B5EF4-FFF2-40B4-BE49-F238E27FC236}">
                    <a16:creationId xmlns:a16="http://schemas.microsoft.com/office/drawing/2014/main" id="{932CC8EB-6383-4E0C-89A8-992DD5E127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2" y="2543"/>
                <a:ext cx="1008" cy="385"/>
                <a:chOff x="1680" y="2976"/>
                <a:chExt cx="1008" cy="385"/>
              </a:xfrm>
            </p:grpSpPr>
            <p:sp>
              <p:nvSpPr>
                <p:cNvPr id="81974" name="Arc 75">
                  <a:extLst>
                    <a:ext uri="{FF2B5EF4-FFF2-40B4-BE49-F238E27FC236}">
                      <a16:creationId xmlns:a16="http://schemas.microsoft.com/office/drawing/2014/main" id="{2A701EF3-063B-40D1-921C-B8170EAD57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75" name="Arc 76">
                  <a:extLst>
                    <a:ext uri="{FF2B5EF4-FFF2-40B4-BE49-F238E27FC236}">
                      <a16:creationId xmlns:a16="http://schemas.microsoft.com/office/drawing/2014/main" id="{F0E7BAC8-0A8E-4F75-8592-EE3E7C278E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76" name="Arc 77">
                  <a:extLst>
                    <a:ext uri="{FF2B5EF4-FFF2-40B4-BE49-F238E27FC236}">
                      <a16:creationId xmlns:a16="http://schemas.microsoft.com/office/drawing/2014/main" id="{911364EB-742B-4ADB-8145-2C8ED99B5B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77" name="Line 78">
                  <a:extLst>
                    <a:ext uri="{FF2B5EF4-FFF2-40B4-BE49-F238E27FC236}">
                      <a16:creationId xmlns:a16="http://schemas.microsoft.com/office/drawing/2014/main" id="{EA7C227A-9514-4678-975E-FFDD04E973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78" name="Line 79">
                  <a:extLst>
                    <a:ext uri="{FF2B5EF4-FFF2-40B4-BE49-F238E27FC236}">
                      <a16:creationId xmlns:a16="http://schemas.microsoft.com/office/drawing/2014/main" id="{BC0EC7B9-75DB-43AB-85B7-E588EA53C7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79" name="Line 80">
                  <a:extLst>
                    <a:ext uri="{FF2B5EF4-FFF2-40B4-BE49-F238E27FC236}">
                      <a16:creationId xmlns:a16="http://schemas.microsoft.com/office/drawing/2014/main" id="{869850B9-55AD-45E1-A6E3-E81652F8B6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80" name="Arc 81">
                  <a:extLst>
                    <a:ext uri="{FF2B5EF4-FFF2-40B4-BE49-F238E27FC236}">
                      <a16:creationId xmlns:a16="http://schemas.microsoft.com/office/drawing/2014/main" id="{00A3E0D2-F845-4465-A1EF-2EAF177D65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1947" name="Line 82">
                <a:extLst>
                  <a:ext uri="{FF2B5EF4-FFF2-40B4-BE49-F238E27FC236}">
                    <a16:creationId xmlns:a16="http://schemas.microsoft.com/office/drawing/2014/main" id="{A282559D-41F8-4DD8-92A5-6186B0F9A2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015"/>
                <a:ext cx="0" cy="145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48" name="Line 83">
                <a:extLst>
                  <a:ext uri="{FF2B5EF4-FFF2-40B4-BE49-F238E27FC236}">
                    <a16:creationId xmlns:a16="http://schemas.microsoft.com/office/drawing/2014/main" id="{8B818F87-8AA7-42DF-BE77-3D8DA4890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352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49" name="Line 84">
                <a:extLst>
                  <a:ext uri="{FF2B5EF4-FFF2-40B4-BE49-F238E27FC236}">
                    <a16:creationId xmlns:a16="http://schemas.microsoft.com/office/drawing/2014/main" id="{05EE7119-EFB9-41F9-A83F-F28D5B1D7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736"/>
                <a:ext cx="288" cy="0"/>
              </a:xfrm>
              <a:prstGeom prst="line">
                <a:avLst/>
              </a:prstGeom>
              <a:noFill/>
              <a:ln w="57150" cap="rnd">
                <a:solidFill>
                  <a:schemeClr val="hlink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81950" name="Group 85">
                <a:extLst>
                  <a:ext uri="{FF2B5EF4-FFF2-40B4-BE49-F238E27FC236}">
                    <a16:creationId xmlns:a16="http://schemas.microsoft.com/office/drawing/2014/main" id="{41A3E3FB-7DD1-4A1B-9100-4BE56123F6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3263"/>
                <a:ext cx="1008" cy="385"/>
                <a:chOff x="1680" y="2976"/>
                <a:chExt cx="1008" cy="385"/>
              </a:xfrm>
            </p:grpSpPr>
            <p:sp>
              <p:nvSpPr>
                <p:cNvPr id="81967" name="Arc 86">
                  <a:extLst>
                    <a:ext uri="{FF2B5EF4-FFF2-40B4-BE49-F238E27FC236}">
                      <a16:creationId xmlns:a16="http://schemas.microsoft.com/office/drawing/2014/main" id="{59E5D67E-A313-4E24-BACE-02FF29A619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68" name="Arc 87">
                  <a:extLst>
                    <a:ext uri="{FF2B5EF4-FFF2-40B4-BE49-F238E27FC236}">
                      <a16:creationId xmlns:a16="http://schemas.microsoft.com/office/drawing/2014/main" id="{A08F4D45-231C-4277-8356-C874378998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69" name="Arc 88">
                  <a:extLst>
                    <a:ext uri="{FF2B5EF4-FFF2-40B4-BE49-F238E27FC236}">
                      <a16:creationId xmlns:a16="http://schemas.microsoft.com/office/drawing/2014/main" id="{A57D72C0-A3EE-4D9F-A97E-8639863163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70" name="Line 89">
                  <a:extLst>
                    <a:ext uri="{FF2B5EF4-FFF2-40B4-BE49-F238E27FC236}">
                      <a16:creationId xmlns:a16="http://schemas.microsoft.com/office/drawing/2014/main" id="{1D02FF72-692D-4A1A-AC29-9FBA52DE8D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71" name="Line 90">
                  <a:extLst>
                    <a:ext uri="{FF2B5EF4-FFF2-40B4-BE49-F238E27FC236}">
                      <a16:creationId xmlns:a16="http://schemas.microsoft.com/office/drawing/2014/main" id="{E91EAD60-5F79-43A3-A496-CBBA00A1B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72" name="Line 91">
                  <a:extLst>
                    <a:ext uri="{FF2B5EF4-FFF2-40B4-BE49-F238E27FC236}">
                      <a16:creationId xmlns:a16="http://schemas.microsoft.com/office/drawing/2014/main" id="{964656AF-9B14-49A6-A5A1-A813648B49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73" name="Arc 92">
                  <a:extLst>
                    <a:ext uri="{FF2B5EF4-FFF2-40B4-BE49-F238E27FC236}">
                      <a16:creationId xmlns:a16="http://schemas.microsoft.com/office/drawing/2014/main" id="{52492FC1-72E0-4FCE-BAF0-EED843B95F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1951" name="Group 93">
                <a:extLst>
                  <a:ext uri="{FF2B5EF4-FFF2-40B4-BE49-F238E27FC236}">
                    <a16:creationId xmlns:a16="http://schemas.microsoft.com/office/drawing/2014/main" id="{426AF31C-30F8-4821-B0FC-6F568C4D02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3023"/>
                <a:ext cx="1008" cy="385"/>
                <a:chOff x="1680" y="2976"/>
                <a:chExt cx="1008" cy="385"/>
              </a:xfrm>
            </p:grpSpPr>
            <p:sp>
              <p:nvSpPr>
                <p:cNvPr id="81960" name="Arc 94">
                  <a:extLst>
                    <a:ext uri="{FF2B5EF4-FFF2-40B4-BE49-F238E27FC236}">
                      <a16:creationId xmlns:a16="http://schemas.microsoft.com/office/drawing/2014/main" id="{1AA55DBD-9820-4B42-8F30-83B371933D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7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61" name="Arc 95">
                  <a:extLst>
                    <a:ext uri="{FF2B5EF4-FFF2-40B4-BE49-F238E27FC236}">
                      <a16:creationId xmlns:a16="http://schemas.microsoft.com/office/drawing/2014/main" id="{54444D20-891E-4002-9A31-22CCB48434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0" y="2976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62" name="Arc 96">
                  <a:extLst>
                    <a:ext uri="{FF2B5EF4-FFF2-40B4-BE49-F238E27FC236}">
                      <a16:creationId xmlns:a16="http://schemas.microsoft.com/office/drawing/2014/main" id="{2BDD3928-0371-4338-9794-EA5DFD44E9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920" y="3168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63" name="Line 97">
                  <a:extLst>
                    <a:ext uri="{FF2B5EF4-FFF2-40B4-BE49-F238E27FC236}">
                      <a16:creationId xmlns:a16="http://schemas.microsoft.com/office/drawing/2014/main" id="{EF2AAA31-10D6-410D-8BAB-FEB2D7B529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07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64" name="Line 98">
                  <a:extLst>
                    <a:ext uri="{FF2B5EF4-FFF2-40B4-BE49-F238E27FC236}">
                      <a16:creationId xmlns:a16="http://schemas.microsoft.com/office/drawing/2014/main" id="{52F2DBF0-FEF8-4C63-A65D-73BD47D615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264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65" name="Line 99">
                  <a:extLst>
                    <a:ext uri="{FF2B5EF4-FFF2-40B4-BE49-F238E27FC236}">
                      <a16:creationId xmlns:a16="http://schemas.microsoft.com/office/drawing/2014/main" id="{D5C901BC-0598-4C10-B72A-23551030A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168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1966" name="Arc 100">
                  <a:extLst>
                    <a:ext uri="{FF2B5EF4-FFF2-40B4-BE49-F238E27FC236}">
                      <a16:creationId xmlns:a16="http://schemas.microsoft.com/office/drawing/2014/main" id="{8C8D9591-8623-4917-A94C-A1CABC345A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2976"/>
                  <a:ext cx="96" cy="38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1952" name="Line 101">
                <a:extLst>
                  <a:ext uri="{FF2B5EF4-FFF2-40B4-BE49-F238E27FC236}">
                    <a16:creationId xmlns:a16="http://schemas.microsoft.com/office/drawing/2014/main" id="{7A27D00C-E264-4A73-9302-9E9E13352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975"/>
                <a:ext cx="0" cy="145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53" name="Line 102">
                <a:extLst>
                  <a:ext uri="{FF2B5EF4-FFF2-40B4-BE49-F238E27FC236}">
                    <a16:creationId xmlns:a16="http://schemas.microsoft.com/office/drawing/2014/main" id="{58CE4BD5-D750-4A09-AD9C-3A3A6AA36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312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54" name="Line 103">
                <a:extLst>
                  <a:ext uri="{FF2B5EF4-FFF2-40B4-BE49-F238E27FC236}">
                    <a16:creationId xmlns:a16="http://schemas.microsoft.com/office/drawing/2014/main" id="{F52015E5-6FE4-471D-85C3-7ED73F62D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297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55" name="Line 104">
                <a:extLst>
                  <a:ext uri="{FF2B5EF4-FFF2-40B4-BE49-F238E27FC236}">
                    <a16:creationId xmlns:a16="http://schemas.microsoft.com/office/drawing/2014/main" id="{AA4422F7-EA42-4907-9701-A72023025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2832"/>
                <a:ext cx="0" cy="288"/>
              </a:xfrm>
              <a:prstGeom prst="line">
                <a:avLst/>
              </a:prstGeom>
              <a:noFill/>
              <a:ln w="57150" cap="rnd">
                <a:solidFill>
                  <a:schemeClr val="hlink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56" name="Line 105">
                <a:extLst>
                  <a:ext uri="{FF2B5EF4-FFF2-40B4-BE49-F238E27FC236}">
                    <a16:creationId xmlns:a16="http://schemas.microsoft.com/office/drawing/2014/main" id="{D77EBE9C-7922-4386-A466-4746F6099A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49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57" name="Line 106">
                <a:extLst>
                  <a:ext uri="{FF2B5EF4-FFF2-40B4-BE49-F238E27FC236}">
                    <a16:creationId xmlns:a16="http://schemas.microsoft.com/office/drawing/2014/main" id="{18A174C9-E0F7-448D-A2F1-68469C8711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831"/>
                <a:ext cx="0" cy="145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58" name="Line 107">
                <a:extLst>
                  <a:ext uri="{FF2B5EF4-FFF2-40B4-BE49-F238E27FC236}">
                    <a16:creationId xmlns:a16="http://schemas.microsoft.com/office/drawing/2014/main" id="{C600C45D-6A28-4196-BA27-6E73E4427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8" y="2496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1959" name="Line 108">
                <a:extLst>
                  <a:ext uri="{FF2B5EF4-FFF2-40B4-BE49-F238E27FC236}">
                    <a16:creationId xmlns:a16="http://schemas.microsoft.com/office/drawing/2014/main" id="{39CBF328-5862-42D0-85D8-D2AE8BCF4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8" y="2976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1939" name="Text Box 109">
              <a:extLst>
                <a:ext uri="{FF2B5EF4-FFF2-40B4-BE49-F238E27FC236}">
                  <a16:creationId xmlns:a16="http://schemas.microsoft.com/office/drawing/2014/main" id="{40BB0A41-B295-467A-B5F3-D10204E6D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" y="1968"/>
              <a:ext cx="469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A1</a:t>
              </a:r>
            </a:p>
          </p:txBody>
        </p:sp>
        <p:sp>
          <p:nvSpPr>
            <p:cNvPr id="81940" name="Text Box 110">
              <a:extLst>
                <a:ext uri="{FF2B5EF4-FFF2-40B4-BE49-F238E27FC236}">
                  <a16:creationId xmlns:a16="http://schemas.microsoft.com/office/drawing/2014/main" id="{2D0C6E80-EB5F-4CA7-83BF-47EFBE1EE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" y="2448"/>
              <a:ext cx="469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A2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A3</a:t>
              </a:r>
            </a:p>
          </p:txBody>
        </p:sp>
        <p:sp>
          <p:nvSpPr>
            <p:cNvPr id="81941" name="Text Box 111">
              <a:extLst>
                <a:ext uri="{FF2B5EF4-FFF2-40B4-BE49-F238E27FC236}">
                  <a16:creationId xmlns:a16="http://schemas.microsoft.com/office/drawing/2014/main" id="{29284978-A6F3-4A08-8BFF-A57461A6C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" y="3408"/>
              <a:ext cx="10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An-1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An</a:t>
              </a:r>
            </a:p>
          </p:txBody>
        </p:sp>
        <p:sp>
          <p:nvSpPr>
            <p:cNvPr id="81942" name="Text Box 112">
              <a:extLst>
                <a:ext uri="{FF2B5EF4-FFF2-40B4-BE49-F238E27FC236}">
                  <a16:creationId xmlns:a16="http://schemas.microsoft.com/office/drawing/2014/main" id="{9105166D-0B22-4F15-A8BB-FCA232035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6" y="2550"/>
              <a:ext cx="7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EVEN</a:t>
              </a:r>
              <a:endParaRPr lang="zh-CN" altLang="en-US" sz="1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6" name="Text Box 113">
            <a:extLst>
              <a:ext uri="{FF2B5EF4-FFF2-40B4-BE49-F238E27FC236}">
                <a16:creationId xmlns:a16="http://schemas.microsoft.com/office/drawing/2014/main" id="{87FDCCD4-6972-4194-8811-FA581C099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300" y="5216525"/>
            <a:ext cx="2141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Tree Structure</a:t>
            </a:r>
          </a:p>
        </p:txBody>
      </p:sp>
      <p:sp>
        <p:nvSpPr>
          <p:cNvPr id="127" name="Text Box 113">
            <a:extLst>
              <a:ext uri="{FF2B5EF4-FFF2-40B4-BE49-F238E27FC236}">
                <a16:creationId xmlns:a16="http://schemas.microsoft.com/office/drawing/2014/main" id="{8CE4C4B2-B3D9-4E3C-BD98-03A7EFE62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5160963"/>
            <a:ext cx="3128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华文新魏" panose="02010800040101010101" pitchFamily="2" charset="-122"/>
              </a:rPr>
              <a:t>Daisy-chain Structure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9DD2098-FBE4-43F4-BFC4-072F0E435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8" y="5765800"/>
            <a:ext cx="52197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FF0000"/>
              </a:buClr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How can we get an odd-parity circuit? 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1FD409B-9F99-4AA1-B1F0-354124F6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5849938"/>
            <a:ext cx="4008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Invert the output of even-parity circuit</a:t>
            </a:r>
            <a:endParaRPr lang="zh-CN" altLang="en-US" sz="18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日期占位符 1">
            <a:extLst>
              <a:ext uri="{FF2B5EF4-FFF2-40B4-BE49-F238E27FC236}">
                <a16:creationId xmlns:a16="http://schemas.microsoft.com/office/drawing/2014/main" id="{06524164-77C4-24C4-C5B8-B68F17935157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84858C2D-0BE3-B1DC-F2BA-BE9AC8A82E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81</a:t>
            </a:fld>
            <a:endParaRPr lang="zh-CN" altLang="en-US" sz="1100" dirty="0"/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9FD926A-18AD-4A53-B2B2-90D24F19F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0"/>
            <a:ext cx="7772400" cy="906463"/>
          </a:xfrm>
        </p:spPr>
        <p:txBody>
          <a:bodyPr/>
          <a:lstStyle/>
          <a:p>
            <a:pPr eaLnBrk="1" hangingPunct="1"/>
            <a:r>
              <a:rPr lang="en-US" altLang="zh-CN" sz="3600"/>
              <a:t>Review of XOR and XNOR 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C4DD5CBA-C751-4E8E-BBF6-63899282B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5184775"/>
            <a:ext cx="76073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A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  <a:sym typeface="Symbol" panose="05050102010706020507" pitchFamily="18" charset="2"/>
              </a:rPr>
              <a:t>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B=(A⊙B)’      A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  <a:sym typeface="Symbol" panose="05050102010706020507" pitchFamily="18" charset="2"/>
              </a:rPr>
              <a:t>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B’=A⊙B      A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  <a:sym typeface="Symbol" panose="05050102010706020507" pitchFamily="18" charset="2"/>
              </a:rPr>
              <a:t>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B=A⊙B’</a:t>
            </a:r>
            <a:endParaRPr lang="zh-CN" altLang="en-US"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86020" name="Text Box 4">
            <a:extLst>
              <a:ext uri="{FF2B5EF4-FFF2-40B4-BE49-F238E27FC236}">
                <a16:creationId xmlns:a16="http://schemas.microsoft.com/office/drawing/2014/main" id="{F47B3EFD-DF3A-40C5-A56F-A5C4B0F48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33475"/>
            <a:ext cx="86645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FF0000"/>
              </a:buClr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Any two signals( inputs or output) of an XOR or XNOR gate could be complemented without changing the resulting logic function. </a:t>
            </a:r>
          </a:p>
        </p:txBody>
      </p:sp>
      <p:sp>
        <p:nvSpPr>
          <p:cNvPr id="86021" name="Text Box 48">
            <a:extLst>
              <a:ext uri="{FF2B5EF4-FFF2-40B4-BE49-F238E27FC236}">
                <a16:creationId xmlns:a16="http://schemas.microsoft.com/office/drawing/2014/main" id="{113A1506-F0F5-4873-9B0B-9C9BD3209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4349750"/>
            <a:ext cx="1441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F=A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  <a:sym typeface="Symbol" panose="05050102010706020507" pitchFamily="18" charset="2"/>
              </a:rPr>
              <a:t>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B</a:t>
            </a:r>
            <a:endParaRPr lang="zh-CN" altLang="en-US"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grpSp>
        <p:nvGrpSpPr>
          <p:cNvPr id="2" name="Group 67">
            <a:extLst>
              <a:ext uri="{FF2B5EF4-FFF2-40B4-BE49-F238E27FC236}">
                <a16:creationId xmlns:a16="http://schemas.microsoft.com/office/drawing/2014/main" id="{D95D681C-B454-4AE0-A6C5-21FF9DD44122}"/>
              </a:ext>
            </a:extLst>
          </p:cNvPr>
          <p:cNvGrpSpPr>
            <a:grpSpLocks/>
          </p:cNvGrpSpPr>
          <p:nvPr/>
        </p:nvGrpSpPr>
        <p:grpSpPr bwMode="auto">
          <a:xfrm>
            <a:off x="341313" y="3068638"/>
            <a:ext cx="1714500" cy="1089025"/>
            <a:chOff x="408" y="2819"/>
            <a:chExt cx="1080" cy="686"/>
          </a:xfrm>
        </p:grpSpPr>
        <p:grpSp>
          <p:nvGrpSpPr>
            <p:cNvPr id="82995" name="Group 10">
              <a:extLst>
                <a:ext uri="{FF2B5EF4-FFF2-40B4-BE49-F238E27FC236}">
                  <a16:creationId xmlns:a16="http://schemas.microsoft.com/office/drawing/2014/main" id="{338D7156-4FE4-4ED3-BE35-BFF08E3A8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" y="2962"/>
              <a:ext cx="1008" cy="385"/>
              <a:chOff x="1680" y="2976"/>
              <a:chExt cx="1008" cy="385"/>
            </a:xfrm>
          </p:grpSpPr>
          <p:sp>
            <p:nvSpPr>
              <p:cNvPr id="82998" name="Arc 11">
                <a:extLst>
                  <a:ext uri="{FF2B5EF4-FFF2-40B4-BE49-F238E27FC236}">
                    <a16:creationId xmlns:a16="http://schemas.microsoft.com/office/drawing/2014/main" id="{2BD194E2-25EA-4166-8778-047FD3E2C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977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99" name="Arc 12">
                <a:extLst>
                  <a:ext uri="{FF2B5EF4-FFF2-40B4-BE49-F238E27FC236}">
                    <a16:creationId xmlns:a16="http://schemas.microsoft.com/office/drawing/2014/main" id="{2A140991-5E05-4774-A0F9-519C96FC7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976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00" name="Arc 13">
                <a:extLst>
                  <a:ext uri="{FF2B5EF4-FFF2-40B4-BE49-F238E27FC236}">
                    <a16:creationId xmlns:a16="http://schemas.microsoft.com/office/drawing/2014/main" id="{2A21048E-B60B-49C3-AFBB-7A61CA8987F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920" y="3168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01" name="Line 14">
                <a:extLst>
                  <a:ext uri="{FF2B5EF4-FFF2-40B4-BE49-F238E27FC236}">
                    <a16:creationId xmlns:a16="http://schemas.microsoft.com/office/drawing/2014/main" id="{145747C3-BEC6-4C57-AFB0-B6A15F407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0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3002" name="Line 15">
                <a:extLst>
                  <a:ext uri="{FF2B5EF4-FFF2-40B4-BE49-F238E27FC236}">
                    <a16:creationId xmlns:a16="http://schemas.microsoft.com/office/drawing/2014/main" id="{E1320181-DB02-49FE-BF54-BA991B7A4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26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3003" name="Line 16">
                <a:extLst>
                  <a:ext uri="{FF2B5EF4-FFF2-40B4-BE49-F238E27FC236}">
                    <a16:creationId xmlns:a16="http://schemas.microsoft.com/office/drawing/2014/main" id="{434A29F5-63B2-4873-B6E3-C6633D4C6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16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3004" name="Arc 17">
                <a:extLst>
                  <a:ext uri="{FF2B5EF4-FFF2-40B4-BE49-F238E27FC236}">
                    <a16:creationId xmlns:a16="http://schemas.microsoft.com/office/drawing/2014/main" id="{B495798D-F5EF-4445-9C41-EE5BA1835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976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996" name="Text Box 50">
              <a:extLst>
                <a:ext uri="{FF2B5EF4-FFF2-40B4-BE49-F238E27FC236}">
                  <a16:creationId xmlns:a16="http://schemas.microsoft.com/office/drawing/2014/main" id="{BA1E6E6D-94BE-4C61-81C0-25B3056D6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2819"/>
              <a:ext cx="213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2997" name="Text Box 51">
              <a:extLst>
                <a:ext uri="{FF2B5EF4-FFF2-40B4-BE49-F238E27FC236}">
                  <a16:creationId xmlns:a16="http://schemas.microsoft.com/office/drawing/2014/main" id="{1CAA453F-C637-46CC-B894-19E171B0A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6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4" name="Group 68">
            <a:extLst>
              <a:ext uri="{FF2B5EF4-FFF2-40B4-BE49-F238E27FC236}">
                <a16:creationId xmlns:a16="http://schemas.microsoft.com/office/drawing/2014/main" id="{C2675568-4E88-4870-A1BC-C62BFF9C0732}"/>
              </a:ext>
            </a:extLst>
          </p:cNvPr>
          <p:cNvGrpSpPr>
            <a:grpSpLocks/>
          </p:cNvGrpSpPr>
          <p:nvPr/>
        </p:nvGrpSpPr>
        <p:grpSpPr bwMode="auto">
          <a:xfrm>
            <a:off x="2457450" y="3067050"/>
            <a:ext cx="1736725" cy="1089025"/>
            <a:chOff x="1670" y="2818"/>
            <a:chExt cx="1094" cy="686"/>
          </a:xfrm>
        </p:grpSpPr>
        <p:grpSp>
          <p:nvGrpSpPr>
            <p:cNvPr id="82983" name="Group 18">
              <a:extLst>
                <a:ext uri="{FF2B5EF4-FFF2-40B4-BE49-F238E27FC236}">
                  <a16:creationId xmlns:a16="http://schemas.microsoft.com/office/drawing/2014/main" id="{DAC3AD6F-E14B-4FC4-9690-E38CBEBEC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6" y="2954"/>
              <a:ext cx="1008" cy="385"/>
              <a:chOff x="1756" y="2112"/>
              <a:chExt cx="1008" cy="385"/>
            </a:xfrm>
          </p:grpSpPr>
          <p:sp>
            <p:nvSpPr>
              <p:cNvPr id="82986" name="Arc 19">
                <a:extLst>
                  <a:ext uri="{FF2B5EF4-FFF2-40B4-BE49-F238E27FC236}">
                    <a16:creationId xmlns:a16="http://schemas.microsoft.com/office/drawing/2014/main" id="{DB0E1204-4C67-43BA-B6D0-807C1650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6" y="2113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87" name="Arc 20">
                <a:extLst>
                  <a:ext uri="{FF2B5EF4-FFF2-40B4-BE49-F238E27FC236}">
                    <a16:creationId xmlns:a16="http://schemas.microsoft.com/office/drawing/2014/main" id="{B683539D-E999-46A0-9B67-AC6A144AE1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6" y="2112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88" name="Arc 21">
                <a:extLst>
                  <a:ext uri="{FF2B5EF4-FFF2-40B4-BE49-F238E27FC236}">
                    <a16:creationId xmlns:a16="http://schemas.microsoft.com/office/drawing/2014/main" id="{DDC08DF3-E239-4A8F-A732-5E2C8DB0072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996" y="2304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89" name="Line 22">
                <a:extLst>
                  <a:ext uri="{FF2B5EF4-FFF2-40B4-BE49-F238E27FC236}">
                    <a16:creationId xmlns:a16="http://schemas.microsoft.com/office/drawing/2014/main" id="{2D224F75-7A60-4803-B696-79FD6E7277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6" y="2208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90" name="Line 23">
                <a:extLst>
                  <a:ext uri="{FF2B5EF4-FFF2-40B4-BE49-F238E27FC236}">
                    <a16:creationId xmlns:a16="http://schemas.microsoft.com/office/drawing/2014/main" id="{0E0288B1-7790-45E9-B434-BD11F4648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6" y="240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91" name="Line 24">
                <a:extLst>
                  <a:ext uri="{FF2B5EF4-FFF2-40B4-BE49-F238E27FC236}">
                    <a16:creationId xmlns:a16="http://schemas.microsoft.com/office/drawing/2014/main" id="{6C2B8E9D-B99F-4AB0-97EA-39969DE53F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4" y="230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92" name="Arc 25">
                <a:extLst>
                  <a:ext uri="{FF2B5EF4-FFF2-40B4-BE49-F238E27FC236}">
                    <a16:creationId xmlns:a16="http://schemas.microsoft.com/office/drawing/2014/main" id="{06E382FF-3C5E-4E62-91A6-938E5BEEE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2112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93" name="Oval 26">
                <a:extLst>
                  <a:ext uri="{FF2B5EF4-FFF2-40B4-BE49-F238E27FC236}">
                    <a16:creationId xmlns:a16="http://schemas.microsoft.com/office/drawing/2014/main" id="{A5A874A9-8881-401E-9C54-D1D088EFB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216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94" name="Oval 27">
                <a:extLst>
                  <a:ext uri="{FF2B5EF4-FFF2-40B4-BE49-F238E27FC236}">
                    <a16:creationId xmlns:a16="http://schemas.microsoft.com/office/drawing/2014/main" id="{7427C8A1-857F-425A-9F62-2854C5284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235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984" name="Text Box 52">
              <a:extLst>
                <a:ext uri="{FF2B5EF4-FFF2-40B4-BE49-F238E27FC236}">
                  <a16:creationId xmlns:a16="http://schemas.microsoft.com/office/drawing/2014/main" id="{5BA85C2E-B0F0-4BCF-BA45-6799CF72B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0" y="2818"/>
              <a:ext cx="213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2985" name="Text Box 53">
              <a:extLst>
                <a:ext uri="{FF2B5EF4-FFF2-40B4-BE49-F238E27FC236}">
                  <a16:creationId xmlns:a16="http://schemas.microsoft.com/office/drawing/2014/main" id="{B5911B10-ACB7-4117-B094-A65F76B91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2" y="288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6" name="Group 69">
            <a:extLst>
              <a:ext uri="{FF2B5EF4-FFF2-40B4-BE49-F238E27FC236}">
                <a16:creationId xmlns:a16="http://schemas.microsoft.com/office/drawing/2014/main" id="{FABF36B7-5205-45C2-9961-BA5273225BDB}"/>
              </a:ext>
            </a:extLst>
          </p:cNvPr>
          <p:cNvGrpSpPr>
            <a:grpSpLocks/>
          </p:cNvGrpSpPr>
          <p:nvPr/>
        </p:nvGrpSpPr>
        <p:grpSpPr bwMode="auto">
          <a:xfrm>
            <a:off x="4611688" y="3067050"/>
            <a:ext cx="1828800" cy="1089025"/>
            <a:chOff x="2956" y="2818"/>
            <a:chExt cx="1152" cy="686"/>
          </a:xfrm>
        </p:grpSpPr>
        <p:grpSp>
          <p:nvGrpSpPr>
            <p:cNvPr id="82971" name="Group 28">
              <a:extLst>
                <a:ext uri="{FF2B5EF4-FFF2-40B4-BE49-F238E27FC236}">
                  <a16:creationId xmlns:a16="http://schemas.microsoft.com/office/drawing/2014/main" id="{74B1EB22-B21E-459A-B53E-D091831B3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3" y="2962"/>
              <a:ext cx="1008" cy="385"/>
              <a:chOff x="1680" y="2976"/>
              <a:chExt cx="1008" cy="385"/>
            </a:xfrm>
          </p:grpSpPr>
          <p:sp>
            <p:nvSpPr>
              <p:cNvPr id="82976" name="Arc 29">
                <a:extLst>
                  <a:ext uri="{FF2B5EF4-FFF2-40B4-BE49-F238E27FC236}">
                    <a16:creationId xmlns:a16="http://schemas.microsoft.com/office/drawing/2014/main" id="{BE7C9CDC-77FF-4597-9D5E-FD7B80B9C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977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7" name="Arc 30">
                <a:extLst>
                  <a:ext uri="{FF2B5EF4-FFF2-40B4-BE49-F238E27FC236}">
                    <a16:creationId xmlns:a16="http://schemas.microsoft.com/office/drawing/2014/main" id="{B41DBC4F-95F1-4586-9C4F-BAE586252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976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8" name="Arc 31">
                <a:extLst>
                  <a:ext uri="{FF2B5EF4-FFF2-40B4-BE49-F238E27FC236}">
                    <a16:creationId xmlns:a16="http://schemas.microsoft.com/office/drawing/2014/main" id="{7C1644A9-CD75-4A18-AEEF-C2204E24060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920" y="3168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9" name="Line 32">
                <a:extLst>
                  <a:ext uri="{FF2B5EF4-FFF2-40B4-BE49-F238E27FC236}">
                    <a16:creationId xmlns:a16="http://schemas.microsoft.com/office/drawing/2014/main" id="{6B8B9261-4811-45AB-98B1-46EBD88ED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0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80" name="Line 33">
                <a:extLst>
                  <a:ext uri="{FF2B5EF4-FFF2-40B4-BE49-F238E27FC236}">
                    <a16:creationId xmlns:a16="http://schemas.microsoft.com/office/drawing/2014/main" id="{2BE69FAB-0E6D-4BA2-A377-D72F8F87C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26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81" name="Line 34">
                <a:extLst>
                  <a:ext uri="{FF2B5EF4-FFF2-40B4-BE49-F238E27FC236}">
                    <a16:creationId xmlns:a16="http://schemas.microsoft.com/office/drawing/2014/main" id="{FD9DD78B-5D97-496E-A33E-B6BCECEC8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16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82" name="Arc 35">
                <a:extLst>
                  <a:ext uri="{FF2B5EF4-FFF2-40B4-BE49-F238E27FC236}">
                    <a16:creationId xmlns:a16="http://schemas.microsoft.com/office/drawing/2014/main" id="{8D3062F6-3F7A-463D-94FB-BF6918EF74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976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972" name="Oval 36">
              <a:extLst>
                <a:ext uri="{FF2B5EF4-FFF2-40B4-BE49-F238E27FC236}">
                  <a16:creationId xmlns:a16="http://schemas.microsoft.com/office/drawing/2014/main" id="{2EB8E94F-FC5A-48C0-8C9F-44450A2E7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011"/>
              <a:ext cx="96" cy="9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73" name="Oval 37">
              <a:extLst>
                <a:ext uri="{FF2B5EF4-FFF2-40B4-BE49-F238E27FC236}">
                  <a16:creationId xmlns:a16="http://schemas.microsoft.com/office/drawing/2014/main" id="{6A4863F8-0C0A-424D-B01F-4FF7D18DE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" y="3107"/>
              <a:ext cx="96" cy="9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74" name="Text Box 54">
              <a:extLst>
                <a:ext uri="{FF2B5EF4-FFF2-40B4-BE49-F238E27FC236}">
                  <a16:creationId xmlns:a16="http://schemas.microsoft.com/office/drawing/2014/main" id="{8288E3F3-78D8-4F62-AA2E-5DB52D189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6" y="2818"/>
              <a:ext cx="213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2975" name="Text Box 56">
              <a:extLst>
                <a:ext uri="{FF2B5EF4-FFF2-40B4-BE49-F238E27FC236}">
                  <a16:creationId xmlns:a16="http://schemas.microsoft.com/office/drawing/2014/main" id="{9263CA72-029E-40A1-A2D9-943662BE7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" y="289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8" name="Group 70">
            <a:extLst>
              <a:ext uri="{FF2B5EF4-FFF2-40B4-BE49-F238E27FC236}">
                <a16:creationId xmlns:a16="http://schemas.microsoft.com/office/drawing/2014/main" id="{9E5F279F-7263-48A4-99DB-02304471F909}"/>
              </a:ext>
            </a:extLst>
          </p:cNvPr>
          <p:cNvGrpSpPr>
            <a:grpSpLocks/>
          </p:cNvGrpSpPr>
          <p:nvPr/>
        </p:nvGrpSpPr>
        <p:grpSpPr bwMode="auto">
          <a:xfrm>
            <a:off x="6889750" y="3068638"/>
            <a:ext cx="1868488" cy="1089025"/>
            <a:chOff x="4247" y="2819"/>
            <a:chExt cx="1177" cy="686"/>
          </a:xfrm>
        </p:grpSpPr>
        <p:grpSp>
          <p:nvGrpSpPr>
            <p:cNvPr id="82959" name="Group 38">
              <a:extLst>
                <a:ext uri="{FF2B5EF4-FFF2-40B4-BE49-F238E27FC236}">
                  <a16:creationId xmlns:a16="http://schemas.microsoft.com/office/drawing/2014/main" id="{9C161A48-7031-4976-9406-C12CC0948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9" y="2962"/>
              <a:ext cx="1008" cy="385"/>
              <a:chOff x="1680" y="2976"/>
              <a:chExt cx="1008" cy="385"/>
            </a:xfrm>
          </p:grpSpPr>
          <p:sp>
            <p:nvSpPr>
              <p:cNvPr id="82964" name="Arc 39">
                <a:extLst>
                  <a:ext uri="{FF2B5EF4-FFF2-40B4-BE49-F238E27FC236}">
                    <a16:creationId xmlns:a16="http://schemas.microsoft.com/office/drawing/2014/main" id="{69121B42-E1E9-418E-8741-17E55D456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977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65" name="Arc 40">
                <a:extLst>
                  <a:ext uri="{FF2B5EF4-FFF2-40B4-BE49-F238E27FC236}">
                    <a16:creationId xmlns:a16="http://schemas.microsoft.com/office/drawing/2014/main" id="{43DF536E-B6B8-4573-9C21-A79E747AE2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976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66" name="Arc 41">
                <a:extLst>
                  <a:ext uri="{FF2B5EF4-FFF2-40B4-BE49-F238E27FC236}">
                    <a16:creationId xmlns:a16="http://schemas.microsoft.com/office/drawing/2014/main" id="{F4A3F01F-B285-4164-90A1-3237D893299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920" y="3168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67" name="Line 42">
                <a:extLst>
                  <a:ext uri="{FF2B5EF4-FFF2-40B4-BE49-F238E27FC236}">
                    <a16:creationId xmlns:a16="http://schemas.microsoft.com/office/drawing/2014/main" id="{63917CAE-1907-4E62-B561-AA4F05099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0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68" name="Line 43">
                <a:extLst>
                  <a:ext uri="{FF2B5EF4-FFF2-40B4-BE49-F238E27FC236}">
                    <a16:creationId xmlns:a16="http://schemas.microsoft.com/office/drawing/2014/main" id="{B63988FD-6E42-46F9-8486-1690FD2FF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26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69" name="Line 44">
                <a:extLst>
                  <a:ext uri="{FF2B5EF4-FFF2-40B4-BE49-F238E27FC236}">
                    <a16:creationId xmlns:a16="http://schemas.microsoft.com/office/drawing/2014/main" id="{92D1EE77-30E6-4EFF-BD62-CCF9C9C05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16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970" name="Arc 45">
                <a:extLst>
                  <a:ext uri="{FF2B5EF4-FFF2-40B4-BE49-F238E27FC236}">
                    <a16:creationId xmlns:a16="http://schemas.microsoft.com/office/drawing/2014/main" id="{E268E07E-BD75-4532-A4AF-B26990827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976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960" name="Oval 46">
              <a:extLst>
                <a:ext uri="{FF2B5EF4-FFF2-40B4-BE49-F238E27FC236}">
                  <a16:creationId xmlns:a16="http://schemas.microsoft.com/office/drawing/2014/main" id="{472051C4-664B-4B39-A213-6E8D13B9D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3203"/>
              <a:ext cx="96" cy="9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61" name="Oval 47">
              <a:extLst>
                <a:ext uri="{FF2B5EF4-FFF2-40B4-BE49-F238E27FC236}">
                  <a16:creationId xmlns:a16="http://schemas.microsoft.com/office/drawing/2014/main" id="{331E0D6C-7F1C-49D3-96EE-FFE8F2C4C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7" y="3107"/>
              <a:ext cx="96" cy="9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62" name="Text Box 55">
              <a:extLst>
                <a:ext uri="{FF2B5EF4-FFF2-40B4-BE49-F238E27FC236}">
                  <a16:creationId xmlns:a16="http://schemas.microsoft.com/office/drawing/2014/main" id="{F2053DD8-5ED3-4A7E-B287-2F48AF217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7" y="2819"/>
              <a:ext cx="213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2963" name="Text Box 57">
              <a:extLst>
                <a:ext uri="{FF2B5EF4-FFF2-40B4-BE49-F238E27FC236}">
                  <a16:creationId xmlns:a16="http://schemas.microsoft.com/office/drawing/2014/main" id="{D5DF1332-E428-4A31-B5AB-B49DC1DC4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2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</p:grpSp>
      <p:sp>
        <p:nvSpPr>
          <p:cNvPr id="86026" name="Text Box 58">
            <a:extLst>
              <a:ext uri="{FF2B5EF4-FFF2-40B4-BE49-F238E27FC236}">
                <a16:creationId xmlns:a16="http://schemas.microsoft.com/office/drawing/2014/main" id="{6EFD1BA9-0ED9-4ED5-B53E-0B700F5ED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4284663"/>
            <a:ext cx="1638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F=A’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  <a:sym typeface="Symbol" panose="05050102010706020507" pitchFamily="18" charset="2"/>
              </a:rPr>
              <a:t>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B’</a:t>
            </a:r>
            <a:endParaRPr lang="zh-CN" altLang="en-US"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86027" name="Text Box 59">
            <a:extLst>
              <a:ext uri="{FF2B5EF4-FFF2-40B4-BE49-F238E27FC236}">
                <a16:creationId xmlns:a16="http://schemas.microsoft.com/office/drawing/2014/main" id="{83319ECD-9FD0-477B-A95F-47A7B770B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84663"/>
            <a:ext cx="1962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F=(A’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  <a:sym typeface="Symbol" panose="05050102010706020507" pitchFamily="18" charset="2"/>
              </a:rPr>
              <a:t>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B)’</a:t>
            </a:r>
            <a:endParaRPr lang="zh-CN" altLang="en-US"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86028" name="Text Box 60">
            <a:extLst>
              <a:ext uri="{FF2B5EF4-FFF2-40B4-BE49-F238E27FC236}">
                <a16:creationId xmlns:a16="http://schemas.microsoft.com/office/drawing/2014/main" id="{0411CA7C-07AF-4BD1-9995-DD45CBCC1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988" y="4238625"/>
            <a:ext cx="1962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F=(A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  <a:sym typeface="Symbol" panose="05050102010706020507" pitchFamily="18" charset="2"/>
              </a:rPr>
              <a:t></a:t>
            </a:r>
            <a:r>
              <a:rPr lang="en-US" altLang="zh-CN">
                <a:latin typeface="Tahoma" panose="020B0604030504040204" pitchFamily="34" charset="0"/>
                <a:ea typeface="楷体_GB2312"/>
                <a:cs typeface="楷体_GB2312"/>
              </a:rPr>
              <a:t>B’)’</a:t>
            </a:r>
            <a:endParaRPr lang="zh-CN" altLang="en-US"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3" name="日期占位符 1">
            <a:extLst>
              <a:ext uri="{FF2B5EF4-FFF2-40B4-BE49-F238E27FC236}">
                <a16:creationId xmlns:a16="http://schemas.microsoft.com/office/drawing/2014/main" id="{FB8DB6C1-D680-19C7-6134-8177E0FEB03E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65666E34-85B8-16E0-2FE7-D006D6CE76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82</a:t>
            </a:fld>
            <a:endParaRPr lang="zh-CN" altLang="en-US" sz="1100" dirty="0"/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E6528DA5-4C3D-4F17-8078-BA2C9D1DB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42875"/>
            <a:ext cx="7772400" cy="627063"/>
          </a:xfrm>
        </p:spPr>
        <p:txBody>
          <a:bodyPr/>
          <a:lstStyle/>
          <a:p>
            <a:pPr eaLnBrk="1" hangingPunct="1"/>
            <a:r>
              <a:rPr lang="en-US" altLang="zh-CN" sz="3600"/>
              <a:t>Comparator design</a:t>
            </a:r>
            <a:endParaRPr lang="en-US" altLang="zh-CN" sz="2400"/>
          </a:p>
        </p:txBody>
      </p:sp>
      <p:sp>
        <p:nvSpPr>
          <p:cNvPr id="883715" name="Rectangle 3">
            <a:extLst>
              <a:ext uri="{FF2B5EF4-FFF2-40B4-BE49-F238E27FC236}">
                <a16:creationId xmlns:a16="http://schemas.microsoft.com/office/drawing/2014/main" id="{64D0275E-D175-4E81-A739-4A2E73C47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925" y="1312863"/>
            <a:ext cx="8820150" cy="162083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ts val="1200"/>
              </a:spcBef>
              <a:buFont typeface="Arial" charset="0"/>
              <a:buNone/>
              <a:defRPr/>
            </a:pPr>
            <a:r>
              <a:rPr lang="en-US" altLang="zh-CN" sz="3200" b="1" dirty="0">
                <a:solidFill>
                  <a:schemeClr val="accent2"/>
                </a:solidFill>
                <a:latin typeface="+mn-lt"/>
              </a:rPr>
              <a:t>Comparator</a:t>
            </a:r>
            <a:r>
              <a:rPr lang="en-US" altLang="zh-CN" sz="3200" b="1" dirty="0">
                <a:latin typeface="+mn-lt"/>
              </a:rPr>
              <a:t>: Check if two Binary words are equal</a:t>
            </a:r>
          </a:p>
          <a:p>
            <a:pPr eaLnBrk="1" hangingPunct="1">
              <a:lnSpc>
                <a:spcPct val="105000"/>
              </a:lnSpc>
              <a:spcBef>
                <a:spcPts val="1200"/>
              </a:spcBef>
              <a:buFont typeface="Arial" charset="0"/>
              <a:buNone/>
              <a:defRPr/>
            </a:pPr>
            <a:r>
              <a:rPr lang="en-US" altLang="zh-CN" sz="3200" b="1" dirty="0">
                <a:solidFill>
                  <a:schemeClr val="accent2"/>
                </a:solidFill>
                <a:latin typeface="+mn-lt"/>
              </a:rPr>
              <a:t>Magnitude Comparator</a:t>
            </a:r>
            <a:r>
              <a:rPr lang="en-US" altLang="zh-CN" sz="3200" b="1" dirty="0">
                <a:latin typeface="+mn-lt"/>
              </a:rPr>
              <a:t>: Compare their magnitude    		(Greater than, Equal, Less than)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E2CD7EC-6CF2-4D8C-8397-663722B17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3581400"/>
            <a:ext cx="83058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600" b="1">
                <a:solidFill>
                  <a:schemeClr val="hlink"/>
                </a:solidFill>
              </a:rPr>
              <a:t>How to build a 1-bit Comparator?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B19BA00-0254-482E-AD98-A997FD76547D}"/>
              </a:ext>
            </a:extLst>
          </p:cNvPr>
          <p:cNvGrpSpPr>
            <a:grpSpLocks/>
          </p:cNvGrpSpPr>
          <p:nvPr/>
        </p:nvGrpSpPr>
        <p:grpSpPr bwMode="auto">
          <a:xfrm>
            <a:off x="1360488" y="4818063"/>
            <a:ext cx="1951037" cy="860425"/>
            <a:chOff x="835" y="2949"/>
            <a:chExt cx="1229" cy="542"/>
          </a:xfrm>
        </p:grpSpPr>
        <p:grpSp>
          <p:nvGrpSpPr>
            <p:cNvPr id="83989" name="Group 5">
              <a:extLst>
                <a:ext uri="{FF2B5EF4-FFF2-40B4-BE49-F238E27FC236}">
                  <a16:creationId xmlns:a16="http://schemas.microsoft.com/office/drawing/2014/main" id="{C1D96053-E4FE-4CC8-AFDF-386929281E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3024"/>
              <a:ext cx="1008" cy="385"/>
              <a:chOff x="1680" y="2976"/>
              <a:chExt cx="1008" cy="385"/>
            </a:xfrm>
          </p:grpSpPr>
          <p:sp>
            <p:nvSpPr>
              <p:cNvPr id="83991" name="Arc 6">
                <a:extLst>
                  <a:ext uri="{FF2B5EF4-FFF2-40B4-BE49-F238E27FC236}">
                    <a16:creationId xmlns:a16="http://schemas.microsoft.com/office/drawing/2014/main" id="{4EF08F6A-6027-4F44-8550-45AB8612C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977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2" name="Arc 7">
                <a:extLst>
                  <a:ext uri="{FF2B5EF4-FFF2-40B4-BE49-F238E27FC236}">
                    <a16:creationId xmlns:a16="http://schemas.microsoft.com/office/drawing/2014/main" id="{0CABA27E-2BAA-40C3-A737-95FE7C5E4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976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3" name="Arc 8">
                <a:extLst>
                  <a:ext uri="{FF2B5EF4-FFF2-40B4-BE49-F238E27FC236}">
                    <a16:creationId xmlns:a16="http://schemas.microsoft.com/office/drawing/2014/main" id="{F69DB248-2E79-4DCD-9838-FCE7A0028AD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920" y="3168"/>
                <a:ext cx="528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4" name="Line 9">
                <a:extLst>
                  <a:ext uri="{FF2B5EF4-FFF2-40B4-BE49-F238E27FC236}">
                    <a16:creationId xmlns:a16="http://schemas.microsoft.com/office/drawing/2014/main" id="{114AACBF-DDC8-471E-9FBD-210BEC9FAB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0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3995" name="Line 10">
                <a:extLst>
                  <a:ext uri="{FF2B5EF4-FFF2-40B4-BE49-F238E27FC236}">
                    <a16:creationId xmlns:a16="http://schemas.microsoft.com/office/drawing/2014/main" id="{C857465B-856C-42BF-8244-16956356E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26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3996" name="Line 11">
                <a:extLst>
                  <a:ext uri="{FF2B5EF4-FFF2-40B4-BE49-F238E27FC236}">
                    <a16:creationId xmlns:a16="http://schemas.microsoft.com/office/drawing/2014/main" id="{62A80255-3B73-4AF2-840D-206C4F803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16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3997" name="Arc 12">
                <a:extLst>
                  <a:ext uri="{FF2B5EF4-FFF2-40B4-BE49-F238E27FC236}">
                    <a16:creationId xmlns:a16="http://schemas.microsoft.com/office/drawing/2014/main" id="{8F5A304E-F63B-4018-AA4E-9EAC484CE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976"/>
                <a:ext cx="96" cy="38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990" name="Text Box 13">
              <a:extLst>
                <a:ext uri="{FF2B5EF4-FFF2-40B4-BE49-F238E27FC236}">
                  <a16:creationId xmlns:a16="http://schemas.microsoft.com/office/drawing/2014/main" id="{E2C32C5A-C096-4B15-9E16-E19D73DDA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" y="2949"/>
              <a:ext cx="278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D07B8F03-93AD-4BB9-8D34-0930E35DB98D}"/>
              </a:ext>
            </a:extLst>
          </p:cNvPr>
          <p:cNvGrpSpPr>
            <a:grpSpLocks/>
          </p:cNvGrpSpPr>
          <p:nvPr/>
        </p:nvGrpSpPr>
        <p:grpSpPr bwMode="auto">
          <a:xfrm>
            <a:off x="5300663" y="4754563"/>
            <a:ext cx="2286000" cy="860425"/>
            <a:chOff x="2842" y="2757"/>
            <a:chExt cx="1334" cy="542"/>
          </a:xfrm>
        </p:grpSpPr>
        <p:sp>
          <p:nvSpPr>
            <p:cNvPr id="83980" name="Arc 16">
              <a:extLst>
                <a:ext uri="{FF2B5EF4-FFF2-40B4-BE49-F238E27FC236}">
                  <a16:creationId xmlns:a16="http://schemas.microsoft.com/office/drawing/2014/main" id="{B282B9AB-6DA3-4CA0-A808-709568708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833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1" name="Arc 17">
              <a:extLst>
                <a:ext uri="{FF2B5EF4-FFF2-40B4-BE49-F238E27FC236}">
                  <a16:creationId xmlns:a16="http://schemas.microsoft.com/office/drawing/2014/main" id="{727F1708-465F-4C93-8007-E0DDF9D19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832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2" name="Arc 18">
              <a:extLst>
                <a:ext uri="{FF2B5EF4-FFF2-40B4-BE49-F238E27FC236}">
                  <a16:creationId xmlns:a16="http://schemas.microsoft.com/office/drawing/2014/main" id="{B74F5D58-15E1-48B1-903B-876EAD48377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312" y="3024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3" name="Line 19">
              <a:extLst>
                <a:ext uri="{FF2B5EF4-FFF2-40B4-BE49-F238E27FC236}">
                  <a16:creationId xmlns:a16="http://schemas.microsoft.com/office/drawing/2014/main" id="{F33196B7-EE0E-4671-A3ED-C65BD9DD4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9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3984" name="Line 20">
              <a:extLst>
                <a:ext uri="{FF2B5EF4-FFF2-40B4-BE49-F238E27FC236}">
                  <a16:creationId xmlns:a16="http://schemas.microsoft.com/office/drawing/2014/main" id="{ECCA2E1E-B753-419C-8FA7-7E837100E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12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3985" name="Line 21">
              <a:extLst>
                <a:ext uri="{FF2B5EF4-FFF2-40B4-BE49-F238E27FC236}">
                  <a16:creationId xmlns:a16="http://schemas.microsoft.com/office/drawing/2014/main" id="{4BE2FE61-BB90-4A64-A1DD-03CDFEFD5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02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3986" name="Arc 22">
              <a:extLst>
                <a:ext uri="{FF2B5EF4-FFF2-40B4-BE49-F238E27FC236}">
                  <a16:creationId xmlns:a16="http://schemas.microsoft.com/office/drawing/2014/main" id="{7301C53C-248A-4499-9774-3C211EE49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832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7" name="Text Box 23">
              <a:extLst>
                <a:ext uri="{FF2B5EF4-FFF2-40B4-BE49-F238E27FC236}">
                  <a16:creationId xmlns:a16="http://schemas.microsoft.com/office/drawing/2014/main" id="{1FEAA585-E723-457E-8EFC-D794E6152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2757"/>
              <a:ext cx="278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83988" name="Oval 25">
              <a:extLst>
                <a:ext uri="{FF2B5EF4-FFF2-40B4-BE49-F238E27FC236}">
                  <a16:creationId xmlns:a16="http://schemas.microsoft.com/office/drawing/2014/main" id="{2023780E-0402-4C5C-996E-E53455F0F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97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Text Box 27">
            <a:extLst>
              <a:ext uri="{FF2B5EF4-FFF2-40B4-BE49-F238E27FC236}">
                <a16:creationId xmlns:a16="http://schemas.microsoft.com/office/drawing/2014/main" id="{FBFD3DD2-E28D-4371-9C50-AEEC44F1D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4841875"/>
            <a:ext cx="868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DIFF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7595175C-6769-4195-9A27-01FE4CBE5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4732338"/>
            <a:ext cx="62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EQ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3979" name="矩形 29">
            <a:extLst>
              <a:ext uri="{FF2B5EF4-FFF2-40B4-BE49-F238E27FC236}">
                <a16:creationId xmlns:a16="http://schemas.microsoft.com/office/drawing/2014/main" id="{DA1D07B8-0E3E-4A29-A4F4-B56F1F677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954088"/>
            <a:ext cx="11064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Chap4.9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" name="日期占位符 1">
            <a:extLst>
              <a:ext uri="{FF2B5EF4-FFF2-40B4-BE49-F238E27FC236}">
                <a16:creationId xmlns:a16="http://schemas.microsoft.com/office/drawing/2014/main" id="{003F4932-9119-DBAE-107D-E9552ACCA027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24FB4C7D-A056-28D9-D193-3F704D5A9C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83</a:t>
            </a:fld>
            <a:endParaRPr lang="zh-CN" altLang="en-US" sz="1100" dirty="0"/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B5745A-E07E-44F8-9533-AA6A14C174F8}"/>
              </a:ext>
            </a:extLst>
          </p:cNvPr>
          <p:cNvGrpSpPr>
            <a:grpSpLocks/>
          </p:cNvGrpSpPr>
          <p:nvPr/>
        </p:nvGrpSpPr>
        <p:grpSpPr bwMode="auto">
          <a:xfrm>
            <a:off x="654050" y="1724025"/>
            <a:ext cx="3440113" cy="2103438"/>
            <a:chOff x="1056" y="816"/>
            <a:chExt cx="3696" cy="1968"/>
          </a:xfrm>
        </p:grpSpPr>
        <p:sp>
          <p:nvSpPr>
            <p:cNvPr id="85056" name="Arc 3">
              <a:extLst>
                <a:ext uri="{FF2B5EF4-FFF2-40B4-BE49-F238E27FC236}">
                  <a16:creationId xmlns:a16="http://schemas.microsoft.com/office/drawing/2014/main" id="{9B50D925-FAFA-4732-A7DE-4B4F22E67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817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57" name="Arc 4">
              <a:extLst>
                <a:ext uri="{FF2B5EF4-FFF2-40B4-BE49-F238E27FC236}">
                  <a16:creationId xmlns:a16="http://schemas.microsoft.com/office/drawing/2014/main" id="{DD376235-43DB-445A-8F30-4C7BFBE7C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816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58" name="Arc 5">
              <a:extLst>
                <a:ext uri="{FF2B5EF4-FFF2-40B4-BE49-F238E27FC236}">
                  <a16:creationId xmlns:a16="http://schemas.microsoft.com/office/drawing/2014/main" id="{028F0650-FADB-4258-A281-91E939D8AFB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96" y="1008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59" name="Line 6">
              <a:extLst>
                <a:ext uri="{FF2B5EF4-FFF2-40B4-BE49-F238E27FC236}">
                  <a16:creationId xmlns:a16="http://schemas.microsoft.com/office/drawing/2014/main" id="{B4D47CDB-41CD-43ED-9286-ACD45C237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91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0" name="Line 7">
              <a:extLst>
                <a:ext uri="{FF2B5EF4-FFF2-40B4-BE49-F238E27FC236}">
                  <a16:creationId xmlns:a16="http://schemas.microsoft.com/office/drawing/2014/main" id="{06D55469-4D0A-4C98-B4BF-4DDB15948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10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1" name="Line 8">
              <a:extLst>
                <a:ext uri="{FF2B5EF4-FFF2-40B4-BE49-F238E27FC236}">
                  <a16:creationId xmlns:a16="http://schemas.microsoft.com/office/drawing/2014/main" id="{8444D754-3A10-4333-B946-F56E7B84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008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2" name="Arc 9">
              <a:extLst>
                <a:ext uri="{FF2B5EF4-FFF2-40B4-BE49-F238E27FC236}">
                  <a16:creationId xmlns:a16="http://schemas.microsoft.com/office/drawing/2014/main" id="{06451F27-4337-4291-9EB0-197D7047A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816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63" name="Arc 10">
              <a:extLst>
                <a:ext uri="{FF2B5EF4-FFF2-40B4-BE49-F238E27FC236}">
                  <a16:creationId xmlns:a16="http://schemas.microsoft.com/office/drawing/2014/main" id="{813EB6E6-E39D-478A-A4DE-E58B04B6F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1344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64" name="Arc 11">
              <a:extLst>
                <a:ext uri="{FF2B5EF4-FFF2-40B4-BE49-F238E27FC236}">
                  <a16:creationId xmlns:a16="http://schemas.microsoft.com/office/drawing/2014/main" id="{232B854D-CF0B-43CF-9D77-93C2464C8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1343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65" name="Arc 12">
              <a:extLst>
                <a:ext uri="{FF2B5EF4-FFF2-40B4-BE49-F238E27FC236}">
                  <a16:creationId xmlns:a16="http://schemas.microsoft.com/office/drawing/2014/main" id="{74B32021-3FD0-485A-9BE0-FBAA35004B8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96" y="1535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66" name="Line 13">
              <a:extLst>
                <a:ext uri="{FF2B5EF4-FFF2-40B4-BE49-F238E27FC236}">
                  <a16:creationId xmlns:a16="http://schemas.microsoft.com/office/drawing/2014/main" id="{D58ED8EB-50A3-4DCE-9D07-CBBCF44F2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439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7" name="Line 14">
              <a:extLst>
                <a:ext uri="{FF2B5EF4-FFF2-40B4-BE49-F238E27FC236}">
                  <a16:creationId xmlns:a16="http://schemas.microsoft.com/office/drawing/2014/main" id="{8120DF50-24E4-4441-978F-11F4E49AB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631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8" name="Line 15">
              <a:extLst>
                <a:ext uri="{FF2B5EF4-FFF2-40B4-BE49-F238E27FC236}">
                  <a16:creationId xmlns:a16="http://schemas.microsoft.com/office/drawing/2014/main" id="{7003E989-36C1-47E0-92BB-58AFF64B3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535"/>
              <a:ext cx="52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9" name="Arc 16">
              <a:extLst>
                <a:ext uri="{FF2B5EF4-FFF2-40B4-BE49-F238E27FC236}">
                  <a16:creationId xmlns:a16="http://schemas.microsoft.com/office/drawing/2014/main" id="{76BCA927-B42C-4B70-A922-8A09AF085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343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70" name="Arc 17">
              <a:extLst>
                <a:ext uri="{FF2B5EF4-FFF2-40B4-BE49-F238E27FC236}">
                  <a16:creationId xmlns:a16="http://schemas.microsoft.com/office/drawing/2014/main" id="{BE9C6F76-003A-4584-8B74-4A1F61E6F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1873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71" name="Arc 18">
              <a:extLst>
                <a:ext uri="{FF2B5EF4-FFF2-40B4-BE49-F238E27FC236}">
                  <a16:creationId xmlns:a16="http://schemas.microsoft.com/office/drawing/2014/main" id="{0E459585-B245-4B3F-82A3-ECE55DBB3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1872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72" name="Arc 19">
              <a:extLst>
                <a:ext uri="{FF2B5EF4-FFF2-40B4-BE49-F238E27FC236}">
                  <a16:creationId xmlns:a16="http://schemas.microsoft.com/office/drawing/2014/main" id="{3A38BBBB-995C-4D22-B040-AF2BCAAEC8F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96" y="2064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73" name="Line 20">
              <a:extLst>
                <a:ext uri="{FF2B5EF4-FFF2-40B4-BE49-F238E27FC236}">
                  <a16:creationId xmlns:a16="http://schemas.microsoft.com/office/drawing/2014/main" id="{0322F91C-F396-44E9-ADE3-243F00B07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96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4" name="Line 21">
              <a:extLst>
                <a:ext uri="{FF2B5EF4-FFF2-40B4-BE49-F238E27FC236}">
                  <a16:creationId xmlns:a16="http://schemas.microsoft.com/office/drawing/2014/main" id="{F3FF3750-6387-4DD6-A2DE-25185BE49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6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5" name="Line 22">
              <a:extLst>
                <a:ext uri="{FF2B5EF4-FFF2-40B4-BE49-F238E27FC236}">
                  <a16:creationId xmlns:a16="http://schemas.microsoft.com/office/drawing/2014/main" id="{F0846A5F-D575-4CC6-A603-D5F415989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064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6" name="Arc 23">
              <a:extLst>
                <a:ext uri="{FF2B5EF4-FFF2-40B4-BE49-F238E27FC236}">
                  <a16:creationId xmlns:a16="http://schemas.microsoft.com/office/drawing/2014/main" id="{EF44D728-0440-4BDA-832B-6E5C5A0D9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872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77" name="Arc 24">
              <a:extLst>
                <a:ext uri="{FF2B5EF4-FFF2-40B4-BE49-F238E27FC236}">
                  <a16:creationId xmlns:a16="http://schemas.microsoft.com/office/drawing/2014/main" id="{5B69D970-48B6-4D19-AE34-88101D877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400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78" name="Arc 25">
              <a:extLst>
                <a:ext uri="{FF2B5EF4-FFF2-40B4-BE49-F238E27FC236}">
                  <a16:creationId xmlns:a16="http://schemas.microsoft.com/office/drawing/2014/main" id="{BB32A41D-D1A7-4DEC-8AF1-696343F48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399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79" name="Arc 26">
              <a:extLst>
                <a:ext uri="{FF2B5EF4-FFF2-40B4-BE49-F238E27FC236}">
                  <a16:creationId xmlns:a16="http://schemas.microsoft.com/office/drawing/2014/main" id="{B60AF1FF-1956-4613-A9B4-42A09F53E58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96" y="2591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80" name="Line 27">
              <a:extLst>
                <a:ext uri="{FF2B5EF4-FFF2-40B4-BE49-F238E27FC236}">
                  <a16:creationId xmlns:a16="http://schemas.microsoft.com/office/drawing/2014/main" id="{4A3CFC8D-02F0-4130-B679-9FB530DF6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495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1" name="Line 28">
              <a:extLst>
                <a:ext uri="{FF2B5EF4-FFF2-40B4-BE49-F238E27FC236}">
                  <a16:creationId xmlns:a16="http://schemas.microsoft.com/office/drawing/2014/main" id="{726D90FF-D8B4-4363-A54D-18B74A7F2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687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2" name="Line 29">
              <a:extLst>
                <a:ext uri="{FF2B5EF4-FFF2-40B4-BE49-F238E27FC236}">
                  <a16:creationId xmlns:a16="http://schemas.microsoft.com/office/drawing/2014/main" id="{24BD4C33-8017-4DD8-A418-D790563A3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591"/>
              <a:ext cx="52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3" name="Arc 30">
              <a:extLst>
                <a:ext uri="{FF2B5EF4-FFF2-40B4-BE49-F238E27FC236}">
                  <a16:creationId xmlns:a16="http://schemas.microsoft.com/office/drawing/2014/main" id="{C43B6D66-6FE0-4591-9F7F-FBA9E0189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2399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84" name="Arc 31">
              <a:extLst>
                <a:ext uri="{FF2B5EF4-FFF2-40B4-BE49-F238E27FC236}">
                  <a16:creationId xmlns:a16="http://schemas.microsoft.com/office/drawing/2014/main" id="{86B5EA30-3466-4ECA-9CF1-3DEB24573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1248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85" name="Arc 32">
              <a:extLst>
                <a:ext uri="{FF2B5EF4-FFF2-40B4-BE49-F238E27FC236}">
                  <a16:creationId xmlns:a16="http://schemas.microsoft.com/office/drawing/2014/main" id="{9078D6E6-00F7-4982-BECD-5FB41199A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1247"/>
              <a:ext cx="57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86" name="Arc 33">
              <a:extLst>
                <a:ext uri="{FF2B5EF4-FFF2-40B4-BE49-F238E27FC236}">
                  <a16:creationId xmlns:a16="http://schemas.microsoft.com/office/drawing/2014/main" id="{557FD9F3-E881-4DC6-B449-6A90AE29FC0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92" y="1439"/>
              <a:ext cx="57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87" name="Line 34">
              <a:extLst>
                <a:ext uri="{FF2B5EF4-FFF2-40B4-BE49-F238E27FC236}">
                  <a16:creationId xmlns:a16="http://schemas.microsoft.com/office/drawing/2014/main" id="{757E8071-77C9-4AA3-8FBA-BB3634049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343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8" name="Line 35">
              <a:extLst>
                <a:ext uri="{FF2B5EF4-FFF2-40B4-BE49-F238E27FC236}">
                  <a16:creationId xmlns:a16="http://schemas.microsoft.com/office/drawing/2014/main" id="{CD486D76-52AA-4AF5-B158-24C037429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535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9" name="Line 36">
              <a:extLst>
                <a:ext uri="{FF2B5EF4-FFF2-40B4-BE49-F238E27FC236}">
                  <a16:creationId xmlns:a16="http://schemas.microsoft.com/office/drawing/2014/main" id="{FEC3EDBB-22DB-4A71-9512-44D887F77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39"/>
              <a:ext cx="33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0" name="Oval 37">
              <a:extLst>
                <a:ext uri="{FF2B5EF4-FFF2-40B4-BE49-F238E27FC236}">
                  <a16:creationId xmlns:a16="http://schemas.microsoft.com/office/drawing/2014/main" id="{D6C9520E-B429-437D-9991-F56C9D73B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391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091" name="Arc 38">
              <a:extLst>
                <a:ext uri="{FF2B5EF4-FFF2-40B4-BE49-F238E27FC236}">
                  <a16:creationId xmlns:a16="http://schemas.microsoft.com/office/drawing/2014/main" id="{847FE660-E097-44B4-AFF9-AC387651A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1968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92" name="Arc 39">
              <a:extLst>
                <a:ext uri="{FF2B5EF4-FFF2-40B4-BE49-F238E27FC236}">
                  <a16:creationId xmlns:a16="http://schemas.microsoft.com/office/drawing/2014/main" id="{3FDA92D2-A469-4924-B582-BD02864CB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1967"/>
              <a:ext cx="57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93" name="Arc 40">
              <a:extLst>
                <a:ext uri="{FF2B5EF4-FFF2-40B4-BE49-F238E27FC236}">
                  <a16:creationId xmlns:a16="http://schemas.microsoft.com/office/drawing/2014/main" id="{AD394711-6599-487E-B309-885618A8B82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92" y="2159"/>
              <a:ext cx="57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94" name="Line 41">
              <a:extLst>
                <a:ext uri="{FF2B5EF4-FFF2-40B4-BE49-F238E27FC236}">
                  <a16:creationId xmlns:a16="http://schemas.microsoft.com/office/drawing/2014/main" id="{40B1EFCC-78DF-4D04-847E-8169C0F66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063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5" name="Line 42">
              <a:extLst>
                <a:ext uri="{FF2B5EF4-FFF2-40B4-BE49-F238E27FC236}">
                  <a16:creationId xmlns:a16="http://schemas.microsoft.com/office/drawing/2014/main" id="{65AD921C-FDD3-42B6-8B96-FF3D52668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255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6" name="Line 43">
              <a:extLst>
                <a:ext uri="{FF2B5EF4-FFF2-40B4-BE49-F238E27FC236}">
                  <a16:creationId xmlns:a16="http://schemas.microsoft.com/office/drawing/2014/main" id="{8092B819-E6A7-469C-9D74-66665038B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59"/>
              <a:ext cx="33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7" name="Oval 44">
              <a:extLst>
                <a:ext uri="{FF2B5EF4-FFF2-40B4-BE49-F238E27FC236}">
                  <a16:creationId xmlns:a16="http://schemas.microsoft.com/office/drawing/2014/main" id="{23B48F2B-7A4F-42D0-BD24-DBC30E1DE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111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098" name="Arc 45">
              <a:extLst>
                <a:ext uri="{FF2B5EF4-FFF2-40B4-BE49-F238E27FC236}">
                  <a16:creationId xmlns:a16="http://schemas.microsoft.com/office/drawing/2014/main" id="{C815F07B-5D1E-4A18-8FFE-2756F68F1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585"/>
              <a:ext cx="144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99" name="Arc 46">
              <a:extLst>
                <a:ext uri="{FF2B5EF4-FFF2-40B4-BE49-F238E27FC236}">
                  <a16:creationId xmlns:a16="http://schemas.microsoft.com/office/drawing/2014/main" id="{9DA68748-9237-4CF2-A247-897027C5B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584"/>
              <a:ext cx="57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00" name="Arc 47">
              <a:extLst>
                <a:ext uri="{FF2B5EF4-FFF2-40B4-BE49-F238E27FC236}">
                  <a16:creationId xmlns:a16="http://schemas.microsoft.com/office/drawing/2014/main" id="{E4F47CA9-10B1-4DCD-9FB7-1FAA3BD2D17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36" y="1776"/>
              <a:ext cx="57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01" name="Line 48">
              <a:extLst>
                <a:ext uri="{FF2B5EF4-FFF2-40B4-BE49-F238E27FC236}">
                  <a16:creationId xmlns:a16="http://schemas.microsoft.com/office/drawing/2014/main" id="{A65CC0DD-0628-4D46-A080-B5399FA1D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68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2" name="Line 49">
              <a:extLst>
                <a:ext uri="{FF2B5EF4-FFF2-40B4-BE49-F238E27FC236}">
                  <a16:creationId xmlns:a16="http://schemas.microsoft.com/office/drawing/2014/main" id="{87263FD5-9E96-4C8D-9C0F-A91D04F94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3" name="Line 50">
              <a:extLst>
                <a:ext uri="{FF2B5EF4-FFF2-40B4-BE49-F238E27FC236}">
                  <a16:creationId xmlns:a16="http://schemas.microsoft.com/office/drawing/2014/main" id="{9FE9AD50-4A70-469B-9000-BEBECBAEA9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77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4" name="Oval 51">
              <a:extLst>
                <a:ext uri="{FF2B5EF4-FFF2-40B4-BE49-F238E27FC236}">
                  <a16:creationId xmlns:a16="http://schemas.microsoft.com/office/drawing/2014/main" id="{BE00B66F-FCEE-4D63-A814-FEEEE5703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33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105" name="Oval 52">
              <a:extLst>
                <a:ext uri="{FF2B5EF4-FFF2-40B4-BE49-F238E27FC236}">
                  <a16:creationId xmlns:a16="http://schemas.microsoft.com/office/drawing/2014/main" id="{36EE5B5C-AE43-4634-A368-978F467CD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825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106" name="Line 53">
              <a:extLst>
                <a:ext uri="{FF2B5EF4-FFF2-40B4-BE49-F238E27FC236}">
                  <a16:creationId xmlns:a16="http://schemas.microsoft.com/office/drawing/2014/main" id="{A0A9547E-D967-4071-9465-D0335DB2F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008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7" name="Line 54">
              <a:extLst>
                <a:ext uri="{FF2B5EF4-FFF2-40B4-BE49-F238E27FC236}">
                  <a16:creationId xmlns:a16="http://schemas.microsoft.com/office/drawing/2014/main" id="{FB045D1F-A5AE-4D6C-B83B-BA0D9332D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25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8" name="Line 55">
              <a:extLst>
                <a:ext uri="{FF2B5EF4-FFF2-40B4-BE49-F238E27FC236}">
                  <a16:creationId xmlns:a16="http://schemas.microsoft.com/office/drawing/2014/main" id="{CBB7E64E-D963-435D-A201-A124F8F1E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4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9" name="Line 56">
              <a:extLst>
                <a:ext uri="{FF2B5EF4-FFF2-40B4-BE49-F238E27FC236}">
                  <a16:creationId xmlns:a16="http://schemas.microsoft.com/office/drawing/2014/main" id="{37BF5988-7EA6-4DAD-A2A8-9A69FF727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873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4995" name="Rectangle 63">
            <a:extLst>
              <a:ext uri="{FF2B5EF4-FFF2-40B4-BE49-F238E27FC236}">
                <a16:creationId xmlns:a16="http://schemas.microsoft.com/office/drawing/2014/main" id="{BEEFAFAE-BB5F-437E-8F4F-D8304A91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142875"/>
            <a:ext cx="8207375" cy="631825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Exercise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6F65344-22A7-43A8-9F24-BFC10C19F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852488"/>
            <a:ext cx="8128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Please Build a N-bit Comparator with 1-bit comparator.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727ACE2-902A-4F09-ABD5-6281BFD68B64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4992688"/>
            <a:ext cx="2047875" cy="1092200"/>
            <a:chOff x="384" y="2448"/>
            <a:chExt cx="1584" cy="912"/>
          </a:xfrm>
        </p:grpSpPr>
        <p:sp>
          <p:nvSpPr>
            <p:cNvPr id="85051" name="Rectangle 4">
              <a:extLst>
                <a:ext uri="{FF2B5EF4-FFF2-40B4-BE49-F238E27FC236}">
                  <a16:creationId xmlns:a16="http://schemas.microsoft.com/office/drawing/2014/main" id="{9938609E-7E9D-4350-A183-43F6DA5FF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688"/>
              <a:ext cx="864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108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黑体" panose="02010609060101010101" pitchFamily="49" charset="-122"/>
                </a:rPr>
                <a:t>X      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黑体" panose="02010609060101010101" pitchFamily="49" charset="-122"/>
                </a:rPr>
                <a:t>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B05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EQI     EQO</a:t>
              </a:r>
            </a:p>
          </p:txBody>
        </p:sp>
        <p:sp>
          <p:nvSpPr>
            <p:cNvPr id="85052" name="Line 5">
              <a:extLst>
                <a:ext uri="{FF2B5EF4-FFF2-40B4-BE49-F238E27FC236}">
                  <a16:creationId xmlns:a16="http://schemas.microsoft.com/office/drawing/2014/main" id="{BDBD8701-95BD-4028-84C2-4875D6F0A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4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3" name="Line 6">
              <a:extLst>
                <a:ext uri="{FF2B5EF4-FFF2-40B4-BE49-F238E27FC236}">
                  <a16:creationId xmlns:a16="http://schemas.microsoft.com/office/drawing/2014/main" id="{8E9B8F6D-5A85-47ED-98DC-2332B78F2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4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4" name="Line 7">
              <a:extLst>
                <a:ext uri="{FF2B5EF4-FFF2-40B4-BE49-F238E27FC236}">
                  <a16:creationId xmlns:a16="http://schemas.microsoft.com/office/drawing/2014/main" id="{C0AA4687-5CB5-4796-A93A-AB0BB3B31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1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5" name="Line 8">
              <a:extLst>
                <a:ext uri="{FF2B5EF4-FFF2-40B4-BE49-F238E27FC236}">
                  <a16:creationId xmlns:a16="http://schemas.microsoft.com/office/drawing/2014/main" id="{03EA37C8-B867-4714-B348-C627BBBEA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168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F9570A2D-D305-4977-8414-06BEA5B5DE35}"/>
              </a:ext>
            </a:extLst>
          </p:cNvPr>
          <p:cNvGrpSpPr>
            <a:grpSpLocks/>
          </p:cNvGrpSpPr>
          <p:nvPr/>
        </p:nvGrpSpPr>
        <p:grpSpPr bwMode="auto">
          <a:xfrm>
            <a:off x="2187575" y="4756150"/>
            <a:ext cx="3389313" cy="369888"/>
            <a:chOff x="1751" y="2263"/>
            <a:chExt cx="2135" cy="233"/>
          </a:xfrm>
        </p:grpSpPr>
        <p:sp>
          <p:nvSpPr>
            <p:cNvPr id="85047" name="Text Box 12">
              <a:extLst>
                <a:ext uri="{FF2B5EF4-FFF2-40B4-BE49-F238E27FC236}">
                  <a16:creationId xmlns:a16="http://schemas.microsoft.com/office/drawing/2014/main" id="{E27B3C7A-DCE5-4F5D-A09C-5C165D7F8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1" y="2263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ahoma" panose="020B0604030504040204" pitchFamily="34" charset="0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>
                  <a:latin typeface="Tahoma" panose="020B060403050404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5048" name="Text Box 13">
              <a:extLst>
                <a:ext uri="{FF2B5EF4-FFF2-40B4-BE49-F238E27FC236}">
                  <a16:creationId xmlns:a16="http://schemas.microsoft.com/office/drawing/2014/main" id="{1DD65CF8-D32B-4059-B943-D93A415F6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6" y="2263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ahoma" panose="020B0604030504040204" pitchFamily="34" charset="0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>
                  <a:latin typeface="Tahoma" panose="020B060403050404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5049" name="Text Box 14">
              <a:extLst>
                <a:ext uri="{FF2B5EF4-FFF2-40B4-BE49-F238E27FC236}">
                  <a16:creationId xmlns:a16="http://schemas.microsoft.com/office/drawing/2014/main" id="{8500E848-D118-4E36-903D-A19D6CDC6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2263"/>
              <a:ext cx="3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ahoma" panose="020B0604030504040204" pitchFamily="34" charset="0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>
                  <a:latin typeface="Tahoma" panose="020B0604030504040204" pitchFamily="34" charset="0"/>
                  <a:ea typeface="黑体" panose="02010609060101010101" pitchFamily="49" charset="-122"/>
                </a:rPr>
                <a:t>N-1</a:t>
              </a:r>
            </a:p>
          </p:txBody>
        </p:sp>
        <p:sp>
          <p:nvSpPr>
            <p:cNvPr id="85050" name="Text Box 15">
              <a:extLst>
                <a:ext uri="{FF2B5EF4-FFF2-40B4-BE49-F238E27FC236}">
                  <a16:creationId xmlns:a16="http://schemas.microsoft.com/office/drawing/2014/main" id="{FA31EC57-97CF-4C54-9F3F-F227E2949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" y="2263"/>
              <a:ext cx="3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ahoma" panose="020B0604030504040204" pitchFamily="34" charset="0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>
                  <a:latin typeface="Tahoma" panose="020B0604030504040204" pitchFamily="34" charset="0"/>
                  <a:ea typeface="黑体" panose="02010609060101010101" pitchFamily="49" charset="-122"/>
                </a:rPr>
                <a:t>N-1</a:t>
              </a:r>
            </a:p>
          </p:txBody>
        </p:sp>
      </p:grpSp>
      <p:sp>
        <p:nvSpPr>
          <p:cNvPr id="91" name="Text Box 19">
            <a:extLst>
              <a:ext uri="{FF2B5EF4-FFF2-40B4-BE49-F238E27FC236}">
                <a16:creationId xmlns:a16="http://schemas.microsoft.com/office/drawing/2014/main" id="{027DD38F-DF77-43A7-92E9-23D8184CC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5565775"/>
            <a:ext cx="536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EQ</a:t>
            </a:r>
            <a:r>
              <a:rPr lang="en-US" altLang="zh-CN" sz="1600" baseline="-250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93" name="Text Box 21">
            <a:extLst>
              <a:ext uri="{FF2B5EF4-FFF2-40B4-BE49-F238E27FC236}">
                <a16:creationId xmlns:a16="http://schemas.microsoft.com/office/drawing/2014/main" id="{C4CE34BA-FBA3-4045-B160-1AFBF2855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35613"/>
            <a:ext cx="496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“</a:t>
            </a:r>
            <a:r>
              <a:rPr lang="zh-CN" altLang="en-US" sz="18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1</a:t>
            </a:r>
            <a:r>
              <a:rPr lang="en-US" altLang="zh-CN" sz="18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”</a:t>
            </a:r>
            <a:endParaRPr lang="zh-CN" altLang="en-US" sz="180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5" name="Group 22">
            <a:extLst>
              <a:ext uri="{FF2B5EF4-FFF2-40B4-BE49-F238E27FC236}">
                <a16:creationId xmlns:a16="http://schemas.microsoft.com/office/drawing/2014/main" id="{574AD3D8-5DC2-4BA5-9985-6D7D7A671D64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4959350"/>
            <a:ext cx="3422650" cy="1131888"/>
            <a:chOff x="1968" y="2410"/>
            <a:chExt cx="2817" cy="950"/>
          </a:xfrm>
        </p:grpSpPr>
        <p:sp>
          <p:nvSpPr>
            <p:cNvPr id="85037" name="Rectangle 23">
              <a:extLst>
                <a:ext uri="{FF2B5EF4-FFF2-40B4-BE49-F238E27FC236}">
                  <a16:creationId xmlns:a16="http://schemas.microsoft.com/office/drawing/2014/main" id="{1885711E-6492-4BDC-93C5-8A0AE9D22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688"/>
              <a:ext cx="864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108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黑体" panose="02010609060101010101" pitchFamily="49" charset="-122"/>
                </a:rPr>
                <a:t>X      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黑体" panose="02010609060101010101" pitchFamily="49" charset="-122"/>
                </a:rPr>
                <a:t>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B05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EQI    EQO</a:t>
              </a:r>
            </a:p>
          </p:txBody>
        </p:sp>
        <p:sp>
          <p:nvSpPr>
            <p:cNvPr id="85038" name="Line 24">
              <a:extLst>
                <a:ext uri="{FF2B5EF4-FFF2-40B4-BE49-F238E27FC236}">
                  <a16:creationId xmlns:a16="http://schemas.microsoft.com/office/drawing/2014/main" id="{BB2EA469-6432-4665-B3F2-28CCE1CA7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4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9" name="Line 25">
              <a:extLst>
                <a:ext uri="{FF2B5EF4-FFF2-40B4-BE49-F238E27FC236}">
                  <a16:creationId xmlns:a16="http://schemas.microsoft.com/office/drawing/2014/main" id="{7D21658C-3C97-4BD8-863B-4C81467AD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4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0" name="Rectangle 26">
              <a:extLst>
                <a:ext uri="{FF2B5EF4-FFF2-40B4-BE49-F238E27FC236}">
                  <a16:creationId xmlns:a16="http://schemas.microsoft.com/office/drawing/2014/main" id="{41C25696-04DE-4D14-9060-0EDE32926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2688"/>
              <a:ext cx="864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108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黑体" panose="02010609060101010101" pitchFamily="49" charset="-122"/>
                </a:rPr>
                <a:t>X      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黑体" panose="02010609060101010101" pitchFamily="49" charset="-122"/>
                </a:rPr>
                <a:t>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B05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EQI    EQO</a:t>
              </a:r>
            </a:p>
          </p:txBody>
        </p:sp>
        <p:sp>
          <p:nvSpPr>
            <p:cNvPr id="85041" name="Line 27">
              <a:extLst>
                <a:ext uri="{FF2B5EF4-FFF2-40B4-BE49-F238E27FC236}">
                  <a16:creationId xmlns:a16="http://schemas.microsoft.com/office/drawing/2014/main" id="{28906614-6C0F-446E-B6A3-A20782211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3" y="241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2" name="Line 28">
              <a:extLst>
                <a:ext uri="{FF2B5EF4-FFF2-40B4-BE49-F238E27FC236}">
                  <a16:creationId xmlns:a16="http://schemas.microsoft.com/office/drawing/2014/main" id="{53D010D1-F8B7-43E4-B280-C7D104A26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" y="241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3" name="Line 29">
              <a:extLst>
                <a:ext uri="{FF2B5EF4-FFF2-40B4-BE49-F238E27FC236}">
                  <a16:creationId xmlns:a16="http://schemas.microsoft.com/office/drawing/2014/main" id="{B4B91B14-A022-4B6B-B081-CED0ABDE2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0" y="3168"/>
              <a:ext cx="2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4" name="Line 30">
              <a:extLst>
                <a:ext uri="{FF2B5EF4-FFF2-40B4-BE49-F238E27FC236}">
                  <a16:creationId xmlns:a16="http://schemas.microsoft.com/office/drawing/2014/main" id="{BA92D538-B1E5-444D-A985-3120E0452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168"/>
              <a:ext cx="2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5" name="Line 31">
              <a:extLst>
                <a:ext uri="{FF2B5EF4-FFF2-40B4-BE49-F238E27FC236}">
                  <a16:creationId xmlns:a16="http://schemas.microsoft.com/office/drawing/2014/main" id="{FEA76BC8-E703-4676-A2EF-CDF538CCE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3203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6" name="Line 32">
              <a:extLst>
                <a:ext uri="{FF2B5EF4-FFF2-40B4-BE49-F238E27FC236}">
                  <a16:creationId xmlns:a16="http://schemas.microsoft.com/office/drawing/2014/main" id="{9930D23A-C74C-41C0-91F9-DEF326713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168"/>
              <a:ext cx="288" cy="0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31" name="Text Box 69">
            <a:extLst>
              <a:ext uri="{FF2B5EF4-FFF2-40B4-BE49-F238E27FC236}">
                <a16:creationId xmlns:a16="http://schemas.microsoft.com/office/drawing/2014/main" id="{53BB7328-CB37-4E3C-BFBA-551921A92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358900"/>
            <a:ext cx="4211637" cy="305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 The upper one is a parallel N-bit Comparator.  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  The lower one is a Serial N-bit Comparator.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The lower structure is cheaper but slower than the upper one.</a:t>
            </a:r>
          </a:p>
        </p:txBody>
      </p:sp>
      <p:grpSp>
        <p:nvGrpSpPr>
          <p:cNvPr id="6" name="Group 34">
            <a:extLst>
              <a:ext uri="{FF2B5EF4-FFF2-40B4-BE49-F238E27FC236}">
                <a16:creationId xmlns:a16="http://schemas.microsoft.com/office/drawing/2014/main" id="{0A50133C-5EF6-4347-9A5F-B0E4B3FE5ECB}"/>
              </a:ext>
            </a:extLst>
          </p:cNvPr>
          <p:cNvGrpSpPr>
            <a:grpSpLocks/>
          </p:cNvGrpSpPr>
          <p:nvPr/>
        </p:nvGrpSpPr>
        <p:grpSpPr bwMode="auto">
          <a:xfrm>
            <a:off x="6480175" y="5026025"/>
            <a:ext cx="1287463" cy="749300"/>
            <a:chOff x="720" y="864"/>
            <a:chExt cx="1248" cy="472"/>
          </a:xfrm>
        </p:grpSpPr>
        <p:sp>
          <p:nvSpPr>
            <p:cNvPr id="85028" name="Arc 35">
              <a:extLst>
                <a:ext uri="{FF2B5EF4-FFF2-40B4-BE49-F238E27FC236}">
                  <a16:creationId xmlns:a16="http://schemas.microsoft.com/office/drawing/2014/main" id="{0DFF7E2A-F45B-48CC-AC2A-9B82C283C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913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9" name="Arc 36">
              <a:extLst>
                <a:ext uri="{FF2B5EF4-FFF2-40B4-BE49-F238E27FC236}">
                  <a16:creationId xmlns:a16="http://schemas.microsoft.com/office/drawing/2014/main" id="{C87D6892-E045-448A-9C36-C4DB20D09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912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0" name="Arc 37">
              <a:extLst>
                <a:ext uri="{FF2B5EF4-FFF2-40B4-BE49-F238E27FC236}">
                  <a16:creationId xmlns:a16="http://schemas.microsoft.com/office/drawing/2014/main" id="{D126B041-784B-423F-B990-25A0ABCB68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00" y="1104"/>
              <a:ext cx="52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1" name="Line 38">
              <a:extLst>
                <a:ext uri="{FF2B5EF4-FFF2-40B4-BE49-F238E27FC236}">
                  <a16:creationId xmlns:a16="http://schemas.microsoft.com/office/drawing/2014/main" id="{2D0799F4-3B2B-4035-9942-E19B21D12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00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2" name="Line 39">
              <a:extLst>
                <a:ext uri="{FF2B5EF4-FFF2-40B4-BE49-F238E27FC236}">
                  <a16:creationId xmlns:a16="http://schemas.microsoft.com/office/drawing/2014/main" id="{7B986244-B166-4E20-916A-09EAC2C83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20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3" name="Line 40">
              <a:extLst>
                <a:ext uri="{FF2B5EF4-FFF2-40B4-BE49-F238E27FC236}">
                  <a16:creationId xmlns:a16="http://schemas.microsoft.com/office/drawing/2014/main" id="{8FADA319-5880-499C-80F3-E030A0444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10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4" name="Arc 41">
              <a:extLst>
                <a:ext uri="{FF2B5EF4-FFF2-40B4-BE49-F238E27FC236}">
                  <a16:creationId xmlns:a16="http://schemas.microsoft.com/office/drawing/2014/main" id="{33692658-7638-4A92-8A8C-F6A02F6FD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912"/>
              <a:ext cx="96" cy="38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5" name="Text Box 42">
              <a:extLst>
                <a:ext uri="{FF2B5EF4-FFF2-40B4-BE49-F238E27FC236}">
                  <a16:creationId xmlns:a16="http://schemas.microsoft.com/office/drawing/2014/main" id="{4B8B8604-6149-4569-A64C-CA1543F34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864"/>
              <a:ext cx="230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5036" name="Oval 44">
              <a:extLst>
                <a:ext uri="{FF2B5EF4-FFF2-40B4-BE49-F238E27FC236}">
                  <a16:creationId xmlns:a16="http://schemas.microsoft.com/office/drawing/2014/main" id="{CA4BAEBA-C2DA-494B-A914-85A0B9E9F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05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50">
            <a:extLst>
              <a:ext uri="{FF2B5EF4-FFF2-40B4-BE49-F238E27FC236}">
                <a16:creationId xmlns:a16="http://schemas.microsoft.com/office/drawing/2014/main" id="{ACF750D6-14D6-40E6-AEE9-3080D08A63D0}"/>
              </a:ext>
            </a:extLst>
          </p:cNvPr>
          <p:cNvGrpSpPr>
            <a:grpSpLocks/>
          </p:cNvGrpSpPr>
          <p:nvPr/>
        </p:nvGrpSpPr>
        <p:grpSpPr bwMode="auto">
          <a:xfrm>
            <a:off x="6507163" y="5229225"/>
            <a:ext cx="2430462" cy="877888"/>
            <a:chOff x="2239" y="1480"/>
            <a:chExt cx="2356" cy="553"/>
          </a:xfrm>
        </p:grpSpPr>
        <p:sp>
          <p:nvSpPr>
            <p:cNvPr id="85018" name="Arc 52">
              <a:extLst>
                <a:ext uri="{FF2B5EF4-FFF2-40B4-BE49-F238E27FC236}">
                  <a16:creationId xmlns:a16="http://schemas.microsoft.com/office/drawing/2014/main" id="{16758703-CF66-4945-8A47-819CB4EA7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1488"/>
              <a:ext cx="192" cy="384"/>
            </a:xfrm>
            <a:custGeom>
              <a:avLst/>
              <a:gdLst>
                <a:gd name="T0" fmla="*/ 0 w 21600"/>
                <a:gd name="T1" fmla="*/ 0 h 43193"/>
                <a:gd name="T2" fmla="*/ 0 w 21600"/>
                <a:gd name="T3" fmla="*/ 0 h 43193"/>
                <a:gd name="T4" fmla="*/ 0 w 21600"/>
                <a:gd name="T5" fmla="*/ 0 h 43193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93"/>
                <a:gd name="T11" fmla="*/ 21600 w 21600"/>
                <a:gd name="T12" fmla="*/ 43193 h 431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9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07"/>
                    <a:pt x="12272" y="42884"/>
                    <a:pt x="568" y="43192"/>
                  </a:cubicBezTo>
                </a:path>
                <a:path w="21600" h="4319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07"/>
                    <a:pt x="12272" y="42884"/>
                    <a:pt x="568" y="4319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9" name="Line 53">
              <a:extLst>
                <a:ext uri="{FF2B5EF4-FFF2-40B4-BE49-F238E27FC236}">
                  <a16:creationId xmlns:a16="http://schemas.microsoft.com/office/drawing/2014/main" id="{D83D2BE2-8D8D-4377-B16B-BDD65F211F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69" y="1488"/>
              <a:ext cx="28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0" name="Line 54">
              <a:extLst>
                <a:ext uri="{FF2B5EF4-FFF2-40B4-BE49-F238E27FC236}">
                  <a16:creationId xmlns:a16="http://schemas.microsoft.com/office/drawing/2014/main" id="{067768D3-3118-43C9-9D6D-1B40A2C5C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65" y="1872"/>
              <a:ext cx="28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1" name="Line 55">
              <a:extLst>
                <a:ext uri="{FF2B5EF4-FFF2-40B4-BE49-F238E27FC236}">
                  <a16:creationId xmlns:a16="http://schemas.microsoft.com/office/drawing/2014/main" id="{826F2E9B-1096-4AF3-BBFE-A16577781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1488"/>
              <a:ext cx="0" cy="3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2" name="Line 56">
              <a:extLst>
                <a:ext uri="{FF2B5EF4-FFF2-40B4-BE49-F238E27FC236}">
                  <a16:creationId xmlns:a16="http://schemas.microsoft.com/office/drawing/2014/main" id="{EC82D73F-91A5-4EB1-AD24-5044EC226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9" y="1680"/>
              <a:ext cx="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3" name="Line 57">
              <a:extLst>
                <a:ext uri="{FF2B5EF4-FFF2-40B4-BE49-F238E27FC236}">
                  <a16:creationId xmlns:a16="http://schemas.microsoft.com/office/drawing/2014/main" id="{A74B9F91-8829-47FA-B0E4-1926E43B5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7" y="1776"/>
              <a:ext cx="19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4" name="Line 58">
              <a:extLst>
                <a:ext uri="{FF2B5EF4-FFF2-40B4-BE49-F238E27FC236}">
                  <a16:creationId xmlns:a16="http://schemas.microsoft.com/office/drawing/2014/main" id="{6400A922-DDBB-4DAD-AAB4-60F6787BE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7" y="1776"/>
              <a:ext cx="0" cy="24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5" name="Line 59">
              <a:extLst>
                <a:ext uri="{FF2B5EF4-FFF2-40B4-BE49-F238E27FC236}">
                  <a16:creationId xmlns:a16="http://schemas.microsoft.com/office/drawing/2014/main" id="{16B32F30-7D92-491C-BD78-CF7E8E9C5E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1" y="2016"/>
              <a:ext cx="91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6" name="Text Box 60">
              <a:extLst>
                <a:ext uri="{FF2B5EF4-FFF2-40B4-BE49-F238E27FC236}">
                  <a16:creationId xmlns:a16="http://schemas.microsoft.com/office/drawing/2014/main" id="{89A31BAF-3CA3-4959-85D5-66D2D8A99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3" y="1480"/>
              <a:ext cx="62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EQO</a:t>
              </a:r>
              <a:endParaRPr lang="zh-CN" altLang="en-US" sz="16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027" name="Text Box 61">
              <a:extLst>
                <a:ext uri="{FF2B5EF4-FFF2-40B4-BE49-F238E27FC236}">
                  <a16:creationId xmlns:a16="http://schemas.microsoft.com/office/drawing/2014/main" id="{5CACB2AF-0011-4246-9848-68099BBB2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1820"/>
              <a:ext cx="52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EQI</a:t>
              </a:r>
              <a:endParaRPr lang="zh-CN" altLang="en-US" sz="16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4" name="Line 44">
            <a:extLst>
              <a:ext uri="{FF2B5EF4-FFF2-40B4-BE49-F238E27FC236}">
                <a16:creationId xmlns:a16="http://schemas.microsoft.com/office/drawing/2014/main" id="{9AB83FA9-0412-49CF-865A-E8C85E28EA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6000" y="3968750"/>
            <a:ext cx="0" cy="360363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5" name="Text Box 57">
            <a:extLst>
              <a:ext uri="{FF2B5EF4-FFF2-40B4-BE49-F238E27FC236}">
                <a16:creationId xmlns:a16="http://schemas.microsoft.com/office/drawing/2014/main" id="{E812429E-10EF-400C-8FB0-C4D629193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163" y="2597150"/>
            <a:ext cx="6969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DIFF</a:t>
            </a:r>
          </a:p>
        </p:txBody>
      </p:sp>
      <p:sp>
        <p:nvSpPr>
          <p:cNvPr id="266" name="Text Box 58">
            <a:extLst>
              <a:ext uri="{FF2B5EF4-FFF2-40B4-BE49-F238E27FC236}">
                <a16:creationId xmlns:a16="http://schemas.microsoft.com/office/drawing/2014/main" id="{590D8B5C-8A0A-4EF7-88A2-B43D1186C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673225"/>
            <a:ext cx="4794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B0</a:t>
            </a:r>
          </a:p>
        </p:txBody>
      </p:sp>
      <p:sp>
        <p:nvSpPr>
          <p:cNvPr id="267" name="Text Box 59">
            <a:extLst>
              <a:ext uri="{FF2B5EF4-FFF2-40B4-BE49-F238E27FC236}">
                <a16:creationId xmlns:a16="http://schemas.microsoft.com/office/drawing/2014/main" id="{65A223FC-B64C-4C9B-8DF7-FAF547517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2236788"/>
            <a:ext cx="47942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B1</a:t>
            </a:r>
          </a:p>
        </p:txBody>
      </p:sp>
      <p:sp>
        <p:nvSpPr>
          <p:cNvPr id="268" name="Text Box 60">
            <a:extLst>
              <a:ext uri="{FF2B5EF4-FFF2-40B4-BE49-F238E27FC236}">
                <a16:creationId xmlns:a16="http://schemas.microsoft.com/office/drawing/2014/main" id="{C0DC8F5D-0517-479E-8B3E-F296B9C92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2801938"/>
            <a:ext cx="4794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B2</a:t>
            </a:r>
          </a:p>
        </p:txBody>
      </p:sp>
      <p:sp>
        <p:nvSpPr>
          <p:cNvPr id="269" name="Text Box 61">
            <a:extLst>
              <a:ext uri="{FF2B5EF4-FFF2-40B4-BE49-F238E27FC236}">
                <a16:creationId xmlns:a16="http://schemas.microsoft.com/office/drawing/2014/main" id="{12B8DA39-908A-46F2-8585-842626454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3375025"/>
            <a:ext cx="4794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A3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B3</a:t>
            </a:r>
          </a:p>
        </p:txBody>
      </p:sp>
      <p:sp>
        <p:nvSpPr>
          <p:cNvPr id="271" name="Text Box 113">
            <a:extLst>
              <a:ext uri="{FF2B5EF4-FFF2-40B4-BE49-F238E27FC236}">
                <a16:creationId xmlns:a16="http://schemas.microsoft.com/office/drawing/2014/main" id="{A289FB17-0B6D-41A9-B856-C76E3C4CB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4373563"/>
            <a:ext cx="4625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Serial/Iterative/Daisy-chain structure</a:t>
            </a: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A846B28B-759A-4003-9F34-22F12D67F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473200"/>
            <a:ext cx="2932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Paraller/Tree Structure</a:t>
            </a:r>
            <a:endParaRPr lang="zh-CN" altLang="en-US" sz="20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" name="线形标注 3(带强调线) 275">
            <a:extLst>
              <a:ext uri="{FF2B5EF4-FFF2-40B4-BE49-F238E27FC236}">
                <a16:creationId xmlns:a16="http://schemas.microsoft.com/office/drawing/2014/main" id="{DDD0AF2A-5736-4751-A6C0-7AAD47C91D46}"/>
              </a:ext>
            </a:extLst>
          </p:cNvPr>
          <p:cNvSpPr/>
          <p:nvPr/>
        </p:nvSpPr>
        <p:spPr>
          <a:xfrm>
            <a:off x="5112060" y="4779150"/>
            <a:ext cx="1395155" cy="1440160"/>
          </a:xfrm>
          <a:prstGeom prst="accent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51563"/>
              <a:gd name="adj8" fmla="val -210415"/>
            </a:avLst>
          </a:prstGeom>
          <a:solidFill>
            <a:srgbClr val="FF0000">
              <a:alpha val="54000"/>
            </a:srgbClr>
          </a:solidFill>
          <a:ln>
            <a:solidFill>
              <a:srgbClr val="FF0000"/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77" name="Text Box 10">
            <a:extLst>
              <a:ext uri="{FF2B5EF4-FFF2-40B4-BE49-F238E27FC236}">
                <a16:creationId xmlns:a16="http://schemas.microsoft.com/office/drawing/2014/main" id="{40E13364-E583-4C0F-941D-D1C269CFB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4779963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ahoma" panose="020B0604030504040204" pitchFamily="34" charset="0"/>
                <a:ea typeface="黑体" panose="02010609060101010101" pitchFamily="49" charset="-122"/>
              </a:rPr>
              <a:t>A</a:t>
            </a:r>
            <a:r>
              <a:rPr lang="en-US" altLang="zh-CN" sz="1800" b="1" baseline="-25000">
                <a:latin typeface="Tahoma" panose="020B0604030504040204" pitchFamily="34" charset="0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278" name="Text Box 11">
            <a:extLst>
              <a:ext uri="{FF2B5EF4-FFF2-40B4-BE49-F238E27FC236}">
                <a16:creationId xmlns:a16="http://schemas.microsoft.com/office/drawing/2014/main" id="{2C19BDBE-4218-4FE2-88CB-B70141B6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4756150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ahoma" panose="020B060403050404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800" b="1" baseline="-25000">
                <a:latin typeface="Tahoma" panose="020B0604030504040204" pitchFamily="34" charset="0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" name="日期占位符 1">
            <a:extLst>
              <a:ext uri="{FF2B5EF4-FFF2-40B4-BE49-F238E27FC236}">
                <a16:creationId xmlns:a16="http://schemas.microsoft.com/office/drawing/2014/main" id="{A1C09855-D596-D48D-E09D-959D4EAC4B7F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2332366A-53EA-392B-4E03-EFF973075B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84</a:t>
            </a:fld>
            <a:endParaRPr lang="zh-CN" altLang="en-US" sz="1100" dirty="0"/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9EB6E-731B-5023-69F8-485C17CB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>
            <a:extLst>
              <a:ext uri="{FF2B5EF4-FFF2-40B4-BE49-F238E27FC236}">
                <a16:creationId xmlns:a16="http://schemas.microsoft.com/office/drawing/2014/main" id="{91B43C01-CE21-3537-B72B-D8EDBDC26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938"/>
            <a:ext cx="9144000" cy="762000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Examples for Combinational </a:t>
            </a:r>
            <a:r>
              <a:rPr lang="en-US" altLang="zh-CN" sz="2800" dirty="0">
                <a:cs typeface="+mn-cs"/>
              </a:rPr>
              <a:t>Digital Circuit Design</a:t>
            </a:r>
          </a:p>
        </p:txBody>
      </p:sp>
      <p:sp>
        <p:nvSpPr>
          <p:cNvPr id="68612" name="灯片编号占位符 2">
            <a:extLst>
              <a:ext uri="{FF2B5EF4-FFF2-40B4-BE49-F238E27FC236}">
                <a16:creationId xmlns:a16="http://schemas.microsoft.com/office/drawing/2014/main" id="{444599C2-441E-DAED-B7FD-B12054F5DA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E02DF176-34E9-4DCA-9955-D7805E3B7235}" type="slidenum">
              <a:rPr lang="zh-CN" altLang="en-US" sz="1100"/>
              <a:pPr/>
              <a:t>85</a:t>
            </a:fld>
            <a:endParaRPr lang="zh-CN" altLang="en-US" sz="11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E1E2E9-68A5-D7EC-517F-DC9D77A7B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25020"/>
            <a:ext cx="7818166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Multiplexer/Demultiplexer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Decoder/ Encoder  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latin typeface="Arial" panose="020B0604020202020204" pitchFamily="34" charset="0"/>
                <a:ea typeface="宋体" panose="02010600030101010101" pitchFamily="2" charset="-122"/>
              </a:rPr>
              <a:t>  Parity Generator/Checker</a:t>
            </a:r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Char char="Ø"/>
            </a:pPr>
            <a:r>
              <a:rPr lang="en-US" altLang="zh-CN" sz="4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Operator</a:t>
            </a:r>
            <a:endParaRPr lang="zh-CN" altLang="en-US" sz="4400" b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D1B684-F945-9DE9-A516-CE16B4BAF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245" y="1234357"/>
            <a:ext cx="21859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Chap1.3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1.4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4.2</a:t>
            </a:r>
            <a:endParaRPr lang="zh-CN" altLang="en-US" sz="1600" b="1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90E65B-2152-F88D-9233-4A8DA2C6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303" y="2528900"/>
            <a:ext cx="11049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Chap4.7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C89850-C344-56AB-38AF-B28836331357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B9056B3A-D211-C3AC-65D3-F3C3D6EA1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5112584"/>
            <a:ext cx="1598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Chap4.3</a:t>
            </a:r>
            <a:r>
              <a:rPr lang="zh-CN" alt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4.5</a:t>
            </a:r>
            <a:endParaRPr lang="zh-CN" altLang="en-US" sz="1600" b="1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934586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133">
            <a:extLst>
              <a:ext uri="{FF2B5EF4-FFF2-40B4-BE49-F238E27FC236}">
                <a16:creationId xmlns:a16="http://schemas.microsoft.com/office/drawing/2014/main" id="{6FD64915-4851-4869-93F2-2E1E4651C0A3}"/>
              </a:ext>
            </a:extLst>
          </p:cNvPr>
          <p:cNvSpPr txBox="1"/>
          <p:nvPr/>
        </p:nvSpPr>
        <p:spPr>
          <a:xfrm>
            <a:off x="6338595" y="3968554"/>
            <a:ext cx="2729399" cy="1809051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wrap="square" lIns="91438" tIns="45719" rIns="91438" bIns="45719" anchor="ctr" anchorCtr="0">
            <a:noAutofit/>
          </a:bodyPr>
          <a:lstStyle/>
          <a:p>
            <a:pPr algn="just">
              <a:defRPr/>
            </a:pPr>
            <a:r>
              <a:rPr lang="en-US" sz="1100" b="1" kern="100" dirty="0">
                <a:solidFill>
                  <a:srgbClr val="7030A0"/>
                </a:solidFill>
                <a:cs typeface="Times New Roman" panose="02020603050405020304" pitchFamily="18" charset="0"/>
              </a:rPr>
              <a:t>module </a:t>
            </a:r>
            <a:r>
              <a:rPr lang="en-US" sz="1100" b="1" kern="1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Add_full</a:t>
            </a:r>
            <a:r>
              <a:rPr lang="en-US" sz="1100" b="1" kern="100" dirty="0">
                <a:solidFill>
                  <a:srgbClr val="7030A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100" b="1" kern="1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c_out,sum,a,b,</a:t>
            </a:r>
            <a:r>
              <a:rPr lang="en-US" altLang="zh-CN" sz="1100" b="1" kern="1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c_in</a:t>
            </a:r>
            <a:r>
              <a:rPr lang="en-US" sz="1100" b="1" kern="100" dirty="0">
                <a:solidFill>
                  <a:srgbClr val="7030A0"/>
                </a:solidFill>
                <a:cs typeface="Times New Roman" panose="02020603050405020304" pitchFamily="18" charset="0"/>
              </a:rPr>
              <a:t>);</a:t>
            </a:r>
            <a:endParaRPr lang="zh-CN" altLang="en-US" sz="1100" b="1" kern="1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indent="266687" algn="just">
              <a:spcBef>
                <a:spcPts val="600"/>
              </a:spcBef>
              <a:defRPr/>
            </a:pPr>
            <a:endParaRPr lang="en-US" altLang="zh-CN" sz="1100" b="1" kern="1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indent="266687" algn="just">
              <a:spcBef>
                <a:spcPts val="600"/>
              </a:spcBef>
              <a:defRPr/>
            </a:pPr>
            <a:endParaRPr lang="en-US" altLang="zh-CN" sz="1100" b="1" kern="1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indent="266687" algn="just">
              <a:spcBef>
                <a:spcPts val="600"/>
              </a:spcBef>
              <a:defRPr/>
            </a:pPr>
            <a:endParaRPr lang="en-US" altLang="zh-CN" sz="1100" b="1" kern="1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indent="266687" algn="just">
              <a:spcBef>
                <a:spcPts val="600"/>
              </a:spcBef>
              <a:defRPr/>
            </a:pPr>
            <a:endParaRPr lang="en-US" altLang="zh-CN" sz="1100" b="1" kern="1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indent="266687" algn="just">
              <a:spcBef>
                <a:spcPts val="600"/>
              </a:spcBef>
              <a:defRPr/>
            </a:pPr>
            <a:endParaRPr lang="zh-CN" altLang="en-US" sz="1100" b="1" kern="1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defRPr/>
            </a:pPr>
            <a:r>
              <a:rPr lang="en-US" sz="1100" b="1" kern="1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endmodule</a:t>
            </a:r>
            <a:endParaRPr lang="zh-CN" altLang="en-US" sz="1100" b="1" kern="100" dirty="0">
              <a:solidFill>
                <a:srgbClr val="7030A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9946" y="2280896"/>
            <a:ext cx="1209676" cy="88162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en-US" altLang="zh-CN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CO=</a:t>
            </a:r>
            <a:r>
              <a:rPr lang="en-US" altLang="zh-CN" sz="105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XY</a:t>
            </a:r>
            <a:endParaRPr lang="zh-CN" altLang="zh-CN" sz="105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CN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S=X’ </a:t>
            </a:r>
            <a:r>
              <a:rPr lang="en-US" altLang="zh-CN" sz="105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Y+XY</a:t>
            </a:r>
            <a:r>
              <a:rPr lang="en-US" altLang="zh-CN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CN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=X</a:t>
            </a:r>
            <a:r>
              <a:rPr lang="zh-CN" altLang="zh-CN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⊕</a:t>
            </a:r>
            <a:r>
              <a:rPr lang="en-US" altLang="zh-CN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endParaRPr lang="zh-CN" altLang="zh-CN" sz="105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zh-CN" b="1" dirty="0"/>
          </a:p>
        </p:txBody>
      </p:sp>
      <p:graphicFrame>
        <p:nvGraphicFramePr>
          <p:cNvPr id="6" name="内容占位符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3534857"/>
              </p:ext>
            </p:extLst>
          </p:nvPr>
        </p:nvGraphicFramePr>
        <p:xfrm>
          <a:off x="2402455" y="1931918"/>
          <a:ext cx="1622145" cy="14949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45">
                  <a:extLst>
                    <a:ext uri="{9D8B030D-6E8A-4147-A177-3AD203B41FA5}">
                      <a16:colId xmlns:a16="http://schemas.microsoft.com/office/drawing/2014/main" val="3821623004"/>
                    </a:ext>
                  </a:extLst>
                </a:gridCol>
                <a:gridCol w="387392">
                  <a:extLst>
                    <a:ext uri="{9D8B030D-6E8A-4147-A177-3AD203B41FA5}">
                      <a16:colId xmlns:a16="http://schemas.microsoft.com/office/drawing/2014/main" val="2992885773"/>
                    </a:ext>
                  </a:extLst>
                </a:gridCol>
                <a:gridCol w="303260">
                  <a:extLst>
                    <a:ext uri="{9D8B030D-6E8A-4147-A177-3AD203B41FA5}">
                      <a16:colId xmlns:a16="http://schemas.microsoft.com/office/drawing/2014/main" val="641816886"/>
                    </a:ext>
                  </a:extLst>
                </a:gridCol>
                <a:gridCol w="405748">
                  <a:extLst>
                    <a:ext uri="{9D8B030D-6E8A-4147-A177-3AD203B41FA5}">
                      <a16:colId xmlns:a16="http://schemas.microsoft.com/office/drawing/2014/main" val="2247996248"/>
                    </a:ext>
                  </a:extLst>
                </a:gridCol>
              </a:tblGrid>
              <a:tr h="31472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</a:rPr>
                        <a:t>half adder </a:t>
                      </a:r>
                      <a:r>
                        <a:rPr lang="zh-CN" altLang="zh-CN" sz="1200" kern="100" dirty="0">
                          <a:effectLst/>
                        </a:rPr>
                        <a:t>半加器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397717"/>
                  </a:ext>
                </a:extLst>
              </a:tr>
              <a:tr h="2360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</a:t>
                      </a:r>
                      <a:r>
                        <a:rPr lang="en-US" sz="1200" kern="100" baseline="-25000">
                          <a:effectLst/>
                        </a:rPr>
                        <a:t>O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105749727"/>
                  </a:ext>
                </a:extLst>
              </a:tr>
              <a:tr h="2360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046273958"/>
                  </a:ext>
                </a:extLst>
              </a:tr>
              <a:tr h="2360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108401135"/>
                  </a:ext>
                </a:extLst>
              </a:tr>
              <a:tr h="2360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422125469"/>
                  </a:ext>
                </a:extLst>
              </a:tr>
              <a:tr h="2360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632276344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3353807" y="1939198"/>
            <a:ext cx="3900488" cy="1373175"/>
          </a:xfrm>
          <a:prstGeom prst="rect">
            <a:avLst/>
          </a:prstGeom>
          <a:ln>
            <a:noFill/>
          </a:ln>
        </p:spPr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381244"/>
              </p:ext>
            </p:extLst>
          </p:nvPr>
        </p:nvGraphicFramePr>
        <p:xfrm>
          <a:off x="2497832" y="3874371"/>
          <a:ext cx="1754560" cy="21719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0617">
                  <a:extLst>
                    <a:ext uri="{9D8B030D-6E8A-4147-A177-3AD203B41FA5}">
                      <a16:colId xmlns:a16="http://schemas.microsoft.com/office/drawing/2014/main" val="2854222624"/>
                    </a:ext>
                  </a:extLst>
                </a:gridCol>
                <a:gridCol w="332044">
                  <a:extLst>
                    <a:ext uri="{9D8B030D-6E8A-4147-A177-3AD203B41FA5}">
                      <a16:colId xmlns:a16="http://schemas.microsoft.com/office/drawing/2014/main" val="4185984374"/>
                    </a:ext>
                  </a:extLst>
                </a:gridCol>
                <a:gridCol w="469640">
                  <a:extLst>
                    <a:ext uri="{9D8B030D-6E8A-4147-A177-3AD203B41FA5}">
                      <a16:colId xmlns:a16="http://schemas.microsoft.com/office/drawing/2014/main" val="3983243542"/>
                    </a:ext>
                  </a:extLst>
                </a:gridCol>
                <a:gridCol w="280136">
                  <a:extLst>
                    <a:ext uri="{9D8B030D-6E8A-4147-A177-3AD203B41FA5}">
                      <a16:colId xmlns:a16="http://schemas.microsoft.com/office/drawing/2014/main" val="180626581"/>
                    </a:ext>
                  </a:extLst>
                </a:gridCol>
                <a:gridCol w="252123">
                  <a:extLst>
                    <a:ext uri="{9D8B030D-6E8A-4147-A177-3AD203B41FA5}">
                      <a16:colId xmlns:a16="http://schemas.microsoft.com/office/drawing/2014/main" val="3721030321"/>
                    </a:ext>
                  </a:extLst>
                </a:gridCol>
              </a:tblGrid>
              <a:tr h="286859">
                <a:tc grid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</a:rPr>
                        <a:t>full adder </a:t>
                      </a:r>
                      <a:r>
                        <a:rPr lang="zh-CN" altLang="zh-CN" sz="1200" kern="100" dirty="0">
                          <a:effectLst/>
                        </a:rPr>
                        <a:t>全加器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48115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C</a:t>
                      </a:r>
                      <a:r>
                        <a:rPr lang="en-US" sz="1200" kern="100" baseline="-25000" dirty="0">
                          <a:effectLst/>
                        </a:rPr>
                        <a:t>O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67703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388053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570745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21528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998431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768692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1073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261424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513795"/>
                  </a:ext>
                </a:extLst>
              </a:tr>
            </a:tbl>
          </a:graphicData>
        </a:graphic>
      </p:graphicFrame>
      <p:sp>
        <p:nvSpPr>
          <p:cNvPr id="58" name="矩形 57">
            <a:extLst>
              <a:ext uri="{FF2B5EF4-FFF2-40B4-BE49-F238E27FC236}">
                <a16:creationId xmlns:a16="http://schemas.microsoft.com/office/drawing/2014/main" id="{B898BA23-53AE-4A37-9263-0144C5939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" y="1203642"/>
            <a:ext cx="1176891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en-US" altLang="zh-CN" sz="1200" b="1" u="sng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Symbol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CN" altLang="en-US" sz="1200" b="1" u="sng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逻辑符号</a:t>
            </a:r>
            <a:endParaRPr lang="en-US" altLang="zh-CN" sz="1200" b="1" u="sng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Box 71">
            <a:extLst>
              <a:ext uri="{FF2B5EF4-FFF2-40B4-BE49-F238E27FC236}">
                <a16:creationId xmlns:a16="http://schemas.microsoft.com/office/drawing/2014/main" id="{7BB05A0F-2458-4901-9D41-725CF4C55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584" y="1180169"/>
            <a:ext cx="1452808" cy="44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zh-CN" sz="1200" b="1" u="sng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  <a:p>
            <a:pPr algn="ctr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1200" b="1" u="sng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真值表</a:t>
            </a:r>
            <a:endParaRPr lang="en-US" altLang="zh-CN" sz="1200" b="1" u="sng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Box 71">
            <a:extLst>
              <a:ext uri="{FF2B5EF4-FFF2-40B4-BE49-F238E27FC236}">
                <a16:creationId xmlns:a16="http://schemas.microsoft.com/office/drawing/2014/main" id="{3B1E74F7-2D93-42C7-8908-AC83C8133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0367" y="1157515"/>
            <a:ext cx="1606798" cy="44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200" b="1" u="sng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Function</a:t>
            </a:r>
          </a:p>
          <a:p>
            <a:pPr algn="ctr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1200" b="1" u="sng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逻辑表达式</a:t>
            </a:r>
            <a:endParaRPr lang="en-US" altLang="zh-CN" sz="1200" b="1" u="sng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CFE2931-CF22-4B20-8AC7-388F2667A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025" y="1160709"/>
            <a:ext cx="1443038" cy="44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pPr marL="0" lvl="1" algn="ctr" eaLnBrk="1" hangingPunct="1">
              <a:lnSpc>
                <a:spcPct val="95000"/>
              </a:lnSpc>
            </a:pPr>
            <a:r>
              <a:rPr lang="en-US" altLang="zh-CN" sz="1200" b="1" u="sng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Verilog code</a:t>
            </a:r>
          </a:p>
          <a:p>
            <a:pPr marL="0" lvl="1" algn="ctr" eaLnBrk="1" hangingPunct="1">
              <a:lnSpc>
                <a:spcPct val="95000"/>
              </a:lnSpc>
            </a:pPr>
            <a:r>
              <a:rPr lang="en-US" altLang="zh-CN" sz="1200" b="1" u="sng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HDL</a:t>
            </a:r>
            <a:r>
              <a:rPr lang="zh-CN" altLang="en-US" sz="1200" b="1" u="sng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</a:t>
            </a:r>
            <a:endParaRPr lang="en-US" altLang="zh-CN" sz="1200" b="1" u="sng" dirty="0">
              <a:solidFill>
                <a:srgbClr val="0033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19">
            <a:extLst>
              <a:ext uri="{FF2B5EF4-FFF2-40B4-BE49-F238E27FC236}">
                <a16:creationId xmlns:a16="http://schemas.microsoft.com/office/drawing/2014/main" id="{0FA88562-B358-4C3E-BCA5-5AC97EDA2655}"/>
              </a:ext>
            </a:extLst>
          </p:cNvPr>
          <p:cNvSpPr txBox="1"/>
          <p:nvPr/>
        </p:nvSpPr>
        <p:spPr>
          <a:xfrm>
            <a:off x="6262285" y="2050587"/>
            <a:ext cx="2735265" cy="128257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wrap="square" lIns="91438" tIns="45719" rIns="91438" bIns="45719" anchor="ctr" anchorCtr="0">
            <a:no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 b="1" kern="100">
                <a:solidFill>
                  <a:srgbClr val="000000"/>
                </a:solidFill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</a:rPr>
              <a:t>module  </a:t>
            </a:r>
            <a:r>
              <a:rPr lang="en-US" dirty="0" err="1">
                <a:solidFill>
                  <a:srgbClr val="7030A0"/>
                </a:solidFill>
              </a:rPr>
              <a:t>Add_half</a:t>
            </a:r>
            <a:r>
              <a:rPr lang="en-US" dirty="0">
                <a:solidFill>
                  <a:srgbClr val="7030A0"/>
                </a:solidFill>
              </a:rPr>
              <a:t>(</a:t>
            </a:r>
            <a:r>
              <a:rPr lang="en-US" altLang="zh-CN" dirty="0" err="1">
                <a:solidFill>
                  <a:srgbClr val="7030A0"/>
                </a:solidFill>
              </a:rPr>
              <a:t>c_out</a:t>
            </a:r>
            <a:r>
              <a:rPr lang="en-US" altLang="zh-CN" dirty="0">
                <a:solidFill>
                  <a:srgbClr val="7030A0"/>
                </a:solidFill>
              </a:rPr>
              <a:t>, sum, </a:t>
            </a:r>
            <a:r>
              <a:rPr lang="en-US" dirty="0">
                <a:solidFill>
                  <a:srgbClr val="7030A0"/>
                </a:solidFill>
              </a:rPr>
              <a:t>a, b,);</a:t>
            </a:r>
            <a:endParaRPr lang="zh-CN" altLang="en-US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 err="1">
                <a:solidFill>
                  <a:srgbClr val="7030A0"/>
                </a:solidFill>
              </a:rPr>
              <a:t>endmodule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64" name="内容占位符 2">
            <a:extLst>
              <a:ext uri="{FF2B5EF4-FFF2-40B4-BE49-F238E27FC236}">
                <a16:creationId xmlns:a16="http://schemas.microsoft.com/office/drawing/2014/main" id="{DCD2D5CE-2608-4413-A40D-3A2434184CFB}"/>
              </a:ext>
            </a:extLst>
          </p:cNvPr>
          <p:cNvSpPr txBox="1">
            <a:spLocks/>
          </p:cNvSpPr>
          <p:nvPr/>
        </p:nvSpPr>
        <p:spPr bwMode="auto">
          <a:xfrm>
            <a:off x="4365194" y="4345336"/>
            <a:ext cx="2127948" cy="1186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>
            <a:lvl1pPr marL="257168" indent="-257168">
              <a:spcBef>
                <a:spcPct val="20000"/>
              </a:spcBef>
              <a:buFont typeface="Arial" panose="020B0604020202020204" pitchFamily="34" charset="0"/>
              <a:buChar char="•"/>
              <a:defRPr sz="2100" b="1">
                <a:latin typeface="微软雅黑" pitchFamily="34" charset="-122"/>
                <a:ea typeface="微软雅黑" pitchFamily="34" charset="-122"/>
              </a:defRPr>
            </a:lvl1pPr>
            <a:lvl2pPr marL="0" lvl="1" indent="0">
              <a:spcBef>
                <a:spcPct val="20000"/>
              </a:spcBef>
              <a:buFont typeface="Arial" panose="020B0604020202020204" pitchFamily="34" charset="0"/>
              <a:buNone/>
              <a:defRPr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28" indent="-171446">
              <a:spcBef>
                <a:spcPct val="20000"/>
              </a:spcBef>
              <a:buFont typeface="Arial" panose="020B0604020202020204" pitchFamily="34" charset="0"/>
              <a:buChar char="•"/>
              <a:defRPr sz="1500">
                <a:latin typeface="微软雅黑" pitchFamily="34" charset="-122"/>
                <a:ea typeface="微软雅黑" pitchFamily="34" charset="-122"/>
              </a:defRPr>
            </a:lvl3pPr>
            <a:lvl4pPr marL="1200120" indent="-171446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latin typeface="微软雅黑" pitchFamily="34" charset="-122"/>
                <a:ea typeface="微软雅黑" pitchFamily="34" charset="-122"/>
              </a:defRPr>
            </a:lvl4pPr>
            <a:lvl5pPr marL="1543012" indent="-171446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latin typeface="微软雅黑" pitchFamily="34" charset="-122"/>
                <a:ea typeface="微软雅黑" pitchFamily="34" charset="-122"/>
              </a:defRPr>
            </a:lvl5pPr>
            <a:lvl6pPr marL="1885903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ea typeface="+mn-ea"/>
              </a:defRPr>
            </a:lvl6pPr>
            <a:lvl7pPr marL="2228795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ea typeface="+mn-ea"/>
              </a:defRPr>
            </a:lvl7pPr>
            <a:lvl8pPr marL="2571686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ea typeface="+mn-ea"/>
              </a:defRPr>
            </a:lvl8pPr>
            <a:lvl9pPr marL="2914577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1050" dirty="0"/>
              <a:t>CO</a:t>
            </a:r>
            <a:r>
              <a:rPr lang="en-US" altLang="zh-CN" sz="1000" dirty="0"/>
              <a:t>=</a:t>
            </a:r>
            <a:r>
              <a:rPr lang="en-US" altLang="zh-CN" sz="900" dirty="0"/>
              <a:t>X’YCI+XY’</a:t>
            </a:r>
            <a:r>
              <a:rPr lang="en-US" altLang="zh-CN" sz="900" dirty="0" err="1"/>
              <a:t>CI+XYCI</a:t>
            </a:r>
            <a:r>
              <a:rPr lang="en-US" altLang="zh-CN" sz="900" dirty="0"/>
              <a:t>’+</a:t>
            </a:r>
            <a:r>
              <a:rPr lang="en-US" altLang="zh-CN" sz="900" dirty="0" err="1"/>
              <a:t>XYCI</a:t>
            </a:r>
            <a:endParaRPr lang="en-US" altLang="zh-CN" sz="1000" dirty="0"/>
          </a:p>
          <a:p>
            <a:pPr lvl="1">
              <a:lnSpc>
                <a:spcPct val="150000"/>
              </a:lnSpc>
            </a:pPr>
            <a:r>
              <a:rPr lang="en-US" altLang="zh-CN" sz="1050" dirty="0"/>
              <a:t>     =XY+XCI+YCI</a:t>
            </a:r>
            <a:endParaRPr lang="zh-CN" altLang="zh-CN" sz="1050" dirty="0"/>
          </a:p>
          <a:p>
            <a:pPr lvl="1">
              <a:lnSpc>
                <a:spcPct val="150000"/>
              </a:lnSpc>
            </a:pPr>
            <a:r>
              <a:rPr lang="en-US" altLang="zh-CN" sz="1050" dirty="0"/>
              <a:t>S</a:t>
            </a:r>
            <a:r>
              <a:rPr lang="en-US" altLang="zh-CN" sz="1000" dirty="0"/>
              <a:t>=</a:t>
            </a:r>
            <a:r>
              <a:rPr lang="en-US" altLang="zh-CN" sz="900" dirty="0"/>
              <a:t>X’Y’CI+X’</a:t>
            </a:r>
            <a:r>
              <a:rPr lang="en-US" altLang="zh-CN" sz="900" dirty="0" err="1"/>
              <a:t>YCI</a:t>
            </a:r>
            <a:r>
              <a:rPr lang="en-US" altLang="zh-CN" sz="900" dirty="0"/>
              <a:t>’+XY’CI’+</a:t>
            </a:r>
            <a:r>
              <a:rPr lang="en-US" altLang="zh-CN" sz="900" dirty="0" err="1"/>
              <a:t>XYCI</a:t>
            </a:r>
            <a:endParaRPr lang="en-US" altLang="zh-CN" sz="1050" dirty="0"/>
          </a:p>
          <a:p>
            <a:pPr lvl="1">
              <a:lnSpc>
                <a:spcPct val="150000"/>
              </a:lnSpc>
            </a:pPr>
            <a:r>
              <a:rPr lang="en-US" altLang="zh-CN" sz="1050" dirty="0"/>
              <a:t>      =X</a:t>
            </a:r>
            <a:r>
              <a:rPr lang="zh-CN" altLang="zh-CN" sz="1050" dirty="0"/>
              <a:t>⊕</a:t>
            </a:r>
            <a:r>
              <a:rPr lang="en-US" altLang="zh-CN" sz="1050" dirty="0"/>
              <a:t>Y</a:t>
            </a:r>
            <a:r>
              <a:rPr lang="zh-CN" altLang="zh-CN" sz="1050" dirty="0"/>
              <a:t>⊕</a:t>
            </a:r>
            <a:r>
              <a:rPr lang="en-US" altLang="zh-CN" sz="1050" dirty="0"/>
              <a:t>CI</a:t>
            </a:r>
            <a:endParaRPr lang="zh-CN" altLang="zh-CN" sz="1050" dirty="0"/>
          </a:p>
        </p:txBody>
      </p:sp>
      <p:sp>
        <p:nvSpPr>
          <p:cNvPr id="2" name="矩形 1"/>
          <p:cNvSpPr/>
          <p:nvPr/>
        </p:nvSpPr>
        <p:spPr>
          <a:xfrm>
            <a:off x="6556296" y="2334689"/>
            <a:ext cx="1543050" cy="363815"/>
          </a:xfrm>
          <a:prstGeom prst="rect">
            <a:avLst/>
          </a:prstGeom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11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input  </a:t>
            </a:r>
            <a:r>
              <a:rPr lang="en-US" altLang="zh-CN" sz="1100" b="1" kern="1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a,b</a:t>
            </a:r>
            <a:r>
              <a:rPr lang="en-US" altLang="zh-CN" sz="11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  <a:endParaRPr lang="zh-CN" altLang="en-US" sz="1100" b="1" kern="1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sz="11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output  </a:t>
            </a:r>
            <a:r>
              <a:rPr lang="en-US" altLang="zh-CN" sz="1100" b="1" kern="1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c_out,sum</a:t>
            </a:r>
            <a:r>
              <a:rPr lang="en-US" altLang="zh-CN" sz="11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  <a:endParaRPr lang="zh-CN" altLang="en-US" sz="1100" b="1" kern="1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65029" y="2741109"/>
            <a:ext cx="1493836" cy="327076"/>
          </a:xfrm>
          <a:prstGeom prst="rect">
            <a:avLst/>
          </a:prstGeom>
        </p:spPr>
        <p:txBody>
          <a:bodyPr wrap="square" anchor="ctr" anchorCtr="0"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1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and(</a:t>
            </a:r>
            <a:r>
              <a:rPr lang="en-US" altLang="zh-CN" sz="1100" b="1" kern="100" dirty="0" err="1">
                <a:solidFill>
                  <a:srgbClr val="00B0F0"/>
                </a:solidFill>
                <a:cs typeface="Times New Roman" panose="02020603050405020304" pitchFamily="18" charset="0"/>
              </a:rPr>
              <a:t>c_out,a,b</a:t>
            </a:r>
            <a:r>
              <a:rPr lang="en-US" altLang="zh-CN" sz="11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);</a:t>
            </a:r>
            <a:endParaRPr lang="zh-CN" altLang="en-US" sz="1100" b="1" kern="100" dirty="0">
              <a:solidFill>
                <a:srgbClr val="00B0F0"/>
              </a:solidFill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1100" b="1" kern="100" dirty="0" err="1">
                <a:solidFill>
                  <a:srgbClr val="00B0F0"/>
                </a:solidFill>
                <a:cs typeface="Times New Roman" panose="02020603050405020304" pitchFamily="18" charset="0"/>
              </a:rPr>
              <a:t>xor</a:t>
            </a:r>
            <a:r>
              <a:rPr lang="en-US" altLang="zh-CN" sz="11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100" b="1" kern="100" dirty="0" err="1">
                <a:solidFill>
                  <a:srgbClr val="00B0F0"/>
                </a:solidFill>
                <a:cs typeface="Times New Roman" panose="02020603050405020304" pitchFamily="18" charset="0"/>
              </a:rPr>
              <a:t>sum,a,b</a:t>
            </a:r>
            <a:r>
              <a:rPr lang="en-US" altLang="zh-CN" sz="11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8" name="矩形 7"/>
          <p:cNvSpPr/>
          <p:nvPr/>
        </p:nvSpPr>
        <p:spPr>
          <a:xfrm>
            <a:off x="6657213" y="4243279"/>
            <a:ext cx="1493837" cy="430887"/>
          </a:xfrm>
          <a:prstGeom prst="rect">
            <a:avLst/>
          </a:prstGeom>
        </p:spPr>
        <p:txBody>
          <a:bodyPr wrap="square" anchor="ctr" anchorCtr="0">
            <a:noAutofit/>
          </a:bodyPr>
          <a:lstStyle/>
          <a:p>
            <a:r>
              <a:rPr lang="en-US" altLang="zh-CN" sz="11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input </a:t>
            </a:r>
            <a:r>
              <a:rPr lang="en-US" altLang="zh-CN" sz="1100" b="1" kern="1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a,b,</a:t>
            </a:r>
            <a:r>
              <a:rPr lang="en-US" altLang="zh-CN" sz="1100" b="1" kern="1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c_in</a:t>
            </a:r>
            <a:r>
              <a:rPr lang="en-US" altLang="zh-CN" sz="11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1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output </a:t>
            </a:r>
            <a:r>
              <a:rPr lang="en-US" altLang="zh-CN" sz="1100" b="1" kern="1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c_out</a:t>
            </a:r>
            <a:r>
              <a:rPr lang="en-US" altLang="zh-CN" sz="11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, sum;</a:t>
            </a:r>
            <a:endParaRPr lang="zh-CN" altLang="en-US" sz="1100" b="1" kern="1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66738" y="4901970"/>
            <a:ext cx="2287829" cy="596993"/>
          </a:xfrm>
          <a:prstGeom prst="rect">
            <a:avLst/>
          </a:prstGeom>
        </p:spPr>
        <p:txBody>
          <a:bodyPr wrap="square" anchor="ctr" anchorCtr="0">
            <a:noAutofit/>
          </a:bodyPr>
          <a:lstStyle/>
          <a:p>
            <a:r>
              <a:rPr lang="en-US" altLang="zh-CN" sz="1100" b="1" kern="100" dirty="0" err="1">
                <a:solidFill>
                  <a:srgbClr val="00B0F0"/>
                </a:solidFill>
                <a:cs typeface="Times New Roman" panose="02020603050405020304" pitchFamily="18" charset="0"/>
              </a:rPr>
              <a:t>Add_half</a:t>
            </a:r>
            <a:r>
              <a:rPr lang="en-US" altLang="zh-CN" sz="11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  P1(w1,w2,a,b);</a:t>
            </a:r>
          </a:p>
          <a:p>
            <a:r>
              <a:rPr lang="en-US" altLang="zh-CN" sz="1100" b="1" kern="100" dirty="0" err="1">
                <a:solidFill>
                  <a:srgbClr val="00B0F0"/>
                </a:solidFill>
                <a:cs typeface="Times New Roman" panose="02020603050405020304" pitchFamily="18" charset="0"/>
              </a:rPr>
              <a:t>Add_half</a:t>
            </a:r>
            <a:r>
              <a:rPr lang="en-US" altLang="zh-CN" sz="11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  P2(w3,sum,w2,c_in);</a:t>
            </a:r>
            <a:endParaRPr lang="zh-CN" altLang="en-US" sz="1100" b="1" kern="100" dirty="0">
              <a:solidFill>
                <a:srgbClr val="00B0F0"/>
              </a:solidFill>
              <a:cs typeface="Times New Roman" panose="02020603050405020304" pitchFamily="18" charset="0"/>
            </a:endParaRPr>
          </a:p>
          <a:p>
            <a:r>
              <a:rPr lang="en-US" altLang="zh-CN" sz="11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or              P3(c_out,w1,w3);</a:t>
            </a:r>
            <a:endParaRPr lang="zh-CN" altLang="en-US" sz="1100" b="1" kern="1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66737" y="4674165"/>
            <a:ext cx="1390650" cy="227804"/>
          </a:xfrm>
          <a:prstGeom prst="rect">
            <a:avLst/>
          </a:prstGeom>
        </p:spPr>
        <p:txBody>
          <a:bodyPr wrap="square" anchor="ctr" anchorCtr="0">
            <a:noAutofit/>
          </a:bodyPr>
          <a:lstStyle/>
          <a:p>
            <a:r>
              <a:rPr lang="en-US" altLang="zh-CN" sz="11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wire w1,w2,w3;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7" name="Picture 3">
            <a:extLst>
              <a:ext uri="{FF2B5EF4-FFF2-40B4-BE49-F238E27FC236}">
                <a16:creationId xmlns:a16="http://schemas.microsoft.com/office/drawing/2014/main" id="{85A075A3-E517-461B-BAF8-CB2E76424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74" y="2084768"/>
            <a:ext cx="1223948" cy="120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BE3BF1F3-6640-4AFC-8E2E-496D3ADFD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72" y="4047122"/>
            <a:ext cx="1348981" cy="1673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B898BA23-53AE-4A37-9263-0144C5939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829" y="1212142"/>
            <a:ext cx="1176891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en-US" altLang="zh-CN" sz="1200" b="1" u="sng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Schemitic</a:t>
            </a:r>
            <a:endParaRPr lang="en-US" altLang="zh-CN" sz="1200" b="1" u="sng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CN" altLang="en-US" sz="1200" b="1" u="sng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电路原理图</a:t>
            </a:r>
            <a:endParaRPr lang="en-US" altLang="zh-CN" sz="1200" b="1" u="sng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75382" y="4290018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P1</a:t>
            </a:r>
            <a:endParaRPr lang="zh-CN" altLang="en-US" sz="1000" b="1" kern="1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450158" y="4611773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P2</a:t>
            </a:r>
            <a:endParaRPr lang="zh-CN" altLang="en-US" sz="1000" b="1" kern="1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383607" y="5019057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P3</a:t>
            </a:r>
            <a:endParaRPr lang="zh-CN" altLang="en-US" sz="1000" b="1" kern="1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629918" y="4938796"/>
            <a:ext cx="217055" cy="369330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圆角矩形 82"/>
          <p:cNvSpPr/>
          <p:nvPr/>
        </p:nvSpPr>
        <p:spPr>
          <a:xfrm>
            <a:off x="7878785" y="4943136"/>
            <a:ext cx="256390" cy="36933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圆角矩形 83"/>
          <p:cNvSpPr/>
          <p:nvPr/>
        </p:nvSpPr>
        <p:spPr>
          <a:xfrm>
            <a:off x="7507426" y="2123052"/>
            <a:ext cx="438727" cy="211636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圆角矩形 84"/>
          <p:cNvSpPr/>
          <p:nvPr/>
        </p:nvSpPr>
        <p:spPr>
          <a:xfrm>
            <a:off x="7962532" y="2115774"/>
            <a:ext cx="390020" cy="21891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4F6AFFD-E7BB-48AF-9970-DC4A04D51555}"/>
              </a:ext>
            </a:extLst>
          </p:cNvPr>
          <p:cNvSpPr/>
          <p:nvPr/>
        </p:nvSpPr>
        <p:spPr>
          <a:xfrm>
            <a:off x="1169935" y="4916814"/>
            <a:ext cx="364447" cy="10772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zh-CN" sz="700" b="1" i="1" dirty="0">
                <a:solidFill>
                  <a:srgbClr val="FF0000"/>
                </a:solidFill>
              </a:rPr>
              <a:t>W1=</a:t>
            </a:r>
            <a:r>
              <a:rPr lang="en-US" altLang="zh-CN" sz="700" b="1" i="1" dirty="0" err="1">
                <a:solidFill>
                  <a:srgbClr val="FF0000"/>
                </a:solidFill>
              </a:rPr>
              <a:t>XY</a:t>
            </a:r>
            <a:endParaRPr lang="zh-CN" altLang="en-US" sz="700" b="1" i="1" dirty="0">
              <a:solidFill>
                <a:srgbClr val="FF0000"/>
              </a:solidFill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C9C84C9-3D44-4F91-97D5-1C0CB658E403}"/>
              </a:ext>
            </a:extLst>
          </p:cNvPr>
          <p:cNvSpPr/>
          <p:nvPr/>
        </p:nvSpPr>
        <p:spPr>
          <a:xfrm>
            <a:off x="1525146" y="4513543"/>
            <a:ext cx="625401" cy="10772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zh-CN" sz="700" b="1" i="1" dirty="0">
                <a:solidFill>
                  <a:srgbClr val="FF0000"/>
                </a:solidFill>
              </a:rPr>
              <a:t>W2=</a:t>
            </a:r>
            <a:r>
              <a:rPr lang="en-US" altLang="zh-CN" sz="7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</a:t>
            </a:r>
            <a:r>
              <a:rPr lang="zh-CN" altLang="zh-CN" sz="7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⊕</a:t>
            </a:r>
            <a:r>
              <a:rPr lang="en-US" altLang="zh-CN" sz="7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endParaRPr lang="zh-CN" altLang="en-US" sz="700" b="1" i="1" dirty="0">
              <a:solidFill>
                <a:srgbClr val="FF0000"/>
              </a:solidFill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E1ACA8EB-D434-46DB-A006-7BB6747F179D}"/>
              </a:ext>
            </a:extLst>
          </p:cNvPr>
          <p:cNvSpPr/>
          <p:nvPr/>
        </p:nvSpPr>
        <p:spPr>
          <a:xfrm>
            <a:off x="1587395" y="4920481"/>
            <a:ext cx="547191" cy="10772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zh-CN" sz="700" b="1" i="1" dirty="0">
                <a:solidFill>
                  <a:srgbClr val="FF0000"/>
                </a:solidFill>
              </a:rPr>
              <a:t>W3=W2 </a:t>
            </a:r>
            <a:r>
              <a:rPr lang="en-US" altLang="zh-CN" sz="700" b="1" i="1" dirty="0" err="1">
                <a:solidFill>
                  <a:srgbClr val="FF0000"/>
                </a:solidFill>
              </a:rPr>
              <a:t>CIN</a:t>
            </a:r>
            <a:endParaRPr lang="zh-CN" altLang="en-US" sz="700" b="1" i="1" dirty="0">
              <a:solidFill>
                <a:srgbClr val="FF0000"/>
              </a:solidFill>
            </a:endParaRPr>
          </a:p>
        </p:txBody>
      </p:sp>
      <p:grpSp>
        <p:nvGrpSpPr>
          <p:cNvPr id="36" name="组合 42">
            <a:extLst>
              <a:ext uri="{FF2B5EF4-FFF2-40B4-BE49-F238E27FC236}">
                <a16:creationId xmlns:a16="http://schemas.microsoft.com/office/drawing/2014/main" id="{3F182934-6BCC-3A6A-11F7-C0874C72CDA5}"/>
              </a:ext>
            </a:extLst>
          </p:cNvPr>
          <p:cNvGrpSpPr>
            <a:grpSpLocks/>
          </p:cNvGrpSpPr>
          <p:nvPr/>
        </p:nvGrpSpPr>
        <p:grpSpPr bwMode="auto">
          <a:xfrm>
            <a:off x="-64701" y="2197173"/>
            <a:ext cx="1018913" cy="908655"/>
            <a:chOff x="2610243" y="2258870"/>
            <a:chExt cx="2555115" cy="900100"/>
          </a:xfrm>
        </p:grpSpPr>
        <p:sp>
          <p:nvSpPr>
            <p:cNvPr id="37" name="TextBox 43">
              <a:extLst>
                <a:ext uri="{FF2B5EF4-FFF2-40B4-BE49-F238E27FC236}">
                  <a16:creationId xmlns:a16="http://schemas.microsoft.com/office/drawing/2014/main" id="{5EC6A6F5-E6C4-FC1B-E7E1-800FF89C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874" y="2258870"/>
              <a:ext cx="946339" cy="900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900" dirty="0">
                  <a:latin typeface="Arial" panose="020B0604020202020204" pitchFamily="34" charset="0"/>
                  <a:ea typeface="宋体" panose="02010600030101010101" pitchFamily="2" charset="-122"/>
                </a:rPr>
                <a:t>Full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900" dirty="0">
                  <a:latin typeface="Arial" panose="020B0604020202020204" pitchFamily="34" charset="0"/>
                  <a:ea typeface="宋体" panose="02010600030101010101" pitchFamily="2" charset="-122"/>
                </a:rPr>
                <a:t>Adder</a:t>
              </a:r>
              <a:endParaRPr lang="zh-CN" altLang="en-US" sz="9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5D292F6E-34F7-22B5-11C7-E527B7B459CA}"/>
                </a:ext>
              </a:extLst>
            </p:cNvPr>
            <p:cNvCxnSpPr/>
            <p:nvPr/>
          </p:nvCxnSpPr>
          <p:spPr>
            <a:xfrm>
              <a:off x="3041292" y="2525286"/>
              <a:ext cx="40607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45">
              <a:extLst>
                <a:ext uri="{FF2B5EF4-FFF2-40B4-BE49-F238E27FC236}">
                  <a16:creationId xmlns:a16="http://schemas.microsoft.com/office/drawing/2014/main" id="{E992C86E-784F-9131-FEB9-BED6659CE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243" y="2283216"/>
              <a:ext cx="504095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zh-CN" altLang="en-US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TextBox 46">
              <a:extLst>
                <a:ext uri="{FF2B5EF4-FFF2-40B4-BE49-F238E27FC236}">
                  <a16:creationId xmlns:a16="http://schemas.microsoft.com/office/drawing/2014/main" id="{389DE4C7-4368-B7E7-B72C-DEBFB7C75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243" y="2647238"/>
              <a:ext cx="504095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zh-CN" altLang="en-US" sz="1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9243506-8102-2C77-15FA-7B766D52B853}"/>
                </a:ext>
              </a:extLst>
            </p:cNvPr>
            <p:cNvCxnSpPr/>
            <p:nvPr/>
          </p:nvCxnSpPr>
          <p:spPr>
            <a:xfrm>
              <a:off x="4381518" y="2934095"/>
              <a:ext cx="40420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722095B0-E20B-B6BF-11DC-38029C939312}"/>
                </a:ext>
              </a:extLst>
            </p:cNvPr>
            <p:cNvCxnSpPr/>
            <p:nvPr/>
          </p:nvCxnSpPr>
          <p:spPr>
            <a:xfrm>
              <a:off x="3041292" y="2864959"/>
              <a:ext cx="40607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B88A6718-E803-F1BF-0D0C-92F9C882A0FB}"/>
                </a:ext>
              </a:extLst>
            </p:cNvPr>
            <p:cNvCxnSpPr/>
            <p:nvPr/>
          </p:nvCxnSpPr>
          <p:spPr>
            <a:xfrm>
              <a:off x="4447152" y="2520513"/>
              <a:ext cx="40420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52">
              <a:extLst>
                <a:ext uri="{FF2B5EF4-FFF2-40B4-BE49-F238E27FC236}">
                  <a16:creationId xmlns:a16="http://schemas.microsoft.com/office/drawing/2014/main" id="{7FF41DC6-287E-8B65-7F2E-FC17BCA32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611" y="2674180"/>
              <a:ext cx="848747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Cout</a:t>
              </a:r>
              <a:endParaRPr lang="zh-CN" altLang="en-US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TextBox 53">
              <a:extLst>
                <a:ext uri="{FF2B5EF4-FFF2-40B4-BE49-F238E27FC236}">
                  <a16:creationId xmlns:a16="http://schemas.microsoft.com/office/drawing/2014/main" id="{6CE746F0-7C29-2019-BDD1-7CC3EC246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1623" y="2259596"/>
              <a:ext cx="863735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Sum</a:t>
              </a:r>
              <a:endParaRPr lang="zh-CN" altLang="en-US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" name="组合 42">
            <a:extLst>
              <a:ext uri="{FF2B5EF4-FFF2-40B4-BE49-F238E27FC236}">
                <a16:creationId xmlns:a16="http://schemas.microsoft.com/office/drawing/2014/main" id="{EA55F874-0FDB-CC72-831D-96783FB47C52}"/>
              </a:ext>
            </a:extLst>
          </p:cNvPr>
          <p:cNvGrpSpPr>
            <a:grpSpLocks/>
          </p:cNvGrpSpPr>
          <p:nvPr/>
        </p:nvGrpSpPr>
        <p:grpSpPr bwMode="auto">
          <a:xfrm>
            <a:off x="5826" y="4364337"/>
            <a:ext cx="1078198" cy="1017483"/>
            <a:chOff x="2461575" y="2151067"/>
            <a:chExt cx="2703783" cy="1007903"/>
          </a:xfrm>
        </p:grpSpPr>
        <p:sp>
          <p:nvSpPr>
            <p:cNvPr id="52" name="TextBox 43">
              <a:extLst>
                <a:ext uri="{FF2B5EF4-FFF2-40B4-BE49-F238E27FC236}">
                  <a16:creationId xmlns:a16="http://schemas.microsoft.com/office/drawing/2014/main" id="{069994C1-E378-37CB-D39E-84D9E34DD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874" y="2258870"/>
              <a:ext cx="946339" cy="900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900" dirty="0">
                  <a:latin typeface="Arial" panose="020B0604020202020204" pitchFamily="34" charset="0"/>
                  <a:ea typeface="宋体" panose="02010600030101010101" pitchFamily="2" charset="-122"/>
                </a:rPr>
                <a:t>Full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900" dirty="0">
                  <a:latin typeface="Arial" panose="020B0604020202020204" pitchFamily="34" charset="0"/>
                  <a:ea typeface="宋体" panose="02010600030101010101" pitchFamily="2" charset="-122"/>
                </a:rPr>
                <a:t>Adder</a:t>
              </a:r>
              <a:endParaRPr lang="zh-CN" altLang="en-US" sz="9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0C135BCC-4B04-CE88-A42B-6BEA4CB12209}"/>
                </a:ext>
              </a:extLst>
            </p:cNvPr>
            <p:cNvCxnSpPr/>
            <p:nvPr/>
          </p:nvCxnSpPr>
          <p:spPr>
            <a:xfrm>
              <a:off x="3041293" y="2393137"/>
              <a:ext cx="40607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45">
              <a:extLst>
                <a:ext uri="{FF2B5EF4-FFF2-40B4-BE49-F238E27FC236}">
                  <a16:creationId xmlns:a16="http://schemas.microsoft.com/office/drawing/2014/main" id="{D7EB7206-146B-4B69-4EAF-E25C06655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243" y="2151067"/>
              <a:ext cx="504095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zh-CN" altLang="en-US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TextBox 46">
              <a:extLst>
                <a:ext uri="{FF2B5EF4-FFF2-40B4-BE49-F238E27FC236}">
                  <a16:creationId xmlns:a16="http://schemas.microsoft.com/office/drawing/2014/main" id="{E1DD3A1E-F90E-A678-6883-D1CC4B9A5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243" y="2515088"/>
              <a:ext cx="504095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zh-CN" altLang="en-US" sz="1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7A8420FE-76BB-6586-7808-104C3A234E1A}"/>
                </a:ext>
              </a:extLst>
            </p:cNvPr>
            <p:cNvCxnSpPr/>
            <p:nvPr/>
          </p:nvCxnSpPr>
          <p:spPr>
            <a:xfrm>
              <a:off x="4381518" y="2934095"/>
              <a:ext cx="40420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D6A75F8F-AED2-8972-E04F-5F3B670DCE9A}"/>
                </a:ext>
              </a:extLst>
            </p:cNvPr>
            <p:cNvCxnSpPr/>
            <p:nvPr/>
          </p:nvCxnSpPr>
          <p:spPr>
            <a:xfrm>
              <a:off x="3041293" y="2732809"/>
              <a:ext cx="40607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12667FBA-F576-5121-A26C-533AAD58C8FB}"/>
                </a:ext>
              </a:extLst>
            </p:cNvPr>
            <p:cNvCxnSpPr/>
            <p:nvPr/>
          </p:nvCxnSpPr>
          <p:spPr>
            <a:xfrm>
              <a:off x="3041293" y="3023730"/>
              <a:ext cx="40607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50">
              <a:extLst>
                <a:ext uri="{FF2B5EF4-FFF2-40B4-BE49-F238E27FC236}">
                  <a16:creationId xmlns:a16="http://schemas.microsoft.com/office/drawing/2014/main" id="{AB2B84E9-C83F-236B-9E09-FDEF2DA86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1575" y="2801932"/>
              <a:ext cx="981644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 b="1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Cin</a:t>
              </a:r>
              <a:endParaRPr lang="zh-CN" altLang="en-US" sz="1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10C146C8-4B4E-172F-5B1D-E2D6DBD6A459}"/>
                </a:ext>
              </a:extLst>
            </p:cNvPr>
            <p:cNvCxnSpPr/>
            <p:nvPr/>
          </p:nvCxnSpPr>
          <p:spPr>
            <a:xfrm>
              <a:off x="4447152" y="2520513"/>
              <a:ext cx="40420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52">
              <a:extLst>
                <a:ext uri="{FF2B5EF4-FFF2-40B4-BE49-F238E27FC236}">
                  <a16:creationId xmlns:a16="http://schemas.microsoft.com/office/drawing/2014/main" id="{35A5A4C1-E485-75F8-B0B0-3DEEAC683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611" y="2674180"/>
              <a:ext cx="848747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Cout</a:t>
              </a:r>
              <a:endParaRPr lang="zh-CN" altLang="en-US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TextBox 53">
              <a:extLst>
                <a:ext uri="{FF2B5EF4-FFF2-40B4-BE49-F238E27FC236}">
                  <a16:creationId xmlns:a16="http://schemas.microsoft.com/office/drawing/2014/main" id="{246AEDA7-B045-CB51-48B1-50B07F5E3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1623" y="2259596"/>
              <a:ext cx="863735" cy="243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Sum</a:t>
              </a:r>
              <a:endParaRPr lang="zh-CN" altLang="en-US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6" name="日期占位符 1">
            <a:extLst>
              <a:ext uri="{FF2B5EF4-FFF2-40B4-BE49-F238E27FC236}">
                <a16:creationId xmlns:a16="http://schemas.microsoft.com/office/drawing/2014/main" id="{4BEDCC25-341B-AF65-A09A-361F927F72A0}"/>
              </a:ext>
            </a:extLst>
          </p:cNvPr>
          <p:cNvSpPr txBox="1">
            <a:spLocks/>
          </p:cNvSpPr>
          <p:nvPr/>
        </p:nvSpPr>
        <p:spPr bwMode="auto">
          <a:xfrm>
            <a:off x="341313" y="634924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2E07F69-88D8-4948-AFC0-31086B02942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97" name="灯片编号占位符 2">
            <a:extLst>
              <a:ext uri="{FF2B5EF4-FFF2-40B4-BE49-F238E27FC236}">
                <a16:creationId xmlns:a16="http://schemas.microsoft.com/office/drawing/2014/main" id="{06202CE2-8668-3A1B-55F7-F902D446D0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86</a:t>
            </a:fld>
            <a:endParaRPr lang="zh-CN" altLang="en-US" sz="1100" dirty="0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4BD09D6A-AC00-4780-8EA4-93794FE6A05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23838"/>
            <a:ext cx="6543675" cy="615950"/>
          </a:xfrm>
        </p:spPr>
        <p:txBody>
          <a:bodyPr anchor="t"/>
          <a:lstStyle/>
          <a:p>
            <a:pPr eaLnBrk="1" hangingPunct="1"/>
            <a:r>
              <a:rPr lang="en-US" altLang="zh-CN" dirty="0"/>
              <a:t>1-bit Adder</a:t>
            </a:r>
          </a:p>
        </p:txBody>
      </p:sp>
    </p:spTree>
    <p:extLst>
      <p:ext uri="{BB962C8B-B14F-4D97-AF65-F5344CB8AC3E}">
        <p14:creationId xmlns:p14="http://schemas.microsoft.com/office/powerpoint/2010/main" val="11684113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2" name="Picture 3">
            <a:extLst>
              <a:ext uri="{FF2B5EF4-FFF2-40B4-BE49-F238E27FC236}">
                <a16:creationId xmlns:a16="http://schemas.microsoft.com/office/drawing/2014/main" id="{273B8598-49A8-4A14-B618-767CE7A9A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052513"/>
            <a:ext cx="6911975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5" name="Rectangle 2">
            <a:extLst>
              <a:ext uri="{FF2B5EF4-FFF2-40B4-BE49-F238E27FC236}">
                <a16:creationId xmlns:a16="http://schemas.microsoft.com/office/drawing/2014/main" id="{2F8895CC-9E49-4106-A1AB-CED531890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8072438" cy="647700"/>
          </a:xfrm>
        </p:spPr>
        <p:txBody>
          <a:bodyPr/>
          <a:lstStyle/>
          <a:p>
            <a:r>
              <a:rPr lang="en-US" altLang="zh-CN"/>
              <a:t>A 4-bit ripple-carry adders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A7B57CB-0558-4685-8266-D93C99A262D8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6375" y="3500438"/>
            <a:ext cx="6545263" cy="2665412"/>
          </a:xfrm>
        </p:spPr>
      </p:pic>
      <p:sp>
        <p:nvSpPr>
          <p:cNvPr id="100357" name="灯片编号占位符 4">
            <a:extLst>
              <a:ext uri="{FF2B5EF4-FFF2-40B4-BE49-F238E27FC236}">
                <a16:creationId xmlns:a16="http://schemas.microsoft.com/office/drawing/2014/main" id="{FF89BBF2-3627-4744-9050-F98D5A120EA7}"/>
              </a:ext>
            </a:extLst>
          </p:cNvPr>
          <p:cNvSpPr txBox="1">
            <a:spLocks/>
          </p:cNvSpPr>
          <p:nvPr/>
        </p:nvSpPr>
        <p:spPr bwMode="auto">
          <a:xfrm>
            <a:off x="8316913" y="6381750"/>
            <a:ext cx="4429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eaLnBrk="1" hangingPunct="1">
              <a:defRPr sz="1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EEA3949-7616-43B6-A417-59F5C5CEA5AC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100358" name="日期占位符 2">
            <a:extLst>
              <a:ext uri="{FF2B5EF4-FFF2-40B4-BE49-F238E27FC236}">
                <a16:creationId xmlns:a16="http://schemas.microsoft.com/office/drawing/2014/main" id="{929F8344-023A-46E4-8D72-79676163E1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95335F5B-6616-44ED-A06E-3A158C9BE2E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365D055-D25F-4178-9605-96DDB191A69B}"/>
              </a:ext>
            </a:extLst>
          </p:cNvPr>
          <p:cNvSpPr/>
          <p:nvPr/>
        </p:nvSpPr>
        <p:spPr>
          <a:xfrm>
            <a:off x="6588125" y="3860800"/>
            <a:ext cx="1008063" cy="576263"/>
          </a:xfrm>
          <a:prstGeom prst="round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4ECBB3A-BABC-485A-A586-0DE2E10F7C06}"/>
              </a:ext>
            </a:extLst>
          </p:cNvPr>
          <p:cNvSpPr/>
          <p:nvPr/>
        </p:nvSpPr>
        <p:spPr>
          <a:xfrm>
            <a:off x="6804025" y="4652963"/>
            <a:ext cx="863600" cy="504825"/>
          </a:xfrm>
          <a:prstGeom prst="round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C66C8A7-EC84-4E91-8476-6908C58E8B25}"/>
              </a:ext>
            </a:extLst>
          </p:cNvPr>
          <p:cNvSpPr/>
          <p:nvPr/>
        </p:nvSpPr>
        <p:spPr>
          <a:xfrm>
            <a:off x="6659563" y="5373688"/>
            <a:ext cx="576262" cy="358775"/>
          </a:xfrm>
          <a:prstGeom prst="round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E90D1FA-8398-46B0-AB86-0098F3FB1552}"/>
              </a:ext>
            </a:extLst>
          </p:cNvPr>
          <p:cNvSpPr/>
          <p:nvPr/>
        </p:nvSpPr>
        <p:spPr>
          <a:xfrm>
            <a:off x="6227763" y="5732463"/>
            <a:ext cx="720725" cy="1444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FC8040-2EA4-4DF4-877C-5FF8E50EB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3090863"/>
            <a:ext cx="17700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longest path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D5E9564-6E68-4D65-ABC0-6AFFBBC66AA2}"/>
              </a:ext>
            </a:extLst>
          </p:cNvPr>
          <p:cNvCxnSpPr/>
          <p:nvPr/>
        </p:nvCxnSpPr>
        <p:spPr>
          <a:xfrm flipH="1">
            <a:off x="4716463" y="3357563"/>
            <a:ext cx="142875" cy="2873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标题 1">
            <a:extLst>
              <a:ext uri="{FF2B5EF4-FFF2-40B4-BE49-F238E27FC236}">
                <a16:creationId xmlns:a16="http://schemas.microsoft.com/office/drawing/2014/main" id="{84D20547-9B50-49F7-A9C2-D50F8489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03200"/>
            <a:ext cx="8534400" cy="561975"/>
          </a:xfrm>
        </p:spPr>
        <p:txBody>
          <a:bodyPr/>
          <a:lstStyle/>
          <a:p>
            <a:r>
              <a:rPr lang="en-US" altLang="zh-CN"/>
              <a:t>Structure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addition/subtraction</a:t>
            </a:r>
            <a:endParaRPr lang="zh-CN" altLang="en-US"/>
          </a:p>
        </p:txBody>
      </p:sp>
      <p:sp>
        <p:nvSpPr>
          <p:cNvPr id="116739" name="灯片编号占位符 4">
            <a:extLst>
              <a:ext uri="{FF2B5EF4-FFF2-40B4-BE49-F238E27FC236}">
                <a16:creationId xmlns:a16="http://schemas.microsoft.com/office/drawing/2014/main" id="{8A2F8FB4-7F3F-4045-B636-01901252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5B26F888-7489-4D59-B94F-ACF825ADE10F}" type="slidenum">
              <a:rPr lang="en-US" altLang="zh-CN" sz="1100"/>
              <a:pPr/>
              <a:t>88</a:t>
            </a:fld>
            <a:endParaRPr lang="en-US" altLang="zh-CN" sz="1100"/>
          </a:p>
        </p:txBody>
      </p:sp>
      <p:pic>
        <p:nvPicPr>
          <p:cNvPr id="63492" name="Picture 2">
            <a:extLst>
              <a:ext uri="{FF2B5EF4-FFF2-40B4-BE49-F238E27FC236}">
                <a16:creationId xmlns:a16="http://schemas.microsoft.com/office/drawing/2014/main" id="{7119F24C-F57E-48A0-A8DE-9A3CE356B5B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966788"/>
            <a:ext cx="5905500" cy="2533650"/>
          </a:xfrm>
        </p:spPr>
      </p:pic>
      <p:pic>
        <p:nvPicPr>
          <p:cNvPr id="63493" name="Picture 2">
            <a:extLst>
              <a:ext uri="{FF2B5EF4-FFF2-40B4-BE49-F238E27FC236}">
                <a16:creationId xmlns:a16="http://schemas.microsoft.com/office/drawing/2014/main" id="{7F28C5F0-B672-4EAD-A3ED-F3051F34ACC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3671888"/>
            <a:ext cx="5545138" cy="2468562"/>
          </a:xfrm>
        </p:spPr>
      </p:pic>
      <p:sp>
        <p:nvSpPr>
          <p:cNvPr id="63494" name="矩形 5">
            <a:extLst>
              <a:ext uri="{FF2B5EF4-FFF2-40B4-BE49-F238E27FC236}">
                <a16:creationId xmlns:a16="http://schemas.microsoft.com/office/drawing/2014/main" id="{BA7B3F31-9F7A-4B34-B070-9169652AA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938" y="3789363"/>
            <a:ext cx="305911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cs typeface="Arial" panose="020B0604020202020204" pitchFamily="34" charset="0"/>
              </a:rPr>
              <a:t>The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same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function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can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be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achieved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by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replacing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the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multiplex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and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inverter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with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an </a:t>
            </a:r>
            <a:r>
              <a:rPr lang="en-US" altLang="zh-CN" sz="2400" b="1">
                <a:solidFill>
                  <a:srgbClr val="FF0000"/>
                </a:solidFill>
                <a:cs typeface="Arial" panose="020B0604020202020204" pitchFamily="34" charset="0"/>
              </a:rPr>
              <a:t>XOR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  <a:r>
              <a:rPr lang="en-US" altLang="zh-CN" sz="2400" b="1">
                <a:cs typeface="Arial" panose="020B0604020202020204" pitchFamily="34" charset="0"/>
              </a:rPr>
              <a:t>gate.</a:t>
            </a:r>
            <a:r>
              <a:rPr lang="zh-CN" altLang="en-US" sz="2400" b="1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3495" name="Picture 4">
            <a:extLst>
              <a:ext uri="{FF2B5EF4-FFF2-40B4-BE49-F238E27FC236}">
                <a16:creationId xmlns:a16="http://schemas.microsoft.com/office/drawing/2014/main" id="{B6B48AC3-37C2-4F92-ACE7-9E9E336B6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1125538"/>
            <a:ext cx="1728788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4" name="日期占位符 2">
            <a:extLst>
              <a:ext uri="{FF2B5EF4-FFF2-40B4-BE49-F238E27FC236}">
                <a16:creationId xmlns:a16="http://schemas.microsoft.com/office/drawing/2014/main" id="{5C4622A9-0F4F-43F7-B535-022AF712C2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7959FB96-655E-4BE0-B434-E062E6F0C3D2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4078572-F3E0-4053-8C76-D809A46F7A96}"/>
              </a:ext>
            </a:extLst>
          </p:cNvPr>
          <p:cNvSpPr/>
          <p:nvPr/>
        </p:nvSpPr>
        <p:spPr>
          <a:xfrm>
            <a:off x="4662488" y="1223963"/>
            <a:ext cx="873125" cy="855662"/>
          </a:xfrm>
          <a:prstGeom prst="round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FF4D2B4-7817-4549-BCA7-4D5B80C7DEEC}"/>
              </a:ext>
            </a:extLst>
          </p:cNvPr>
          <p:cNvSpPr/>
          <p:nvPr/>
        </p:nvSpPr>
        <p:spPr>
          <a:xfrm>
            <a:off x="4346575" y="3924300"/>
            <a:ext cx="873125" cy="854075"/>
          </a:xfrm>
          <a:prstGeom prst="round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1" name="Picture 21" descr="u=510799256,4278680063&amp;gp=28">
            <a:hlinkClick r:id="rId6"/>
            <a:extLst>
              <a:ext uri="{FF2B5EF4-FFF2-40B4-BE49-F238E27FC236}">
                <a16:creationId xmlns:a16="http://schemas.microsoft.com/office/drawing/2014/main" id="{C3D2BEE9-36BE-4299-B8B4-A1C5AA24B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913" y="2882900"/>
            <a:ext cx="808037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FB52E0E0-33F1-4E99-B4B2-C3EEDC62151D}"/>
              </a:ext>
            </a:extLst>
          </p:cNvPr>
          <p:cNvSpPr/>
          <p:nvPr/>
        </p:nvSpPr>
        <p:spPr>
          <a:xfrm>
            <a:off x="0" y="1071563"/>
            <a:ext cx="6000750" cy="34782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363538" algn="l"/>
              </a:tabLst>
              <a:defRPr/>
            </a:pP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module</a:t>
            </a:r>
            <a:r>
              <a:rPr lang="en-US" altLang="zh-CN" sz="2000" b="1" dirty="0">
                <a:latin typeface="Arial" charset="0"/>
              </a:rPr>
              <a:t> Adder4 ( A,  B, </a:t>
            </a:r>
            <a:r>
              <a:rPr lang="en-US" altLang="zh-CN" sz="2000" b="1" dirty="0" err="1">
                <a:latin typeface="Arial" charset="0"/>
              </a:rPr>
              <a:t>Cin</a:t>
            </a:r>
            <a:r>
              <a:rPr lang="en-US" altLang="zh-CN" sz="2000" b="1" dirty="0">
                <a:latin typeface="Arial" charset="0"/>
              </a:rPr>
              <a:t>, S, </a:t>
            </a:r>
            <a:r>
              <a:rPr lang="en-US" altLang="zh-CN" sz="2000" b="1" dirty="0" err="1">
                <a:latin typeface="Arial" charset="0"/>
              </a:rPr>
              <a:t>Cout</a:t>
            </a:r>
            <a:r>
              <a:rPr lang="en-US" altLang="zh-CN" sz="2000" b="1" dirty="0">
                <a:latin typeface="Arial" charset="0"/>
              </a:rPr>
              <a:t> , </a:t>
            </a:r>
            <a:r>
              <a:rPr lang="en-US" altLang="zh-CN" sz="2000" b="1" dirty="0" err="1">
                <a:latin typeface="Arial" charset="0"/>
              </a:rPr>
              <a:t>Ovout</a:t>
            </a:r>
            <a:r>
              <a:rPr lang="en-US" altLang="zh-CN" sz="2000" b="1" dirty="0">
                <a:latin typeface="Arial" charset="0"/>
              </a:rPr>
              <a:t>  ) ;</a:t>
            </a:r>
          </a:p>
          <a:p>
            <a:pPr>
              <a:tabLst>
                <a:tab pos="363538" algn="l"/>
              </a:tabLst>
              <a:defRPr/>
            </a:pPr>
            <a:endParaRPr lang="en-US" altLang="zh-CN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b="1" dirty="0">
                <a:latin typeface="Arial" charset="0"/>
              </a:rPr>
              <a:t>	</a:t>
            </a:r>
          </a:p>
          <a:p>
            <a:pPr>
              <a:tabLst>
                <a:tab pos="363538" algn="l"/>
              </a:tabLst>
              <a:defRPr/>
            </a:pPr>
            <a:endParaRPr lang="en-US" altLang="zh-CN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b="1" dirty="0">
              <a:solidFill>
                <a:srgbClr val="00B050"/>
              </a:solidFill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b="1" dirty="0">
                <a:latin typeface="Arial" charset="0"/>
              </a:rPr>
              <a:t>                                                                                       </a:t>
            </a:r>
          </a:p>
          <a:p>
            <a:pPr>
              <a:tabLst>
                <a:tab pos="363538" algn="l"/>
              </a:tabLst>
              <a:defRPr/>
            </a:pPr>
            <a:r>
              <a:rPr lang="en-US" altLang="zh-CN" b="1" dirty="0">
                <a:latin typeface="Arial" charset="0"/>
              </a:rPr>
              <a:t>       </a:t>
            </a:r>
            <a:r>
              <a:rPr lang="en-US" altLang="zh-CN" b="1" dirty="0">
                <a:solidFill>
                  <a:srgbClr val="00B050"/>
                </a:solidFill>
                <a:latin typeface="Arial" charset="0"/>
              </a:rPr>
              <a:t> </a:t>
            </a:r>
            <a:endParaRPr lang="en-US" altLang="zh-CN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	    </a:t>
            </a:r>
            <a:endParaRPr lang="en-US" altLang="zh-CN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b="1" dirty="0">
                <a:latin typeface="Arial" charset="0"/>
              </a:rPr>
              <a:t>	 </a:t>
            </a:r>
          </a:p>
          <a:p>
            <a:pPr>
              <a:tabLst>
                <a:tab pos="363538" algn="l"/>
              </a:tabLst>
              <a:defRPr/>
            </a:pPr>
            <a:r>
              <a:rPr lang="en-US" altLang="zh-CN" b="1" dirty="0">
                <a:latin typeface="Arial" charset="0"/>
              </a:rPr>
              <a:t> </a:t>
            </a:r>
          </a:p>
          <a:p>
            <a:pPr>
              <a:tabLst>
                <a:tab pos="363538" algn="l"/>
              </a:tabLst>
              <a:defRPr/>
            </a:pPr>
            <a:endParaRPr lang="en-US" altLang="zh-CN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endmodule</a:t>
            </a:r>
            <a:r>
              <a:rPr lang="en-US" altLang="zh-CN" sz="2000" b="1" dirty="0">
                <a:latin typeface="Arial" charset="0"/>
              </a:rPr>
              <a:t> </a:t>
            </a:r>
            <a:endParaRPr lang="zh-CN" altLang="en-US" sz="2000" b="1" dirty="0">
              <a:latin typeface="Arial" charset="0"/>
            </a:endParaRPr>
          </a:p>
        </p:txBody>
      </p:sp>
      <p:sp>
        <p:nvSpPr>
          <p:cNvPr id="117763" name="日期占位符 2">
            <a:extLst>
              <a:ext uri="{FF2B5EF4-FFF2-40B4-BE49-F238E27FC236}">
                <a16:creationId xmlns:a16="http://schemas.microsoft.com/office/drawing/2014/main" id="{4522C6D6-6375-4056-A214-357CFF84B0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5660B7B3-F70B-416B-9573-62E5195D0B79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17764" name="灯片编号占位符 3">
            <a:extLst>
              <a:ext uri="{FF2B5EF4-FFF2-40B4-BE49-F238E27FC236}">
                <a16:creationId xmlns:a16="http://schemas.microsoft.com/office/drawing/2014/main" id="{42D05CDE-ABFF-4362-BA8C-336D2B0D9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665E6224-3D0E-4489-A3A4-38D53A19DBEB}" type="slidenum">
              <a:rPr lang="zh-CN" altLang="en-US" sz="1100"/>
              <a:pPr/>
              <a:t>89</a:t>
            </a:fld>
            <a:endParaRPr lang="zh-CN" altLang="en-US" sz="1100"/>
          </a:p>
        </p:txBody>
      </p:sp>
      <p:sp>
        <p:nvSpPr>
          <p:cNvPr id="117765" name="Rectangle 2">
            <a:extLst>
              <a:ext uri="{FF2B5EF4-FFF2-40B4-BE49-F238E27FC236}">
                <a16:creationId xmlns:a16="http://schemas.microsoft.com/office/drawing/2014/main" id="{DC4F7909-3BF8-4968-B869-58D4AE3DC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6738" y="223838"/>
            <a:ext cx="6434137" cy="615950"/>
          </a:xfrm>
        </p:spPr>
        <p:txBody>
          <a:bodyPr/>
          <a:lstStyle/>
          <a:p>
            <a:r>
              <a:rPr lang="en-US" altLang="zh-CN"/>
              <a:t>4-bits Signed Adder </a:t>
            </a:r>
          </a:p>
        </p:txBody>
      </p:sp>
      <p:grpSp>
        <p:nvGrpSpPr>
          <p:cNvPr id="2" name="组合 19">
            <a:extLst>
              <a:ext uri="{FF2B5EF4-FFF2-40B4-BE49-F238E27FC236}">
                <a16:creationId xmlns:a16="http://schemas.microsoft.com/office/drawing/2014/main" id="{78B7AC02-1FDB-4BF0-B426-5EA856B50EE8}"/>
              </a:ext>
            </a:extLst>
          </p:cNvPr>
          <p:cNvGrpSpPr>
            <a:grpSpLocks/>
          </p:cNvGrpSpPr>
          <p:nvPr/>
        </p:nvGrpSpPr>
        <p:grpSpPr bwMode="auto">
          <a:xfrm>
            <a:off x="1000125" y="4786313"/>
            <a:ext cx="2357438" cy="1133475"/>
            <a:chOff x="2681790" y="2177280"/>
            <a:chExt cx="2442085" cy="981691"/>
          </a:xfrm>
        </p:grpSpPr>
        <p:sp>
          <p:nvSpPr>
            <p:cNvPr id="117778" name="TextBox 20">
              <a:extLst>
                <a:ext uri="{FF2B5EF4-FFF2-40B4-BE49-F238E27FC236}">
                  <a16:creationId xmlns:a16="http://schemas.microsoft.com/office/drawing/2014/main" id="{F0B9C899-ECE9-40FE-A16C-42901FD24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874" y="2258871"/>
              <a:ext cx="855094" cy="900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Adder4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D6EAD68-7C04-40E8-BE7C-715D4FDF4D59}"/>
                </a:ext>
              </a:extLst>
            </p:cNvPr>
            <p:cNvCxnSpPr/>
            <p:nvPr/>
          </p:nvCxnSpPr>
          <p:spPr>
            <a:xfrm>
              <a:off x="3041936" y="2394517"/>
              <a:ext cx="406191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780" name="TextBox 22">
              <a:extLst>
                <a:ext uri="{FF2B5EF4-FFF2-40B4-BE49-F238E27FC236}">
                  <a16:creationId xmlns:a16="http://schemas.microsoft.com/office/drawing/2014/main" id="{59203EAE-78CE-41B3-B0A3-F408B1B70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325" y="2213865"/>
              <a:ext cx="28725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zh-CN" altLang="en-US" sz="11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781" name="TextBox 23">
              <a:extLst>
                <a:ext uri="{FF2B5EF4-FFF2-40B4-BE49-F238E27FC236}">
                  <a16:creationId xmlns:a16="http://schemas.microsoft.com/office/drawing/2014/main" id="{9F2BF417-5986-4F62-B293-BAD730B59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800" y="2528900"/>
              <a:ext cx="28725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zh-CN" altLang="en-US" sz="11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D4A2D95-9718-49BE-B95D-71E2B039CB6E}"/>
                </a:ext>
              </a:extLst>
            </p:cNvPr>
            <p:cNvCxnSpPr/>
            <p:nvPr/>
          </p:nvCxnSpPr>
          <p:spPr>
            <a:xfrm>
              <a:off x="4301624" y="2933485"/>
              <a:ext cx="404547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A151B8D-9F65-45E0-B3B1-0A8B51EDE341}"/>
                </a:ext>
              </a:extLst>
            </p:cNvPr>
            <p:cNvCxnSpPr/>
            <p:nvPr/>
          </p:nvCxnSpPr>
          <p:spPr>
            <a:xfrm flipV="1">
              <a:off x="3132383" y="2349144"/>
              <a:ext cx="134849" cy="1347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7D0A5E8-F631-4089-925A-70D9F3048631}"/>
                </a:ext>
              </a:extLst>
            </p:cNvPr>
            <p:cNvSpPr txBox="1"/>
            <p:nvPr/>
          </p:nvSpPr>
          <p:spPr>
            <a:xfrm>
              <a:off x="3041936" y="2177280"/>
              <a:ext cx="263120" cy="2612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050" dirty="0">
                  <a:latin typeface="Arial" charset="0"/>
                </a:rPr>
                <a:t>4</a:t>
              </a:r>
              <a:endParaRPr lang="zh-CN" altLang="en-US" sz="1050" dirty="0">
                <a:latin typeface="Arial" charset="0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187137A6-F2CA-44C5-A42B-C6D66023D5B1}"/>
                </a:ext>
              </a:extLst>
            </p:cNvPr>
            <p:cNvCxnSpPr/>
            <p:nvPr/>
          </p:nvCxnSpPr>
          <p:spPr>
            <a:xfrm>
              <a:off x="3041936" y="2732747"/>
              <a:ext cx="406191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4062503-9CD1-4082-9366-28BBD86D0E56}"/>
                </a:ext>
              </a:extLst>
            </p:cNvPr>
            <p:cNvCxnSpPr/>
            <p:nvPr/>
          </p:nvCxnSpPr>
          <p:spPr>
            <a:xfrm flipV="1">
              <a:off x="3132383" y="2687374"/>
              <a:ext cx="134849" cy="1347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9112AC9-79E7-48E2-B78C-F8D4DF2F20C5}"/>
                </a:ext>
              </a:extLst>
            </p:cNvPr>
            <p:cNvSpPr txBox="1"/>
            <p:nvPr/>
          </p:nvSpPr>
          <p:spPr>
            <a:xfrm>
              <a:off x="3041936" y="2537508"/>
              <a:ext cx="263120" cy="2612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050" dirty="0">
                  <a:latin typeface="Arial" charset="0"/>
                </a:rPr>
                <a:t>4</a:t>
              </a:r>
              <a:endParaRPr lang="zh-CN" altLang="en-US" sz="1050" dirty="0">
                <a:latin typeface="Arial" charset="0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1077E65-865F-47E3-BE12-A4DFF3756264}"/>
                </a:ext>
              </a:extLst>
            </p:cNvPr>
            <p:cNvCxnSpPr/>
            <p:nvPr/>
          </p:nvCxnSpPr>
          <p:spPr>
            <a:xfrm>
              <a:off x="3041936" y="3024229"/>
              <a:ext cx="406191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789" name="TextBox 31">
              <a:extLst>
                <a:ext uri="{FF2B5EF4-FFF2-40B4-BE49-F238E27FC236}">
                  <a16:creationId xmlns:a16="http://schemas.microsoft.com/office/drawing/2014/main" id="{9F01B61F-D781-4309-A011-6DC411E7E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1790" y="2881971"/>
              <a:ext cx="41229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latin typeface="Arial" panose="020B0604020202020204" pitchFamily="34" charset="0"/>
                  <a:ea typeface="宋体" panose="02010600030101010101" pitchFamily="2" charset="-122"/>
                </a:rPr>
                <a:t>Cin</a:t>
              </a:r>
              <a:endParaRPr lang="zh-CN" altLang="en-US" sz="11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36DE8D43-D9DB-4406-888B-17B04027B6B3}"/>
                </a:ext>
              </a:extLst>
            </p:cNvPr>
            <p:cNvCxnSpPr/>
            <p:nvPr/>
          </p:nvCxnSpPr>
          <p:spPr>
            <a:xfrm>
              <a:off x="4301624" y="2519634"/>
              <a:ext cx="404547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A9F6C00-AE32-4881-9F5D-5F54BFC0916D}"/>
                </a:ext>
              </a:extLst>
            </p:cNvPr>
            <p:cNvCxnSpPr/>
            <p:nvPr/>
          </p:nvCxnSpPr>
          <p:spPr>
            <a:xfrm flipV="1">
              <a:off x="4392071" y="2475637"/>
              <a:ext cx="136494" cy="1347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9DC0631-592A-4F81-8646-D1B8A0809822}"/>
                </a:ext>
              </a:extLst>
            </p:cNvPr>
            <p:cNvSpPr txBox="1"/>
            <p:nvPr/>
          </p:nvSpPr>
          <p:spPr>
            <a:xfrm>
              <a:off x="4301624" y="2303772"/>
              <a:ext cx="263120" cy="2626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050" dirty="0">
                  <a:latin typeface="Arial" charset="0"/>
                </a:rPr>
                <a:t>4</a:t>
              </a:r>
              <a:endParaRPr lang="zh-CN" altLang="en-US" sz="1050" dirty="0">
                <a:latin typeface="Arial" charset="0"/>
              </a:endParaRPr>
            </a:p>
          </p:txBody>
        </p:sp>
        <p:sp>
          <p:nvSpPr>
            <p:cNvPr id="117793" name="TextBox 35">
              <a:extLst>
                <a:ext uri="{FF2B5EF4-FFF2-40B4-BE49-F238E27FC236}">
                  <a16:creationId xmlns:a16="http://schemas.microsoft.com/office/drawing/2014/main" id="{C77511BC-8A23-4801-8DA0-34536BE75F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7005" y="2791961"/>
              <a:ext cx="50687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latin typeface="Arial" panose="020B0604020202020204" pitchFamily="34" charset="0"/>
                  <a:ea typeface="宋体" panose="02010600030101010101" pitchFamily="2" charset="-122"/>
                </a:rPr>
                <a:t>Cout</a:t>
              </a:r>
              <a:endParaRPr lang="zh-CN" altLang="en-US" sz="11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794" name="TextBox 36">
              <a:extLst>
                <a:ext uri="{FF2B5EF4-FFF2-40B4-BE49-F238E27FC236}">
                  <a16:creationId xmlns:a16="http://schemas.microsoft.com/office/drawing/2014/main" id="{73D62027-D46E-49ED-8480-A1FA63FF3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7005" y="2393885"/>
              <a:ext cx="27924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100" b="1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endParaRPr lang="zh-CN" altLang="en-US" sz="11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" name="AutoShape 5">
            <a:extLst>
              <a:ext uri="{FF2B5EF4-FFF2-40B4-BE49-F238E27FC236}">
                <a16:creationId xmlns:a16="http://schemas.microsoft.com/office/drawing/2014/main" id="{A6D29C2C-01AD-4B75-A422-AA2C1E8CA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571625"/>
            <a:ext cx="2160588" cy="1136650"/>
          </a:xfrm>
          <a:prstGeom prst="wedgeRoundRectCallout">
            <a:avLst>
              <a:gd name="adj1" fmla="val -84524"/>
              <a:gd name="adj2" fmla="val 86284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CN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How about the circuit after synthesis?</a:t>
            </a:r>
          </a:p>
          <a:p>
            <a:pPr algn="ctr">
              <a:defRPr/>
            </a:pPr>
            <a:r>
              <a:rPr lang="en-US" altLang="zh-CN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Check it.   </a:t>
            </a:r>
            <a:endParaRPr lang="zh-CN" altLang="en-US" sz="1600" b="1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  <a:p>
            <a:pPr algn="ctr">
              <a:defRPr/>
            </a:pPr>
            <a:endParaRPr lang="en-US" sz="1600" b="1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EA321B8-1731-479C-98D3-A671581F8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8" y="2071688"/>
            <a:ext cx="2352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Operator Definition </a:t>
            </a:r>
            <a:endParaRPr lang="zh-CN" altLang="en-US" sz="200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4" name="Object 4">
            <a:extLst>
              <a:ext uri="{FF2B5EF4-FFF2-40B4-BE49-F238E27FC236}">
                <a16:creationId xmlns:a16="http://schemas.microsoft.com/office/drawing/2014/main" id="{29F775F9-89D7-4C21-AB2C-1F6EFB0C1A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9250" y="4071938"/>
          <a:ext cx="1328738" cy="198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71735" imgH="2057400" progId="Excel.Sheet.8">
                  <p:embed/>
                </p:oleObj>
              </mc:Choice>
              <mc:Fallback>
                <p:oleObj name="Worksheet" r:id="rId2" imgW="1371735" imgH="20574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4071938"/>
                        <a:ext cx="1328738" cy="198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5">
            <a:extLst>
              <a:ext uri="{FF2B5EF4-FFF2-40B4-BE49-F238E27FC236}">
                <a16:creationId xmlns:a16="http://schemas.microsoft.com/office/drawing/2014/main" id="{944F26E7-3AC4-4192-B878-774288ABB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2313" y="2708275"/>
          <a:ext cx="1857375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105146" imgH="1581120" progId="Excel.Sheet.8">
                  <p:embed/>
                </p:oleObj>
              </mc:Choice>
              <mc:Fallback>
                <p:oleObj name="Worksheet" r:id="rId4" imgW="2105146" imgH="158112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2708275"/>
                        <a:ext cx="1857375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">
            <a:extLst>
              <a:ext uri="{FF2B5EF4-FFF2-40B4-BE49-F238E27FC236}">
                <a16:creationId xmlns:a16="http://schemas.microsoft.com/office/drawing/2014/main" id="{1D80A1A9-F3C3-4489-BF50-B6AD4FCE79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9450" y="4357688"/>
          <a:ext cx="1971675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2295590" imgH="1638360" progId="Excel.Sheet.8">
                  <p:embed/>
                </p:oleObj>
              </mc:Choice>
              <mc:Fallback>
                <p:oleObj name="Worksheet" r:id="rId6" imgW="2295590" imgH="163836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9450" y="4357688"/>
                        <a:ext cx="1971675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74B27D00-0F0C-4930-A29A-1E5DE6FFAF44}"/>
              </a:ext>
            </a:extLst>
          </p:cNvPr>
          <p:cNvCxnSpPr/>
          <p:nvPr/>
        </p:nvCxnSpPr>
        <p:spPr>
          <a:xfrm flipV="1">
            <a:off x="3830638" y="1143000"/>
            <a:ext cx="3384550" cy="4895850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86BB9E8D-1D23-44FA-9BF9-9A8C8AFD0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549400"/>
            <a:ext cx="40259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8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    [ 3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:0 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]   A, B;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8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  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               Cin;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8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  [ 3:0 ]    S;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800" b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               Cout , Ovout ; 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3E7D27D-CE6E-4E55-AACD-975CE350F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3" y="3090863"/>
            <a:ext cx="37449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assign</a:t>
            </a: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{Cout, S} = A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B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Cin ;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32D50A34-B1F4-439D-99C7-A809F0FDDA27}"/>
              </a:ext>
            </a:extLst>
          </p:cNvPr>
          <p:cNvSpPr/>
          <p:nvPr/>
        </p:nvSpPr>
        <p:spPr>
          <a:xfrm>
            <a:off x="2786063" y="2643188"/>
            <a:ext cx="857250" cy="2889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C08D654-0031-4702-B095-ABFC1E687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3559175"/>
            <a:ext cx="524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assign</a:t>
            </a: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OVout= (</a:t>
            </a:r>
            <a:r>
              <a:rPr lang="en-US" altLang="zh-CN" sz="16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A[3]==B[3]</a:t>
            </a: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&amp;&amp; (</a:t>
            </a:r>
            <a:r>
              <a:rPr lang="en-US" altLang="zh-CN" sz="16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S[3] !=A[3]</a:t>
            </a: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);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55" grpId="0" animBg="1"/>
      <p:bldP spid="59" grpId="0"/>
      <p:bldP spid="43" grpId="0"/>
      <p:bldP spid="49" grpId="0"/>
      <p:bldP spid="60" grpId="0" animBg="1"/>
      <p:bldP spid="3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1CD4C-C030-4622-A4BA-0854281BA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551" y="1456105"/>
            <a:ext cx="7289075" cy="4233861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b="1" dirty="0">
                <a:solidFill>
                  <a:srgbClr val="7030A0"/>
                </a:solidFill>
                <a:cs typeface="Arial" panose="020B0604020202020204" pitchFamily="34" charset="0"/>
              </a:rPr>
              <a:t>module </a:t>
            </a:r>
            <a:r>
              <a:rPr lang="en-US" altLang="en-US" sz="1200" b="1" dirty="0" err="1">
                <a:solidFill>
                  <a:srgbClr val="7030A0"/>
                </a:solidFill>
                <a:cs typeface="Arial" panose="020B0604020202020204" pitchFamily="34" charset="0"/>
              </a:rPr>
              <a:t>AddSub</a:t>
            </a:r>
            <a:r>
              <a:rPr lang="en-US" altLang="en-US" sz="1200" b="1" dirty="0">
                <a:solidFill>
                  <a:srgbClr val="7030A0"/>
                </a:solidFill>
                <a:cs typeface="Arial" panose="020B0604020202020204" pitchFamily="34" charset="0"/>
              </a:rPr>
              <a:t> ( </a:t>
            </a:r>
            <a:r>
              <a:rPr lang="en-US" altLang="en-US" sz="1200" dirty="0">
                <a:cs typeface="Arial" panose="020B0604020202020204" pitchFamily="34" charset="0"/>
              </a:rPr>
              <a:t>input S,		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	       input [3:0] A, B,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	      output </a:t>
            </a:r>
            <a:r>
              <a:rPr lang="en-US" altLang="en-US" sz="1200" dirty="0" err="1">
                <a:cs typeface="Arial" panose="020B0604020202020204" pitchFamily="34" charset="0"/>
              </a:rPr>
              <a:t>reg</a:t>
            </a:r>
            <a:r>
              <a:rPr lang="en-US" altLang="en-US" sz="1200" dirty="0">
                <a:cs typeface="Arial" panose="020B0604020202020204" pitchFamily="34" charset="0"/>
              </a:rPr>
              <a:t> [3:0] F,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	      output </a:t>
            </a:r>
            <a:r>
              <a:rPr lang="en-US" altLang="en-US" sz="1200" dirty="0" err="1">
                <a:cs typeface="Arial" panose="020B0604020202020204" pitchFamily="34" charset="0"/>
              </a:rPr>
              <a:t>reg</a:t>
            </a:r>
            <a:r>
              <a:rPr lang="en-US" altLang="en-US" sz="1200" dirty="0">
                <a:cs typeface="Arial" panose="020B0604020202020204" pitchFamily="34" charset="0"/>
              </a:rPr>
              <a:t> </a:t>
            </a:r>
            <a:r>
              <a:rPr lang="en-US" altLang="en-US" sz="1200" dirty="0" err="1">
                <a:cs typeface="Arial" panose="020B0604020202020204" pitchFamily="34" charset="0"/>
              </a:rPr>
              <a:t>Unsigned_Overflow</a:t>
            </a:r>
            <a:r>
              <a:rPr lang="en-US" altLang="en-US" sz="1200" dirty="0">
                <a:cs typeface="Arial" panose="020B0604020202020204" pitchFamily="34" charset="0"/>
              </a:rPr>
              <a:t>, </a:t>
            </a:r>
            <a:r>
              <a:rPr lang="en-US" altLang="en-US" sz="1200" dirty="0" err="1">
                <a:cs typeface="Arial" panose="020B0604020202020204" pitchFamily="34" charset="0"/>
              </a:rPr>
              <a:t>Signed_Overflow</a:t>
            </a:r>
            <a:r>
              <a:rPr lang="en-US" altLang="en-US" sz="1200" dirty="0">
                <a:cs typeface="Arial" panose="020B0604020202020204" pitchFamily="34" charset="0"/>
              </a:rPr>
              <a:t>  </a:t>
            </a:r>
            <a:r>
              <a:rPr lang="en-US" altLang="en-US" sz="1200" b="1" dirty="0">
                <a:solidFill>
                  <a:srgbClr val="7030A0"/>
                </a:solidFill>
                <a:cs typeface="Arial" panose="020B0604020202020204" pitchFamily="34" charset="0"/>
              </a:rPr>
              <a:t> );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</a:t>
            </a:r>
            <a:r>
              <a:rPr lang="en-US" altLang="en-US" sz="1200" dirty="0" err="1">
                <a:cs typeface="Arial" panose="020B0604020202020204" pitchFamily="34" charset="0"/>
              </a:rPr>
              <a:t>reg</a:t>
            </a:r>
            <a:r>
              <a:rPr lang="en-US" altLang="en-US" sz="1200" dirty="0">
                <a:cs typeface="Arial" panose="020B0604020202020204" pitchFamily="34" charset="0"/>
              </a:rPr>
              <a:t> [4:0] 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</a:t>
            </a:r>
            <a:r>
              <a:rPr lang="en-US" altLang="zh-CN" sz="1200" b="1" dirty="0">
                <a:solidFill>
                  <a:srgbClr val="7030A0"/>
                </a:solidFill>
                <a:cs typeface="Arial" panose="020B0604020202020204" pitchFamily="34" charset="0"/>
              </a:rPr>
              <a:t>assign</a:t>
            </a:r>
            <a:r>
              <a:rPr lang="en-US" altLang="zh-CN" sz="1200" dirty="0">
                <a:cs typeface="Arial" panose="020B0604020202020204" pitchFamily="34" charset="0"/>
              </a:rPr>
              <a:t> </a:t>
            </a:r>
            <a:r>
              <a:rPr lang="en-US" altLang="en-US" sz="1200" dirty="0">
                <a:cs typeface="Arial" panose="020B0604020202020204" pitchFamily="34" charset="0"/>
              </a:rPr>
              <a:t>F = 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[3:0];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</a:t>
            </a:r>
            <a:r>
              <a:rPr lang="en-US" altLang="zh-CN" sz="1200" b="1" dirty="0">
                <a:solidFill>
                  <a:srgbClr val="7030A0"/>
                </a:solidFill>
                <a:cs typeface="Arial" panose="020B0604020202020204" pitchFamily="34" charset="0"/>
              </a:rPr>
              <a:t>assign </a:t>
            </a:r>
            <a:r>
              <a:rPr lang="en-US" altLang="en-US" sz="1200" dirty="0" err="1">
                <a:cs typeface="Arial" panose="020B0604020202020204" pitchFamily="34" charset="0"/>
              </a:rPr>
              <a:t>Unsigned_Overflow</a:t>
            </a:r>
            <a:r>
              <a:rPr lang="en-US" altLang="en-US" sz="1200" dirty="0">
                <a:cs typeface="Arial" panose="020B0604020202020204" pitchFamily="34" charset="0"/>
              </a:rPr>
              <a:t> = 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[4];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b="1" dirty="0">
                <a:solidFill>
                  <a:srgbClr val="7030A0"/>
                </a:solidFill>
                <a:cs typeface="Arial" panose="020B0604020202020204" pitchFamily="34" charset="0"/>
              </a:rPr>
              <a:t>   always @ ( *  ) begin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       </a:t>
            </a:r>
            <a:r>
              <a:rPr lang="en-US" altLang="en-US" sz="1200" b="1" dirty="0">
                <a:solidFill>
                  <a:srgbClr val="00B0F0"/>
                </a:solidFill>
                <a:cs typeface="Arial" panose="020B0604020202020204" pitchFamily="34" charset="0"/>
              </a:rPr>
              <a:t>if (S == 0) begin    </a:t>
            </a:r>
            <a:r>
              <a:rPr lang="en-US" altLang="en-US" sz="1200" dirty="0">
                <a:cs typeface="Arial" panose="020B0604020202020204" pitchFamily="34" charset="0"/>
              </a:rPr>
              <a:t>		            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           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 = {1'b0,A} + {1'b0,B};	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dirty="0">
                <a:cs typeface="Arial" panose="020B0604020202020204" pitchFamily="34" charset="0"/>
              </a:rPr>
              <a:t>              </a:t>
            </a:r>
            <a:r>
              <a:rPr lang="en-US" altLang="en-US" sz="1200" dirty="0" err="1">
                <a:cs typeface="Arial" panose="020B0604020202020204" pitchFamily="34" charset="0"/>
              </a:rPr>
              <a:t>Signed_Overflow</a:t>
            </a:r>
            <a:r>
              <a:rPr lang="en-US" altLang="en-US" sz="1200" dirty="0">
                <a:cs typeface="Arial" panose="020B0604020202020204" pitchFamily="34" charset="0"/>
              </a:rPr>
              <a:t> =  ((!A[3]) &amp; (!B[3]) &amp; (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[3])) + ((A[3]) &amp; (B[3]) &amp; (!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[3]));  </a:t>
            </a:r>
            <a:r>
              <a:rPr lang="en-US" altLang="en-US" sz="1200" b="1" dirty="0">
                <a:solidFill>
                  <a:srgbClr val="00B0F0"/>
                </a:solidFill>
                <a:cs typeface="Arial" panose="020B0604020202020204" pitchFamily="34" charset="0"/>
              </a:rPr>
              <a:t>end</a:t>
            </a:r>
            <a:r>
              <a:rPr lang="en-US" altLang="en-US" sz="1200" dirty="0">
                <a:cs typeface="Arial" panose="020B0604020202020204" pitchFamily="34" charset="0"/>
              </a:rPr>
              <a:t>       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200" dirty="0">
                <a:cs typeface="Arial" panose="020B0604020202020204" pitchFamily="34" charset="0"/>
              </a:rPr>
              <a:t>          </a:t>
            </a:r>
            <a:r>
              <a:rPr lang="en-US" altLang="en-US" sz="1200" b="1" dirty="0">
                <a:solidFill>
                  <a:srgbClr val="00B0F0"/>
                </a:solidFill>
                <a:cs typeface="Arial" panose="020B0604020202020204" pitchFamily="34" charset="0"/>
              </a:rPr>
              <a:t>else begin  </a:t>
            </a:r>
            <a:r>
              <a:rPr lang="en-US" altLang="en-US" sz="1200" dirty="0">
                <a:cs typeface="Arial" panose="020B0604020202020204" pitchFamily="34" charset="0"/>
              </a:rPr>
              <a:t>	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200" dirty="0">
                <a:cs typeface="Arial" panose="020B0604020202020204" pitchFamily="34" charset="0"/>
              </a:rPr>
              <a:t>              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 = {1'b0,A} - {1'b0,B};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200" dirty="0">
                <a:cs typeface="Arial" panose="020B0604020202020204" pitchFamily="34" charset="0"/>
              </a:rPr>
              <a:t>              </a:t>
            </a:r>
            <a:r>
              <a:rPr lang="en-US" altLang="en-US" sz="1200" dirty="0" err="1">
                <a:cs typeface="Arial" panose="020B0604020202020204" pitchFamily="34" charset="0"/>
              </a:rPr>
              <a:t>Signed_Overflow</a:t>
            </a:r>
            <a:r>
              <a:rPr lang="en-US" altLang="en-US" sz="1200" dirty="0">
                <a:cs typeface="Arial" panose="020B0604020202020204" pitchFamily="34" charset="0"/>
              </a:rPr>
              <a:t> =  ((A[3]) &amp; (!B[3]) &amp; (!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[3])) + ((!A[3]) &amp; (B[3]) &amp; (</a:t>
            </a:r>
            <a:r>
              <a:rPr lang="en-US" altLang="en-US" sz="1200" dirty="0" err="1">
                <a:cs typeface="Arial" panose="020B0604020202020204" pitchFamily="34" charset="0"/>
              </a:rPr>
              <a:t>TempF</a:t>
            </a:r>
            <a:r>
              <a:rPr lang="en-US" altLang="en-US" sz="1200" dirty="0">
                <a:cs typeface="Arial" panose="020B0604020202020204" pitchFamily="34" charset="0"/>
              </a:rPr>
              <a:t>[3]));   </a:t>
            </a:r>
            <a:r>
              <a:rPr lang="en-US" altLang="en-US" sz="1200" b="1" dirty="0">
                <a:solidFill>
                  <a:srgbClr val="00B0F0"/>
                </a:solidFill>
                <a:cs typeface="Arial" panose="020B0604020202020204" pitchFamily="34" charset="0"/>
              </a:rPr>
              <a:t>end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200" dirty="0">
                <a:cs typeface="Arial" panose="020B0604020202020204" pitchFamily="34" charset="0"/>
              </a:rPr>
              <a:t>     </a:t>
            </a:r>
            <a:r>
              <a:rPr lang="en-US" altLang="en-US" sz="1200" b="1" dirty="0">
                <a:solidFill>
                  <a:srgbClr val="7030A0"/>
                </a:solidFill>
                <a:cs typeface="Arial" panose="020B0604020202020204" pitchFamily="34" charset="0"/>
              </a:rPr>
              <a:t>end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en-US" sz="1200" b="1" dirty="0" err="1">
                <a:solidFill>
                  <a:srgbClr val="7030A0"/>
                </a:solidFill>
                <a:cs typeface="Arial" panose="020B0604020202020204" pitchFamily="34" charset="0"/>
              </a:rPr>
              <a:t>endmodule</a:t>
            </a:r>
            <a:endParaRPr lang="en-US" altLang="en-US" sz="1200" dirty="0"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1112" y="3507777"/>
            <a:ext cx="92204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05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// addition</a:t>
            </a:r>
          </a:p>
        </p:txBody>
      </p:sp>
      <p:sp>
        <p:nvSpPr>
          <p:cNvPr id="7" name="矩形 6"/>
          <p:cNvSpPr/>
          <p:nvPr/>
        </p:nvSpPr>
        <p:spPr>
          <a:xfrm>
            <a:off x="7215081" y="3830912"/>
            <a:ext cx="172194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// zero extend A and B</a:t>
            </a:r>
            <a:endParaRPr lang="zh-CN" altLang="en-US" sz="1050" b="1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96030" y="4218542"/>
            <a:ext cx="187262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// = </a:t>
            </a:r>
            <a:r>
              <a:rPr lang="en-US" altLang="en-US" sz="105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MSB</a:t>
            </a:r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 of </a:t>
            </a:r>
            <a:r>
              <a:rPr lang="en-US" altLang="en-US" sz="105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A'B'F</a:t>
            </a:r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 + ABF'</a:t>
            </a:r>
          </a:p>
        </p:txBody>
      </p:sp>
      <p:sp>
        <p:nvSpPr>
          <p:cNvPr id="9" name="矩形 8"/>
          <p:cNvSpPr/>
          <p:nvPr/>
        </p:nvSpPr>
        <p:spPr>
          <a:xfrm>
            <a:off x="7271372" y="5017215"/>
            <a:ext cx="187262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// = </a:t>
            </a:r>
            <a:r>
              <a:rPr lang="en-US" altLang="en-US" sz="105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MSB</a:t>
            </a:r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 of </a:t>
            </a:r>
            <a:r>
              <a:rPr lang="en-US" altLang="en-US" sz="105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AB'F</a:t>
            </a:r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' + </a:t>
            </a:r>
            <a:r>
              <a:rPr lang="en-US" altLang="en-US" sz="105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A'BF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50420" y="4287239"/>
            <a:ext cx="91242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05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// subtract</a:t>
            </a:r>
            <a:endParaRPr lang="zh-CN" altLang="en-US" sz="105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52319" y="4586605"/>
            <a:ext cx="172194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// zero extend A and B</a:t>
            </a:r>
            <a:endParaRPr lang="zh-CN" altLang="en-US" sz="1050" b="1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871789" y="1446230"/>
            <a:ext cx="204895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05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// select 0=add, 1=subtract</a:t>
            </a:r>
            <a:endParaRPr lang="zh-CN" altLang="en-US" sz="1050" b="1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EEFEDE17-F063-5F7C-0B7D-41A582162364}"/>
              </a:ext>
            </a:extLst>
          </p:cNvPr>
          <p:cNvSpPr txBox="1">
            <a:spLocks/>
          </p:cNvSpPr>
          <p:nvPr/>
        </p:nvSpPr>
        <p:spPr bwMode="auto">
          <a:xfrm>
            <a:off x="8316913" y="6356350"/>
            <a:ext cx="4429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3E3E4B20-4F72-43C2-BD53-0976D7171938}" type="slidenum">
              <a:rPr lang="zh-CN" altLang="ar-SA" sz="1100" smtClean="0">
                <a:solidFill>
                  <a:schemeClr val="bg1"/>
                </a:solidFill>
              </a:rPr>
              <a:pPr/>
              <a:t>90</a:t>
            </a:fld>
            <a:endParaRPr lang="en-US" altLang="zh-CN" sz="1100">
              <a:solidFill>
                <a:schemeClr val="bg1"/>
              </a:solidFill>
            </a:endParaRP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D7DC6173-3BA1-5DD6-B543-B413B7F0B6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571500" y="635793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66CDAE85-F1A9-464E-ADF6-70B5A3E5F2CF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66BEF327-425F-773A-04DF-AEDA945ED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3838"/>
            <a:ext cx="6543675" cy="615950"/>
          </a:xfrm>
        </p:spPr>
        <p:txBody>
          <a:bodyPr/>
          <a:lstStyle/>
          <a:p>
            <a:r>
              <a:rPr lang="en-US" altLang="zh-CN" dirty="0"/>
              <a:t>4-bit </a:t>
            </a:r>
            <a:r>
              <a:rPr lang="en-US" altLang="zh-CN" dirty="0" err="1"/>
              <a:t>Add_Suber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66616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9" name="Rectangle 3">
            <a:extLst>
              <a:ext uri="{FF2B5EF4-FFF2-40B4-BE49-F238E27FC236}">
                <a16:creationId xmlns:a16="http://schemas.microsoft.com/office/drawing/2014/main" id="{80DACC79-CF93-4E97-ABEE-2206DE276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66800"/>
            <a:ext cx="7186612" cy="5076825"/>
          </a:xfrm>
          <a:ln>
            <a:solidFill>
              <a:schemeClr val="tx1"/>
            </a:solidFill>
          </a:ln>
        </p:spPr>
        <p:txBody>
          <a:bodyPr tIns="137160" rIns="0"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pitchFamily="2" charset="-122"/>
              </a:rPr>
              <a:t>module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ALU8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(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b="1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                          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pitchFamily="2" charset="-122"/>
              </a:rPr>
              <a:t>endmodule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19811" name="灯片编号占位符 4">
            <a:extLst>
              <a:ext uri="{FF2B5EF4-FFF2-40B4-BE49-F238E27FC236}">
                <a16:creationId xmlns:a16="http://schemas.microsoft.com/office/drawing/2014/main" id="{AE45C0E1-7546-4CFF-AB30-47CA2AB87C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3E3E4B20-4F72-43C2-BD53-0976D7171938}" type="slidenum">
              <a:rPr lang="zh-CN" altLang="ar-SA" sz="1100"/>
              <a:pPr/>
              <a:t>91</a:t>
            </a:fld>
            <a:endParaRPr lang="en-US" altLang="zh-CN" sz="1100"/>
          </a:p>
        </p:txBody>
      </p:sp>
      <p:sp>
        <p:nvSpPr>
          <p:cNvPr id="119812" name="Rectangle 2">
            <a:extLst>
              <a:ext uri="{FF2B5EF4-FFF2-40B4-BE49-F238E27FC236}">
                <a16:creationId xmlns:a16="http://schemas.microsoft.com/office/drawing/2014/main" id="{974EB22B-7BD6-459C-B237-AB4700FA644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42938" y="223838"/>
            <a:ext cx="6357937" cy="615950"/>
          </a:xfrm>
        </p:spPr>
        <p:txBody>
          <a:bodyPr anchor="t"/>
          <a:lstStyle/>
          <a:p>
            <a:r>
              <a:rPr lang="en-US" altLang="zh-CN"/>
              <a:t>8-bit ALU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A4DADC-25FD-4DD1-BA27-2B353B1A8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187450"/>
            <a:ext cx="45720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output reg 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[7:0] ALUout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[7:0] left, right,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[1:0] mode,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B30F4E-9775-49F9-944C-1C6DA98F5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2646363"/>
            <a:ext cx="62865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always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@(*)</a:t>
            </a:r>
            <a:r>
              <a:rPr lang="en-US" altLang="zh-CN" sz="1800" b="1" dirty="0">
                <a:solidFill>
                  <a:srgbClr val="FFFF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begin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FFFF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FFFF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FFFF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FFFF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FFFF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FFFF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FFFF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7BADDF-5556-4B37-A8F1-CD2E2000C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3286125"/>
            <a:ext cx="47148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205BA9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case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(mode)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 </a:t>
            </a:r>
            <a:r>
              <a:rPr lang="en-US" altLang="zh-CN" sz="1800" b="1">
                <a:solidFill>
                  <a:srgbClr val="205BA9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0: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ALUout = left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+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right;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 </a:t>
            </a:r>
            <a:r>
              <a:rPr lang="en-US" altLang="zh-CN" sz="1800" b="1">
                <a:solidFill>
                  <a:srgbClr val="205BA9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1: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ALUout = left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-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right;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 </a:t>
            </a:r>
            <a:r>
              <a:rPr lang="en-US" altLang="zh-CN" sz="1800" b="1">
                <a:solidFill>
                  <a:srgbClr val="205BA9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2: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ALUout = left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&amp;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right;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 </a:t>
            </a:r>
            <a:r>
              <a:rPr lang="en-US" altLang="zh-CN" sz="1800" b="1">
                <a:solidFill>
                  <a:srgbClr val="205BA9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3: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ALUout = left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|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right;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205BA9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default: </a:t>
            </a: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ALUout = 8'bX;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205BA9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endcase</a:t>
            </a:r>
            <a:r>
              <a:rPr lang="en-US" altLang="zh-CN" sz="1800" b="1">
                <a:solidFill>
                  <a:srgbClr val="FFFF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  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F544C2F0-0B65-4426-B5ED-87D9AFE80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4714875"/>
            <a:ext cx="1214438" cy="214313"/>
          </a:xfrm>
          <a:prstGeom prst="roundRect">
            <a:avLst>
              <a:gd name="adj" fmla="val 16667"/>
            </a:avLst>
          </a:prstGeom>
          <a:solidFill>
            <a:srgbClr val="FFC000">
              <a:alpha val="2117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AutoShape 9">
            <a:extLst>
              <a:ext uri="{FF2B5EF4-FFF2-40B4-BE49-F238E27FC236}">
                <a16:creationId xmlns:a16="http://schemas.microsoft.com/office/drawing/2014/main" id="{FCF61F64-2481-4B0B-AAE3-DEB3B6438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5500688"/>
            <a:ext cx="3641725" cy="571500"/>
          </a:xfrm>
          <a:prstGeom prst="wedgeRoundRectCallout">
            <a:avLst>
              <a:gd name="adj1" fmla="val -52953"/>
              <a:gd name="adj2" fmla="val -144640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600" b="1" i="1" dirty="0">
                <a:solidFill>
                  <a:schemeClr val="tx2"/>
                </a:solidFill>
                <a:cs typeface="Arial" charset="0"/>
              </a:rPr>
              <a:t>Default</a:t>
            </a:r>
            <a:r>
              <a:rPr lang="en-US" sz="1600" b="1" dirty="0">
                <a:solidFill>
                  <a:schemeClr val="tx2"/>
                </a:solidFill>
                <a:cs typeface="Arial" charset="0"/>
              </a:rPr>
              <a:t> alternative </a:t>
            </a: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if </a:t>
            </a:r>
            <a:r>
              <a:rPr lang="en-US" sz="16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mode c</a:t>
            </a: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ontains anything but </a:t>
            </a:r>
            <a:r>
              <a:rPr lang="en-US" sz="16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1</a:t>
            </a: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s and</a:t>
            </a:r>
            <a:r>
              <a:rPr lang="en-US" sz="16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 0</a:t>
            </a: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s</a:t>
            </a:r>
          </a:p>
          <a:p>
            <a:pPr algn="ctr">
              <a:defRPr/>
            </a:pPr>
            <a:endParaRPr lang="en-US" sz="1600" b="1" dirty="0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C71EE1D3-6965-415A-A030-0C370E80C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1268413"/>
            <a:ext cx="714375" cy="228600"/>
          </a:xfrm>
          <a:prstGeom prst="roundRect">
            <a:avLst>
              <a:gd name="adj" fmla="val 16667"/>
            </a:avLst>
          </a:prstGeom>
          <a:solidFill>
            <a:srgbClr val="FF6600">
              <a:alpha val="3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8D9578EB-5EB5-4D72-B54D-0748B0BE9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85950"/>
            <a:ext cx="3071813" cy="685800"/>
          </a:xfrm>
          <a:prstGeom prst="wedgeRoundRectCallout">
            <a:avLst>
              <a:gd name="adj1" fmla="val 96870"/>
              <a:gd name="adj2" fmla="val -122472"/>
              <a:gd name="adj3" fmla="val 16667"/>
            </a:avLst>
          </a:prstGeom>
          <a:solidFill>
            <a:srgbClr val="EC6D04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Declaration of </a:t>
            </a:r>
            <a:r>
              <a:rPr lang="en-US" altLang="zh-CN" sz="1200" b="1" i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ALUout</a:t>
            </a: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both as </a:t>
            </a:r>
            <a:r>
              <a:rPr lang="en-US" altLang="zh-CN" sz="1200" b="1" i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1200" b="1" i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reg: </a:t>
            </a: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Because of assigning it  within a Procedural Block</a:t>
            </a:r>
          </a:p>
        </p:txBody>
      </p:sp>
      <p:sp>
        <p:nvSpPr>
          <p:cNvPr id="119820" name="日期占位符 2">
            <a:extLst>
              <a:ext uri="{FF2B5EF4-FFF2-40B4-BE49-F238E27FC236}">
                <a16:creationId xmlns:a16="http://schemas.microsoft.com/office/drawing/2014/main" id="{E024B36B-4729-47BD-BC93-0B4AF9E2B42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571500" y="635793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66CDAE85-F1A9-464E-ADF6-70B5A3E5F2CF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5" name="TextBox 44">
            <a:extLst>
              <a:ext uri="{FF2B5EF4-FFF2-40B4-BE49-F238E27FC236}">
                <a16:creationId xmlns:a16="http://schemas.microsoft.com/office/drawing/2014/main" id="{BB36CB84-C181-4A33-BB75-F5221BE70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438" y="4926013"/>
            <a:ext cx="1979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x: undetermined</a:t>
            </a:r>
            <a:endParaRPr lang="zh-CN" altLang="en-US" sz="18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A2B28F-C451-4127-87B3-E8B4432FA458}"/>
              </a:ext>
            </a:extLst>
          </p:cNvPr>
          <p:cNvSpPr txBox="1">
            <a:spLocks noChangeArrowheads="1"/>
          </p:cNvSpPr>
          <p:nvPr/>
        </p:nvSpPr>
        <p:spPr>
          <a:xfrm>
            <a:off x="385763" y="233363"/>
            <a:ext cx="8704262" cy="6302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dirty="0">
                <a:cs typeface="+mn-cs"/>
              </a:rPr>
              <a:t>Design &amp; Analysis of Combinational Circuits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282A4-CD1B-498D-9D9F-C3E2CE65358D}"/>
              </a:ext>
            </a:extLst>
          </p:cNvPr>
          <p:cNvSpPr txBox="1">
            <a:spLocks noChangeArrowheads="1"/>
          </p:cNvSpPr>
          <p:nvPr/>
        </p:nvSpPr>
        <p:spPr>
          <a:xfrm>
            <a:off x="206375" y="908050"/>
            <a:ext cx="8621713" cy="53117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lvl="1" indent="-360363">
              <a:buFont typeface="Arial" pitchFamily="34" charset="0"/>
              <a:buChar char="•"/>
              <a:defRPr/>
            </a:pPr>
            <a:r>
              <a:rPr lang="en-US" altLang="zh-CN" b="1" dirty="0">
                <a:latin typeface="Comic Sans MS" pitchFamily="66" charset="0"/>
              </a:rPr>
              <a:t>Digital Circuit Design </a:t>
            </a:r>
            <a:r>
              <a:rPr lang="en-US" altLang="zh-CN" b="1" dirty="0">
                <a:latin typeface="Comic Sans MS" pitchFamily="66" charset="0"/>
                <a:sym typeface="Symbol" panose="05050102010706020507" pitchFamily="18" charset="2"/>
              </a:rPr>
              <a:t>is</a:t>
            </a:r>
            <a:r>
              <a:rPr lang="en-US" altLang="zh-CN" b="1" dirty="0">
                <a:latin typeface="Comic Sans MS" pitchFamily="66" charset="0"/>
              </a:rPr>
              <a:t>: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To descript and simplify the function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truth table/ K map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sym typeface="Symbol" panose="05050102010706020507" pitchFamily="18" charset="2"/>
              </a:rPr>
              <a:t>l</a:t>
            </a:r>
            <a:r>
              <a:rPr lang="en-US" altLang="zh-CN" sz="1600" b="1" dirty="0">
                <a:solidFill>
                  <a:srgbClr val="FF0000"/>
                </a:solidFill>
              </a:rPr>
              <a:t>ogical algebra </a:t>
            </a:r>
            <a:r>
              <a:rPr lang="en-US" altLang="zh-CN" sz="16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expressions/equations</a:t>
            </a:r>
          </a:p>
          <a:p>
            <a:pPr marL="1611313" lvl="2">
              <a:buFont typeface="Arial" pitchFamily="34" charset="0"/>
              <a:buNone/>
              <a:defRPr/>
            </a:pPr>
            <a:r>
              <a:rPr lang="en-US" altLang="zh-CN" sz="1600" b="1" dirty="0">
                <a:solidFill>
                  <a:srgbClr val="FF0000"/>
                </a:solidFill>
                <a:sym typeface="Symbol" panose="05050102010706020507" pitchFamily="18" charset="2"/>
              </a:rPr>
              <a:t>     CSOP/</a:t>
            </a:r>
            <a:r>
              <a:rPr lang="en-US" altLang="zh-CN" sz="1600" b="1" dirty="0" err="1">
                <a:solidFill>
                  <a:srgbClr val="FF0000"/>
                </a:solidFill>
                <a:sym typeface="Symbol" panose="05050102010706020507" pitchFamily="18" charset="2"/>
              </a:rPr>
              <a:t>Minterm</a:t>
            </a:r>
            <a:r>
              <a:rPr lang="en-US" altLang="zh-CN" sz="1600" b="1" dirty="0">
                <a:solidFill>
                  <a:srgbClr val="FF0000"/>
                </a:solidFill>
                <a:sym typeface="Symbol" panose="05050102010706020507" pitchFamily="18" charset="2"/>
              </a:rPr>
              <a:t> list, CPOS/</a:t>
            </a:r>
            <a:r>
              <a:rPr lang="en-US" altLang="zh-CN" sz="1600" b="1" dirty="0" err="1">
                <a:solidFill>
                  <a:srgbClr val="FF0000"/>
                </a:solidFill>
                <a:sym typeface="Symbol" panose="05050102010706020507" pitchFamily="18" charset="2"/>
              </a:rPr>
              <a:t>Maxterm</a:t>
            </a:r>
            <a:r>
              <a:rPr lang="en-US" altLang="zh-CN" sz="1600" b="1" dirty="0">
                <a:solidFill>
                  <a:srgbClr val="FF0000"/>
                </a:solidFill>
                <a:sym typeface="Symbol" panose="05050102010706020507" pitchFamily="18" charset="2"/>
              </a:rPr>
              <a:t> list, MSOP, MPOS</a:t>
            </a:r>
            <a:endParaRPr lang="en-US" altLang="zh-CN" sz="1600" b="1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</a:rPr>
              <a:t>circuit diagram (Schematic at Module level, RTL level, etc. )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</a:rPr>
              <a:t> </a:t>
            </a:r>
            <a:r>
              <a:rPr lang="en-US" altLang="zh-CN" sz="1600" dirty="0"/>
              <a:t>timing </a:t>
            </a:r>
            <a:r>
              <a:rPr lang="en-US" altLang="zh-CN" sz="1600" dirty="0">
                <a:latin typeface="Arial" charset="0"/>
              </a:rPr>
              <a:t>diagram (Waveform)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</a:rPr>
              <a:t> 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Hardware Description Language code (VHDL, </a:t>
            </a:r>
            <a:r>
              <a:rPr lang="en-US" altLang="zh-CN" sz="1600" dirty="0" err="1">
                <a:ea typeface="宋体" panose="02010600030101010101" pitchFamily="2" charset="-122"/>
                <a:sym typeface="Symbol" panose="05050102010706020507" pitchFamily="18" charset="2"/>
              </a:rPr>
              <a:t>Verilog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, etc.)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To realize the hardware 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gates or other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Programmable Logic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Application Special Integrate Circuit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mic Sans MS" pitchFamily="66" charset="0"/>
                <a:sym typeface="Symbol" panose="05050102010706020507" pitchFamily="18" charset="2"/>
              </a:rPr>
              <a:t>Digital Circuit Analysis is: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determine the behavior of the circuit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verify the correctness of the circuit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assist in converting the circuit to a different form</a:t>
            </a:r>
          </a:p>
        </p:txBody>
      </p:sp>
      <p:sp>
        <p:nvSpPr>
          <p:cNvPr id="86020" name="日期占位符 1">
            <a:extLst>
              <a:ext uri="{FF2B5EF4-FFF2-40B4-BE49-F238E27FC236}">
                <a16:creationId xmlns:a16="http://schemas.microsoft.com/office/drawing/2014/main" id="{F29DBBC0-0364-4570-883C-7A8BC6F8AF0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10D232A-3A01-462C-83F3-89941F73F941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B0647DEE-CCA1-4835-0E52-F919BAF77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92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3230987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E4C4B8-DBB5-4530-B238-7968351859E3}"/>
              </a:ext>
            </a:extLst>
          </p:cNvPr>
          <p:cNvSpPr txBox="1">
            <a:spLocks noChangeArrowheads="1"/>
          </p:cNvSpPr>
          <p:nvPr/>
        </p:nvSpPr>
        <p:spPr>
          <a:xfrm>
            <a:off x="385763" y="233363"/>
            <a:ext cx="8704262" cy="6302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dirty="0">
                <a:cs typeface="+mn-cs"/>
              </a:rPr>
              <a:t>Design &amp; Analysis of Combinational Circuits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D666D8-7E3A-4D18-A3ED-8EFCFE24433E}"/>
              </a:ext>
            </a:extLst>
          </p:cNvPr>
          <p:cNvSpPr txBox="1">
            <a:spLocks noChangeArrowheads="1"/>
          </p:cNvSpPr>
          <p:nvPr/>
        </p:nvSpPr>
        <p:spPr>
          <a:xfrm>
            <a:off x="225425" y="908050"/>
            <a:ext cx="8891588" cy="53117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lvl="1" indent="-360363">
              <a:buFont typeface="Arial" pitchFamily="34" charset="0"/>
              <a:buChar char="•"/>
              <a:defRPr/>
            </a:pPr>
            <a:r>
              <a:rPr lang="en-US" altLang="zh-CN" b="1" dirty="0">
                <a:latin typeface="Comic Sans MS" pitchFamily="66" charset="0"/>
              </a:rPr>
              <a:t>Digital Circuit Design </a:t>
            </a:r>
            <a:r>
              <a:rPr lang="en-US" altLang="zh-CN" b="1" dirty="0">
                <a:latin typeface="Comic Sans MS" pitchFamily="66" charset="0"/>
                <a:sym typeface="Symbol" panose="05050102010706020507" pitchFamily="18" charset="2"/>
              </a:rPr>
              <a:t>is</a:t>
            </a:r>
            <a:r>
              <a:rPr lang="en-US" altLang="zh-CN" b="1" dirty="0">
                <a:latin typeface="Comic Sans MS" pitchFamily="66" charset="0"/>
              </a:rPr>
              <a:t>: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To descript and simplify the function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truth table/ K map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>
                <a:sym typeface="Symbol" panose="05050102010706020507" pitchFamily="18" charset="2"/>
              </a:rPr>
              <a:t>l</a:t>
            </a:r>
            <a:r>
              <a:rPr lang="en-US" altLang="zh-CN" sz="1600" dirty="0"/>
              <a:t>ogical algebra </a:t>
            </a: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expressions/equations</a:t>
            </a:r>
          </a:p>
          <a:p>
            <a:pPr marL="1611313" lvl="2">
              <a:buFont typeface="Arial" pitchFamily="34" charset="0"/>
              <a:buNone/>
              <a:defRPr/>
            </a:pPr>
            <a:r>
              <a:rPr lang="en-US" altLang="zh-CN" sz="1600" dirty="0">
                <a:sym typeface="Symbol" panose="05050102010706020507" pitchFamily="18" charset="2"/>
              </a:rPr>
              <a:t>     CSOP/</a:t>
            </a:r>
            <a:r>
              <a:rPr lang="en-US" altLang="zh-CN" sz="1600" dirty="0" err="1">
                <a:sym typeface="Symbol" panose="05050102010706020507" pitchFamily="18" charset="2"/>
              </a:rPr>
              <a:t>Minterm</a:t>
            </a:r>
            <a:r>
              <a:rPr lang="en-US" altLang="zh-CN" sz="1600" dirty="0">
                <a:sym typeface="Symbol" panose="05050102010706020507" pitchFamily="18" charset="2"/>
              </a:rPr>
              <a:t> list, CPOS/</a:t>
            </a:r>
            <a:r>
              <a:rPr lang="en-US" altLang="zh-CN" sz="1600" dirty="0" err="1">
                <a:sym typeface="Symbol" panose="05050102010706020507" pitchFamily="18" charset="2"/>
              </a:rPr>
              <a:t>Maxterm</a:t>
            </a:r>
            <a:r>
              <a:rPr lang="en-US" altLang="zh-CN" sz="1600" dirty="0">
                <a:sym typeface="Symbol" panose="05050102010706020507" pitchFamily="18" charset="2"/>
              </a:rPr>
              <a:t> list, MSOP, MPOS</a:t>
            </a:r>
            <a:endParaRPr lang="en-US" altLang="zh-CN" sz="16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>
                <a:latin typeface="Arial" charset="0"/>
              </a:rPr>
              <a:t>circuit diagram (Schematic at Module level, RTL level, etc. )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latin typeface="Arial" charset="0"/>
              </a:rPr>
              <a:t> </a:t>
            </a:r>
            <a:r>
              <a:rPr lang="en-US" altLang="zh-CN" sz="1600" dirty="0"/>
              <a:t>timing </a:t>
            </a:r>
            <a:r>
              <a:rPr lang="en-US" altLang="zh-CN" sz="1600" dirty="0">
                <a:latin typeface="Arial" charset="0"/>
              </a:rPr>
              <a:t>diagram (Waveform)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Hardware Description Language code (VHDL, </a:t>
            </a:r>
            <a:r>
              <a:rPr lang="en-US" altLang="zh-CN" sz="1600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Verilog</a:t>
            </a:r>
            <a:r>
              <a:rPr lang="en-US" altLang="zh-CN" sz="16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etc.)</a:t>
            </a:r>
          </a:p>
          <a:p>
            <a:pPr marL="1082675" lvl="1">
              <a:defRPr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To realize the hardware 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dirty="0">
                <a:ea typeface="宋体" panose="02010600030101010101" pitchFamily="2" charset="-122"/>
                <a:sym typeface="Symbol" panose="05050102010706020507" pitchFamily="18" charset="2"/>
              </a:rPr>
              <a:t> gates or other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Programmable Logic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6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Application Special Integrate Circuit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mic Sans MS" pitchFamily="66" charset="0"/>
                <a:sym typeface="Symbol" panose="05050102010706020507" pitchFamily="18" charset="2"/>
              </a:rPr>
              <a:t>Digital Circuit Analysis is: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determine the behavior of the circuit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verify the correctness of the circuit</a:t>
            </a:r>
          </a:p>
          <a:p>
            <a:pPr marL="1082675" lvl="1"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 assist in converting the circuit to a different form</a:t>
            </a:r>
          </a:p>
        </p:txBody>
      </p:sp>
      <p:sp>
        <p:nvSpPr>
          <p:cNvPr id="87044" name="日期占位符 1">
            <a:extLst>
              <a:ext uri="{FF2B5EF4-FFF2-40B4-BE49-F238E27FC236}">
                <a16:creationId xmlns:a16="http://schemas.microsoft.com/office/drawing/2014/main" id="{6B65809D-91F6-413B-BA1E-74D94E5583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7D10A368-52CD-47FF-A890-D892E2086EE0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73042-C005-43C3-88FD-745AC7277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3" y="3519488"/>
            <a:ext cx="4102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CAD</a:t>
            </a:r>
            <a:r>
              <a:rPr lang="zh-CN" altLang="en-US" sz="18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8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Computer Aided Design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EDA</a:t>
            </a:r>
            <a:r>
              <a:rPr lang="zh-CN" altLang="en-US" sz="18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800" b="1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Electronic  Design Automatic</a:t>
            </a:r>
            <a:endParaRPr lang="zh-CN" altLang="en-US" sz="1800" b="1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EE9496FB-4E66-A561-72D5-0C1D71A8E6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93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38805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>
            <a:extLst>
              <a:ext uri="{FF2B5EF4-FFF2-40B4-BE49-F238E27FC236}">
                <a16:creationId xmlns:a16="http://schemas.microsoft.com/office/drawing/2014/main" id="{318CF2BB-E23C-4948-A9E8-95AC14CF6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142875"/>
            <a:ext cx="7437437" cy="757238"/>
          </a:xfrm>
        </p:spPr>
        <p:txBody>
          <a:bodyPr/>
          <a:lstStyle/>
          <a:p>
            <a:r>
              <a:rPr lang="en-US" altLang="zh-CN"/>
              <a:t>VHDL  vs. Verilog</a:t>
            </a:r>
          </a:p>
        </p:txBody>
      </p:sp>
      <p:graphicFrame>
        <p:nvGraphicFramePr>
          <p:cNvPr id="5" name="Group 28">
            <a:extLst>
              <a:ext uri="{FF2B5EF4-FFF2-40B4-BE49-F238E27FC236}">
                <a16:creationId xmlns:a16="http://schemas.microsoft.com/office/drawing/2014/main" id="{7DDF7430-7723-490D-8195-A405F8CD9BB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341313" y="1042988"/>
          <a:ext cx="8461375" cy="2724172"/>
        </p:xfrm>
        <a:graphic>
          <a:graphicData uri="http://schemas.openxmlformats.org/drawingml/2006/table">
            <a:tbl>
              <a:tblPr/>
              <a:tblGrid>
                <a:gridCol w="4117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59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Government Developed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1981</a:t>
                      </a:r>
                    </a:p>
                  </a:txBody>
                  <a:tcPr marL="91445" marR="91445"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Commercially Developed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1985</a:t>
                      </a:r>
                    </a:p>
                  </a:txBody>
                  <a:tcPr marL="91445" marR="91445"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Ada</a:t>
                      </a: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based</a:t>
                      </a:r>
                    </a:p>
                  </a:txBody>
                  <a:tcPr marL="91445" marR="91445"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 based</a:t>
                      </a:r>
                    </a:p>
                  </a:txBody>
                  <a:tcPr marL="91445" marR="91445"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Strongly Type Cast</a:t>
                      </a:r>
                    </a:p>
                  </a:txBody>
                  <a:tcPr marL="91445" marR="91445"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Mildly Type Cast</a:t>
                      </a:r>
                    </a:p>
                  </a:txBody>
                  <a:tcPr marL="91445" marR="91445"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Case-insensitive</a:t>
                      </a:r>
                    </a:p>
                  </a:txBody>
                  <a:tcPr marL="91445" marR="91445"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Case-sensitive</a:t>
                      </a:r>
                    </a:p>
                  </a:txBody>
                  <a:tcPr marL="91445" marR="91445"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Difficult to learn</a:t>
                      </a:r>
                    </a:p>
                  </a:txBody>
                  <a:tcPr marL="91445" marR="91445"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</a:t>
                      </a:r>
                      <a:r>
                        <a:rPr kumimoji="1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sier</a:t>
                      </a:r>
                      <a:r>
                        <a:rPr kumimoji="1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Learn</a:t>
                      </a:r>
                    </a:p>
                  </a:txBody>
                  <a:tcPr marL="91445" marR="91445"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A1D11F9C-BB82-4F86-A9FC-7403AC45B988}"/>
              </a:ext>
            </a:extLst>
          </p:cNvPr>
          <p:cNvSpPr/>
          <p:nvPr/>
        </p:nvSpPr>
        <p:spPr>
          <a:xfrm>
            <a:off x="179388" y="3992563"/>
            <a:ext cx="8937625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85800" lvl="1" indent="-685800">
              <a:defRPr/>
            </a:pPr>
            <a:r>
              <a:rPr lang="en-US" altLang="zh-CN" sz="2400" b="1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VHDL</a:t>
            </a:r>
            <a:r>
              <a:rPr lang="en-US" altLang="zh-CN" b="1" dirty="0">
                <a:ea typeface="ＭＳ Ｐゴシック" panose="020B0600070205080204" pitchFamily="34" charset="-128"/>
              </a:rPr>
              <a:t> is an acronym for :</a:t>
            </a:r>
          </a:p>
          <a:p>
            <a:pPr marL="685800" lvl="1" indent="-228600">
              <a:defRPr/>
            </a:pPr>
            <a:r>
              <a:rPr lang="en-US" altLang="zh-CN" sz="2400" b="1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V</a:t>
            </a:r>
            <a:r>
              <a:rPr lang="en-US" altLang="zh-CN" dirty="0">
                <a:ea typeface="ＭＳ Ｐゴシック" panose="020B0600070205080204" pitchFamily="34" charset="-128"/>
              </a:rPr>
              <a:t>HSIC (Very High Speed Integrated Circuit) </a:t>
            </a:r>
            <a:r>
              <a:rPr lang="en-US" altLang="zh-CN" sz="2400" b="1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H</a:t>
            </a:r>
            <a:r>
              <a:rPr lang="en-US" altLang="zh-CN" dirty="0">
                <a:ea typeface="ＭＳ Ｐゴシック" panose="020B0600070205080204" pitchFamily="34" charset="-128"/>
              </a:rPr>
              <a:t>ardware </a:t>
            </a:r>
            <a:r>
              <a:rPr lang="en-US" altLang="zh-CN" sz="2400" b="1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D</a:t>
            </a:r>
            <a:r>
              <a:rPr lang="en-US" altLang="zh-CN" dirty="0">
                <a:ea typeface="ＭＳ Ｐゴシック" panose="020B0600070205080204" pitchFamily="34" charset="-128"/>
              </a:rPr>
              <a:t>escription </a:t>
            </a:r>
            <a:r>
              <a:rPr lang="en-US" altLang="zh-CN" sz="2400" b="1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L</a:t>
            </a:r>
            <a:r>
              <a:rPr lang="en-US" altLang="zh-CN" dirty="0">
                <a:ea typeface="ＭＳ Ｐゴシック" panose="020B0600070205080204" pitchFamily="34" charset="-128"/>
              </a:rPr>
              <a:t>anguage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5040E-1ACE-4016-BF6C-F2DE8E6D7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5086350"/>
            <a:ext cx="8937625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ts val="60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HDLs is used to describe a 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HARDWARE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! 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They are quite different with the tradition program language!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90" name="日期占位符 3">
            <a:extLst>
              <a:ext uri="{FF2B5EF4-FFF2-40B4-BE49-F238E27FC236}">
                <a16:creationId xmlns:a16="http://schemas.microsoft.com/office/drawing/2014/main" id="{05B57D1E-1E0D-4BA6-8F91-AD7139385A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11A1F6B-D9D9-4007-8004-0DD87046B3A6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AAB691-60F6-4B6D-B10D-13D3D3828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763" y="3822700"/>
            <a:ext cx="1106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Chap1.4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3F5B2002-485B-4052-3B2B-9B772702D1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94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281993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FB133730-A7E6-4EE2-8807-20352836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TOP-DOWN Design</a:t>
            </a:r>
            <a:endParaRPr lang="zh-CN" altLang="en-US"/>
          </a:p>
        </p:txBody>
      </p:sp>
      <p:sp>
        <p:nvSpPr>
          <p:cNvPr id="90115" name="日期占位符 2">
            <a:extLst>
              <a:ext uri="{FF2B5EF4-FFF2-40B4-BE49-F238E27FC236}">
                <a16:creationId xmlns:a16="http://schemas.microsoft.com/office/drawing/2014/main" id="{C0C94229-AF04-4EF1-BF7F-F2FCF27EC3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E9E1096-0DAB-41B4-9FC9-175E17EF5000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95A3E16-959B-4367-95C1-603020F4066C}"/>
              </a:ext>
            </a:extLst>
          </p:cNvPr>
          <p:cNvSpPr/>
          <p:nvPr/>
        </p:nvSpPr>
        <p:spPr>
          <a:xfrm>
            <a:off x="522288" y="1719263"/>
            <a:ext cx="3240087" cy="4275137"/>
          </a:xfrm>
          <a:prstGeom prst="rect">
            <a:avLst/>
          </a:prstGeom>
          <a:noFill/>
          <a:ln w="412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BD5153B-7B60-43B7-B726-DB94559E84EE}"/>
              </a:ext>
            </a:extLst>
          </p:cNvPr>
          <p:cNvSpPr/>
          <p:nvPr/>
        </p:nvSpPr>
        <p:spPr>
          <a:xfrm>
            <a:off x="5381625" y="1628775"/>
            <a:ext cx="3330575" cy="4410075"/>
          </a:xfrm>
          <a:prstGeom prst="rect">
            <a:avLst/>
          </a:prstGeom>
          <a:noFill/>
          <a:ln w="412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716006-3591-4CD5-8B14-14E8D2E3E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808163"/>
            <a:ext cx="16906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Control Module</a:t>
            </a:r>
            <a:endParaRPr lang="zh-CN" altLang="en-US" sz="1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7B9AD0-8516-478B-8713-AADEAA690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1673225"/>
            <a:ext cx="18383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Datapath Module</a:t>
            </a:r>
            <a:endParaRPr lang="zh-CN" altLang="en-US" sz="1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764849-A102-4DA4-9AD6-38DEC3FAF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2124075"/>
            <a:ext cx="1304925" cy="1169988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PART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(combination)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BA9657-9C87-4D55-958F-CD72CB4B9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3429000"/>
            <a:ext cx="1349375" cy="1169988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PART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(combination)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93A706-CC36-4395-9343-C5AC58836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988" y="2393950"/>
            <a:ext cx="1350962" cy="1439863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PART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(sequential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FSM)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8159C8-1DB7-4C62-996C-8F42FEE40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563" y="1763713"/>
            <a:ext cx="1260475" cy="126047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PART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(combination)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67EA1C-B428-4AC4-8A03-E36CA5C2E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563" y="3159125"/>
            <a:ext cx="1260475" cy="126047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PART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(combination)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D52022-3D15-49BF-A59D-47DFD03F0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2214563"/>
            <a:ext cx="1349375" cy="130492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PART 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(Register)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8A8589-9471-43FE-BFEA-46C3BCF85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563" y="4554538"/>
            <a:ext cx="1260475" cy="126047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PART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(combination)</a:t>
            </a: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383E7A8-5B8C-462E-82DB-604747248B10}"/>
              </a:ext>
            </a:extLst>
          </p:cNvPr>
          <p:cNvSpPr/>
          <p:nvPr/>
        </p:nvSpPr>
        <p:spPr>
          <a:xfrm>
            <a:off x="161925" y="1042988"/>
            <a:ext cx="8775700" cy="5086350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BC0C108-F1CE-4D62-807A-F81D96253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3608388"/>
            <a:ext cx="1349375" cy="1306512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PART 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(Counter)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CF84D2-CD68-4248-97A1-877BB99B2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089025"/>
            <a:ext cx="213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Digital circuit</a:t>
            </a:r>
            <a:endParaRPr lang="zh-CN" altLang="en-US" sz="2400" b="1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8D5F781-8037-4B41-86B8-C96EE52B8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1052513"/>
            <a:ext cx="24304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Top-level module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8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ADB8BE-E18D-49EB-B306-FB7CE5039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3789363"/>
            <a:ext cx="14160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Interconnect</a:t>
            </a:r>
            <a:endParaRPr lang="zh-CN" altLang="en-US" sz="1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左右箭头 72">
            <a:extLst>
              <a:ext uri="{FF2B5EF4-FFF2-40B4-BE49-F238E27FC236}">
                <a16:creationId xmlns:a16="http://schemas.microsoft.com/office/drawing/2014/main" id="{E9306E99-9118-4587-8DFE-6F79A6B56121}"/>
              </a:ext>
            </a:extLst>
          </p:cNvPr>
          <p:cNvSpPr/>
          <p:nvPr/>
        </p:nvSpPr>
        <p:spPr>
          <a:xfrm>
            <a:off x="3762375" y="3608388"/>
            <a:ext cx="1574800" cy="676275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B79DC3-92F8-4392-B620-4E6F71E05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988" y="4059238"/>
            <a:ext cx="1350962" cy="1439862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PART 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(sequential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FSM)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CAB065-F203-45CA-948D-C80D68EB9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5138738"/>
            <a:ext cx="12557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Interconnect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" name="左右箭头 75">
            <a:extLst>
              <a:ext uri="{FF2B5EF4-FFF2-40B4-BE49-F238E27FC236}">
                <a16:creationId xmlns:a16="http://schemas.microsoft.com/office/drawing/2014/main" id="{A3422F6D-2332-40F2-989E-AEF19CBBD2A5}"/>
              </a:ext>
            </a:extLst>
          </p:cNvPr>
          <p:cNvSpPr/>
          <p:nvPr/>
        </p:nvSpPr>
        <p:spPr>
          <a:xfrm>
            <a:off x="611188" y="4959350"/>
            <a:ext cx="1350962" cy="674688"/>
          </a:xfrm>
          <a:prstGeom prst="leftRightArrow">
            <a:avLst>
              <a:gd name="adj1" fmla="val 46775"/>
              <a:gd name="adj2" fmla="val 50000"/>
            </a:avLst>
          </a:prstGeom>
          <a:noFill/>
          <a:ln w="38100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>
              <a:solidFill>
                <a:srgbClr val="003399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70C0C7-A4E3-4BCB-9B76-6DE302BE6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888" y="5229225"/>
            <a:ext cx="12557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Interconnect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左右箭头 77">
            <a:extLst>
              <a:ext uri="{FF2B5EF4-FFF2-40B4-BE49-F238E27FC236}">
                <a16:creationId xmlns:a16="http://schemas.microsoft.com/office/drawing/2014/main" id="{FE8403AF-9E1B-45F3-A193-69FC183C841F}"/>
              </a:ext>
            </a:extLst>
          </p:cNvPr>
          <p:cNvSpPr/>
          <p:nvPr/>
        </p:nvSpPr>
        <p:spPr>
          <a:xfrm>
            <a:off x="7181850" y="5049838"/>
            <a:ext cx="1350963" cy="674687"/>
          </a:xfrm>
          <a:prstGeom prst="leftRightArrow">
            <a:avLst>
              <a:gd name="adj1" fmla="val 46775"/>
              <a:gd name="adj2" fmla="val 50000"/>
            </a:avLst>
          </a:prstGeom>
          <a:noFill/>
          <a:ln w="38100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>
              <a:solidFill>
                <a:srgbClr val="003399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61D4482-2740-4A56-8A74-FB8D07C24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2725738"/>
            <a:ext cx="1304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0B7D92B-23BB-49E1-977F-FFA2CCCE5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4059238"/>
            <a:ext cx="1304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6A4AB75-205C-4DA1-A9AA-70C97102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265488"/>
            <a:ext cx="1306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FAA43FE-AA71-4920-8E4C-82E04EF03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4921250"/>
            <a:ext cx="1306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A022E7B-7357-4D4B-B020-B1E3C3B28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2474913"/>
            <a:ext cx="130492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1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9D9C278-0A57-4B16-BB59-518256FE7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3851275"/>
            <a:ext cx="1304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942CB0C-1053-473B-B83B-99A00FA0B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5246688"/>
            <a:ext cx="1304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139EE9E-5FE9-41A9-A247-580AB631C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906713"/>
            <a:ext cx="1304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6BEA20B-A286-418F-9678-7BDEC9BD0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4863" y="4346575"/>
            <a:ext cx="1304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port-function</a:t>
            </a:r>
            <a:endParaRPr lang="zh-CN" altLang="en-US" sz="1400" b="1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011DC2DE-1FB9-56DF-D4B8-0568A5AEFD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95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3315765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3">
            <a:extLst>
              <a:ext uri="{FF2B5EF4-FFF2-40B4-BE49-F238E27FC236}">
                <a16:creationId xmlns:a16="http://schemas.microsoft.com/office/drawing/2014/main" id="{6D8A5317-C199-436B-9BD1-C903C53B0CC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solidFill>
                  <a:srgbClr val="0A419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January 2006</a:t>
            </a:r>
          </a:p>
        </p:txBody>
      </p:sp>
      <p:sp>
        <p:nvSpPr>
          <p:cNvPr id="91140" name="Rectangle 2">
            <a:extLst>
              <a:ext uri="{FF2B5EF4-FFF2-40B4-BE49-F238E27FC236}">
                <a16:creationId xmlns:a16="http://schemas.microsoft.com/office/drawing/2014/main" id="{3A4CADBB-7A66-4CEE-95F8-1BA6D567EC5F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altLang="zh-CN"/>
              <a:t>Basic Verilog Modeling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7597A00-35E4-4C85-82CF-C7023FEB3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089025"/>
            <a:ext cx="7966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ea typeface="MS PGothic" panose="020B0600070205080204" pitchFamily="34" charset="-128"/>
              </a:rPr>
              <a:t>module </a:t>
            </a:r>
            <a:r>
              <a:rPr lang="en-US" altLang="zh-CN" sz="2000">
                <a:ea typeface="MS PGothic" panose="020B0600070205080204" pitchFamily="34" charset="-128"/>
              </a:rPr>
              <a:t>is a most basic   building block of a design</a:t>
            </a:r>
            <a:r>
              <a:rPr kumimoji="1" lang="en-US" altLang="zh-CN" sz="2000"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584A4621-A35D-4466-9017-F1281FB74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924175"/>
            <a:ext cx="3600450" cy="831850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 port_mode  </a:t>
            </a:r>
            <a:r>
              <a:rPr kumimoji="1" lang="en-US" altLang="zh-CN" sz="1600" b="1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port_name1;</a:t>
            </a:r>
            <a:endParaRPr kumimoji="1" lang="en-US" altLang="zh-CN" sz="1400" b="1"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 port_mode</a:t>
            </a:r>
            <a:r>
              <a:rPr lang="en-US" altLang="zh-CN" sz="1600">
                <a:latin typeface="Courier New" panose="02070309020205020404" pitchFamily="49" charset="0"/>
                <a:ea typeface="MS PGothic" panose="020B0600070205080204" pitchFamily="34" charset="-128"/>
              </a:rPr>
              <a:t>  port_name2;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urier New" panose="02070309020205020404" pitchFamily="49" charset="0"/>
                <a:ea typeface="MS PGothic" panose="020B0600070205080204" pitchFamily="34" charset="-128"/>
              </a:rPr>
              <a:t> </a:t>
            </a: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	  …………	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87B19B-5E4E-4D38-9F8D-0DCB2A63C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366963"/>
            <a:ext cx="84169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buFontTx/>
              <a:buNone/>
            </a:pPr>
            <a:r>
              <a:rPr lang="en-US" altLang="zh-CN" sz="2000" b="1">
                <a:ea typeface="MS PGothic" panose="020B0600070205080204" pitchFamily="34" charset="-128"/>
              </a:rPr>
              <a:t>circuit functionality  </a:t>
            </a:r>
            <a:r>
              <a:rPr lang="en-US" altLang="zh-CN" sz="2000">
                <a:ea typeface="MS PGothic" panose="020B0600070205080204" pitchFamily="34" charset="-128"/>
              </a:rPr>
              <a:t>describes an implementation of the corresponding module.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5FFC055-9F81-4EBE-8295-C12607705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568450"/>
            <a:ext cx="82819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buFontTx/>
              <a:buNone/>
            </a:pPr>
            <a:r>
              <a:rPr lang="en-US" altLang="zh-CN" sz="2000" b="1">
                <a:ea typeface="MS PGothic" panose="020B0600070205080204" pitchFamily="34" charset="-128"/>
              </a:rPr>
              <a:t>port declarations </a:t>
            </a:r>
            <a:r>
              <a:rPr lang="en-US" altLang="zh-CN" sz="2000">
                <a:ea typeface="MS PGothic" panose="020B0600070205080204" pitchFamily="34" charset="-128"/>
              </a:rPr>
              <a:t>describes the interface of the  component, i.e. input and output ports.</a:t>
            </a:r>
          </a:p>
        </p:txBody>
      </p:sp>
      <p:sp>
        <p:nvSpPr>
          <p:cNvPr id="33" name="Text Box 3">
            <a:extLst>
              <a:ext uri="{FF2B5EF4-FFF2-40B4-BE49-F238E27FC236}">
                <a16:creationId xmlns:a16="http://schemas.microsoft.com/office/drawing/2014/main" id="{148733A0-8394-45F6-9D3D-8CBB36D45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4800600"/>
            <a:ext cx="3600450" cy="129222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assign </a:t>
            </a:r>
            <a:r>
              <a:rPr lang="en-US" altLang="zh-CN" sz="1600" b="1">
                <a:latin typeface="Courier New" panose="02070309020205020404" pitchFamily="49" charset="0"/>
                <a:ea typeface="MS PGothic" panose="020B0600070205080204" pitchFamily="34" charset="-128"/>
              </a:rPr>
              <a:t>statements;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always</a:t>
            </a:r>
            <a:r>
              <a:rPr kumimoji="1" lang="en-US" altLang="zh-CN" sz="1400" b="1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@(</a:t>
            </a:r>
            <a:r>
              <a:rPr kumimoji="1" lang="en-US" altLang="zh-CN" sz="1400" i="1">
                <a:latin typeface="Courier New" panose="02070309020205020404" pitchFamily="49" charset="0"/>
                <a:ea typeface="MS PGothic" panose="020B0600070205080204" pitchFamily="34" charset="-128"/>
              </a:rPr>
              <a:t>sensitive signals list</a:t>
            </a:r>
            <a:r>
              <a:rPr kumimoji="1" lang="en-US" altLang="zh-CN" sz="1400" b="1">
                <a:latin typeface="Courier New" panose="02070309020205020404" pitchFamily="49" charset="0"/>
                <a:ea typeface="MS PGothic" panose="020B0600070205080204" pitchFamily="3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  begin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400" b="1">
                <a:latin typeface="Courier New" panose="02070309020205020404" pitchFamily="49" charset="0"/>
                <a:ea typeface="MS PGothic" panose="020B0600070205080204" pitchFamily="34" charset="-128"/>
              </a:rPr>
              <a:t>      </a:t>
            </a:r>
            <a:r>
              <a:rPr kumimoji="1" lang="en-US" altLang="zh-CN" sz="1400" i="1">
                <a:latin typeface="Courier New" panose="02070309020205020404" pitchFamily="49" charset="0"/>
                <a:ea typeface="MS PGothic" panose="020B0600070205080204" pitchFamily="34" charset="-128"/>
              </a:rPr>
              <a:t>functionality code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  end</a:t>
            </a:r>
            <a:endParaRPr lang="pl-PL" altLang="zh-CN" sz="1600" b="1">
              <a:solidFill>
                <a:srgbClr val="003399"/>
              </a:solidFill>
              <a:latin typeface="Courier New" panose="02070309020205020404" pitchFamily="49" charset="0"/>
              <a:ea typeface="MS PGothic" panose="020B0600070205080204" pitchFamily="34" charset="-128"/>
            </a:endParaRPr>
          </a:p>
        </p:txBody>
      </p:sp>
      <p:grpSp>
        <p:nvGrpSpPr>
          <p:cNvPr id="38" name="Group 3">
            <a:extLst>
              <a:ext uri="{FF2B5EF4-FFF2-40B4-BE49-F238E27FC236}">
                <a16:creationId xmlns:a16="http://schemas.microsoft.com/office/drawing/2014/main" id="{3B0796E1-5716-44DB-8FD0-23EE95F69CFB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3213100"/>
            <a:ext cx="5040313" cy="2736850"/>
            <a:chOff x="52" y="724"/>
            <a:chExt cx="3179" cy="2872"/>
          </a:xfrm>
        </p:grpSpPr>
        <p:sp>
          <p:nvSpPr>
            <p:cNvPr id="91154" name="Rectangle 17">
              <a:extLst>
                <a:ext uri="{FF2B5EF4-FFF2-40B4-BE49-F238E27FC236}">
                  <a16:creationId xmlns:a16="http://schemas.microsoft.com/office/drawing/2014/main" id="{C16FDDEF-95F2-4F8B-A40F-8C7F815A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" y="820"/>
              <a:ext cx="88" cy="277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CA425958-40CF-4825-96D3-3BF11D825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724"/>
              <a:ext cx="3102" cy="2775"/>
            </a:xfrm>
            <a:prstGeom prst="rect">
              <a:avLst/>
            </a:prstGeom>
            <a:solidFill>
              <a:schemeClr val="bg1">
                <a:lumMod val="85000"/>
                <a:alpha val="98000"/>
              </a:schemeClr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/>
            </a:p>
          </p:txBody>
        </p:sp>
        <p:sp>
          <p:nvSpPr>
            <p:cNvPr id="91156" name="Rectangle 4">
              <a:extLst>
                <a:ext uri="{FF2B5EF4-FFF2-40B4-BE49-F238E27FC236}">
                  <a16:creationId xmlns:a16="http://schemas.microsoft.com/office/drawing/2014/main" id="{EDBB26EA-C6F4-4A76-BF82-664461105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724"/>
              <a:ext cx="3117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7312" tIns="44450" rIns="87312" bIns="44450">
              <a:spAutoFit/>
            </a:bodyPr>
            <a:lstStyle>
              <a:lvl1pPr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84455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module</a:t>
              </a: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400" b="1" i="1">
                  <a:latin typeface="Arial" panose="020B0604020202020204" pitchFamily="34" charset="0"/>
                  <a:ea typeface="宋体" panose="02010600030101010101" pitchFamily="2" charset="-122"/>
                </a:rPr>
                <a:t>module_name (port_name1,_port_name2, …);</a:t>
              </a:r>
            </a:p>
          </p:txBody>
        </p:sp>
        <p:sp>
          <p:nvSpPr>
            <p:cNvPr id="91157" name="Rectangle 5">
              <a:extLst>
                <a:ext uri="{FF2B5EF4-FFF2-40B4-BE49-F238E27FC236}">
                  <a16:creationId xmlns:a16="http://schemas.microsoft.com/office/drawing/2014/main" id="{7A9C28A1-47EF-462E-A5B5-389320362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" y="1324"/>
              <a:ext cx="1494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7312" tIns="44450" rIns="87312" bIns="44450">
              <a:spAutoFit/>
            </a:bodyPr>
            <a:lstStyle>
              <a:lvl1pPr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84455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 i="1">
                  <a:latin typeface="Arial" panose="020B0604020202020204" pitchFamily="34" charset="0"/>
                  <a:ea typeface="宋体" panose="02010600030101010101" pitchFamily="2" charset="-122"/>
                </a:rPr>
                <a:t>port declarations</a:t>
              </a:r>
            </a:p>
          </p:txBody>
        </p:sp>
        <p:sp>
          <p:nvSpPr>
            <p:cNvPr id="91158" name="Rectangle 7">
              <a:extLst>
                <a:ext uri="{FF2B5EF4-FFF2-40B4-BE49-F238E27FC236}">
                  <a16:creationId xmlns:a16="http://schemas.microsoft.com/office/drawing/2014/main" id="{0850E0B7-0B66-466B-BCDC-A97F87AF0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2" y="2349"/>
              <a:ext cx="173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7312" tIns="44450" rIns="87312" bIns="44450">
              <a:spAutoFit/>
            </a:bodyPr>
            <a:lstStyle>
              <a:lvl1pPr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84455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59" name="Rectangle 8">
              <a:extLst>
                <a:ext uri="{FF2B5EF4-FFF2-40B4-BE49-F238E27FC236}">
                  <a16:creationId xmlns:a16="http://schemas.microsoft.com/office/drawing/2014/main" id="{D0CA4959-D812-4C4E-A11D-F8E05EF3A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" y="2578"/>
              <a:ext cx="1466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7312" tIns="44450" rIns="87312" bIns="44450">
              <a:spAutoFit/>
            </a:bodyPr>
            <a:lstStyle>
              <a:lvl1pPr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84455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 i="1">
                  <a:latin typeface="Arial" panose="020B0604020202020204" pitchFamily="34" charset="0"/>
                  <a:ea typeface="宋体" panose="02010600030101010101" pitchFamily="2" charset="-122"/>
                </a:rPr>
                <a:t>circuit functionality</a:t>
              </a:r>
            </a:p>
          </p:txBody>
        </p:sp>
        <p:sp>
          <p:nvSpPr>
            <p:cNvPr id="91160" name="Rectangle 10">
              <a:extLst>
                <a:ext uri="{FF2B5EF4-FFF2-40B4-BE49-F238E27FC236}">
                  <a16:creationId xmlns:a16="http://schemas.microsoft.com/office/drawing/2014/main" id="{2E3C1ED7-D144-4AD4-A731-DEFCFC343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3027"/>
              <a:ext cx="1234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7312" tIns="44450" rIns="87312" bIns="44450">
              <a:spAutoFit/>
            </a:bodyPr>
            <a:lstStyle>
              <a:lvl1pPr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84455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endmodule</a:t>
              </a:r>
            </a:p>
          </p:txBody>
        </p:sp>
        <p:sp>
          <p:nvSpPr>
            <p:cNvPr id="91161" name="AutoShape 11">
              <a:extLst>
                <a:ext uri="{FF2B5EF4-FFF2-40B4-BE49-F238E27FC236}">
                  <a16:creationId xmlns:a16="http://schemas.microsoft.com/office/drawing/2014/main" id="{3F7AE2E1-2F69-4563-A2A6-34F1790CA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2583"/>
              <a:ext cx="1973" cy="409"/>
            </a:xfrm>
            <a:prstGeom prst="roundRect">
              <a:avLst>
                <a:gd name="adj" fmla="val 12458"/>
              </a:avLst>
            </a:prstGeom>
            <a:solidFill>
              <a:srgbClr val="7030A0">
                <a:alpha val="38039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62" name="AutoShape 15">
              <a:extLst>
                <a:ext uri="{FF2B5EF4-FFF2-40B4-BE49-F238E27FC236}">
                  <a16:creationId xmlns:a16="http://schemas.microsoft.com/office/drawing/2014/main" id="{BEB8FE00-B177-4B4E-8C35-F59CD3AA8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" y="1249"/>
              <a:ext cx="1973" cy="458"/>
            </a:xfrm>
            <a:prstGeom prst="roundRect">
              <a:avLst>
                <a:gd name="adj" fmla="val 12458"/>
              </a:avLst>
            </a:prstGeom>
            <a:solidFill>
              <a:srgbClr val="FFC000">
                <a:alpha val="27058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63" name="Rectangle 16">
              <a:extLst>
                <a:ext uri="{FF2B5EF4-FFF2-40B4-BE49-F238E27FC236}">
                  <a16:creationId xmlns:a16="http://schemas.microsoft.com/office/drawing/2014/main" id="{5561C991-1476-4FE9-AB8C-B634399A3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" y="3508"/>
              <a:ext cx="3016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64" name="Rectangle 5">
              <a:extLst>
                <a:ext uri="{FF2B5EF4-FFF2-40B4-BE49-F238E27FC236}">
                  <a16:creationId xmlns:a16="http://schemas.microsoft.com/office/drawing/2014/main" id="{F84CAB73-4DDC-4385-8C04-C489BED5F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" y="2009"/>
              <a:ext cx="1742" cy="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7312" tIns="44450" rIns="87312" bIns="44450">
              <a:spAutoFit/>
            </a:bodyPr>
            <a:lstStyle>
              <a:lvl1pPr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defTabSz="84455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defTabSz="8445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defTabSz="84455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defTabSz="84455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 i="1">
                  <a:latin typeface="Arial" panose="020B0604020202020204" pitchFamily="34" charset="0"/>
                  <a:ea typeface="宋体" panose="02010600030101010101" pitchFamily="2" charset="-122"/>
                </a:rPr>
                <a:t>Interconnect declarations</a:t>
              </a:r>
            </a:p>
          </p:txBody>
        </p:sp>
        <p:sp>
          <p:nvSpPr>
            <p:cNvPr id="91165" name="AutoShape 15">
              <a:extLst>
                <a:ext uri="{FF2B5EF4-FFF2-40B4-BE49-F238E27FC236}">
                  <a16:creationId xmlns:a16="http://schemas.microsoft.com/office/drawing/2014/main" id="{268C48B9-8F8F-4782-9179-A55DEB0C5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1929"/>
              <a:ext cx="1973" cy="457"/>
            </a:xfrm>
            <a:prstGeom prst="roundRect">
              <a:avLst>
                <a:gd name="adj" fmla="val 12458"/>
              </a:avLst>
            </a:prstGeom>
            <a:solidFill>
              <a:srgbClr val="92D050">
                <a:alpha val="36078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" name="Text Box 3">
            <a:extLst>
              <a:ext uri="{FF2B5EF4-FFF2-40B4-BE49-F238E27FC236}">
                <a16:creationId xmlns:a16="http://schemas.microsoft.com/office/drawing/2014/main" id="{0AACA90F-5442-4617-BF1F-7C156A2D9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3894138"/>
            <a:ext cx="3600450" cy="830262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 wire </a:t>
            </a:r>
            <a:r>
              <a:rPr kumimoji="1" lang="en-US" altLang="zh-CN" sz="1600" b="1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interconnect_name1;</a:t>
            </a:r>
            <a:endParaRPr kumimoji="1" lang="en-US" altLang="zh-CN" sz="1400" b="1"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 wire</a:t>
            </a:r>
            <a:r>
              <a:rPr lang="en-US" altLang="zh-CN" sz="1600">
                <a:latin typeface="Courier New" panose="02070309020205020404" pitchFamily="49" charset="0"/>
                <a:ea typeface="MS PGothic" panose="020B0600070205080204" pitchFamily="34" charset="-128"/>
              </a:rPr>
              <a:t> </a:t>
            </a:r>
            <a:r>
              <a:rPr kumimoji="1" lang="en-US" altLang="zh-CN" sz="1600" b="1">
                <a:latin typeface="Courier New" panose="02070309020205020404" pitchFamily="49" charset="0"/>
                <a:ea typeface="MS PGothic" panose="020B0600070205080204" pitchFamily="34" charset="-128"/>
              </a:rPr>
              <a:t>interconnect_name1;</a:t>
            </a:r>
            <a:endParaRPr lang="en-US" altLang="zh-CN" sz="1600">
              <a:latin typeface="Courier New" panose="02070309020205020404" pitchFamily="49" charset="0"/>
              <a:ea typeface="MS PGothic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urier New" panose="02070309020205020404" pitchFamily="49" charset="0"/>
                <a:ea typeface="MS PGothic" panose="020B0600070205080204" pitchFamily="34" charset="-128"/>
              </a:rPr>
              <a:t> </a:t>
            </a:r>
            <a:r>
              <a:rPr lang="en-US" altLang="zh-CN" sz="1600" b="1">
                <a:solidFill>
                  <a:srgbClr val="003399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	  …………	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33A3B17-4251-417D-85F2-EB5CB7F07622}"/>
              </a:ext>
            </a:extLst>
          </p:cNvPr>
          <p:cNvCxnSpPr/>
          <p:nvPr/>
        </p:nvCxnSpPr>
        <p:spPr>
          <a:xfrm flipV="1">
            <a:off x="4067175" y="3068638"/>
            <a:ext cx="1296988" cy="792162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88ABAEC-69E4-4A3B-B2D6-680D528FC2B5}"/>
              </a:ext>
            </a:extLst>
          </p:cNvPr>
          <p:cNvCxnSpPr/>
          <p:nvPr/>
        </p:nvCxnSpPr>
        <p:spPr>
          <a:xfrm flipV="1">
            <a:off x="4067175" y="4005263"/>
            <a:ext cx="1296988" cy="431800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DC2AB0D-5FFB-4610-9773-338701A501F1}"/>
              </a:ext>
            </a:extLst>
          </p:cNvPr>
          <p:cNvCxnSpPr/>
          <p:nvPr/>
        </p:nvCxnSpPr>
        <p:spPr>
          <a:xfrm flipV="1">
            <a:off x="4067175" y="4581525"/>
            <a:ext cx="1296988" cy="142875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4DF136B-6358-4BB0-B4FA-8217FFA6EA68}"/>
              </a:ext>
            </a:extLst>
          </p:cNvPr>
          <p:cNvCxnSpPr/>
          <p:nvPr/>
        </p:nvCxnSpPr>
        <p:spPr>
          <a:xfrm flipV="1">
            <a:off x="4067175" y="4941888"/>
            <a:ext cx="1296988" cy="142875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087BB1D-C572-4BDB-8041-BBF50E189626}"/>
              </a:ext>
            </a:extLst>
          </p:cNvPr>
          <p:cNvCxnSpPr/>
          <p:nvPr/>
        </p:nvCxnSpPr>
        <p:spPr>
          <a:xfrm>
            <a:off x="4067175" y="5300663"/>
            <a:ext cx="1296988" cy="720725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C0C02BA-BD78-4FA9-BD1E-FBECD4A580BD}"/>
              </a:ext>
            </a:extLst>
          </p:cNvPr>
          <p:cNvCxnSpPr/>
          <p:nvPr/>
        </p:nvCxnSpPr>
        <p:spPr>
          <a:xfrm flipV="1">
            <a:off x="4067175" y="3644900"/>
            <a:ext cx="1296988" cy="431800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8DAF1CA8-0350-4EE4-6E32-2865557B9A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96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446938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">
            <a:extLst>
              <a:ext uri="{FF2B5EF4-FFF2-40B4-BE49-F238E27FC236}">
                <a16:creationId xmlns:a16="http://schemas.microsoft.com/office/drawing/2014/main" id="{D53191C5-0E44-492D-9624-05896EBEB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" y="1412875"/>
            <a:ext cx="7713663" cy="4608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37160" rIns="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MultiplexerC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(w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a, b, 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reg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 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assign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zh-CN" sz="2000" dirty="0">
                <a:latin typeface="Arial" panose="020B060402020202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always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@(*)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(s) w = b;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 = m;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zh-CN" sz="20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2164" name="Rectangle 2">
            <a:extLst>
              <a:ext uri="{FF2B5EF4-FFF2-40B4-BE49-F238E27FC236}">
                <a16:creationId xmlns:a16="http://schemas.microsoft.com/office/drawing/2014/main" id="{0A7B13BA-C9D7-4DB4-BA6B-7AC7CB598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8004175" cy="873125"/>
          </a:xfrm>
        </p:spPr>
        <p:txBody>
          <a:bodyPr/>
          <a:lstStyle/>
          <a:p>
            <a:r>
              <a:rPr lang="en-US" altLang="zh-CN"/>
              <a:t>Fundamental rules of Verilog</a:t>
            </a:r>
            <a:endParaRPr lang="en-US" altLang="zh-CN">
              <a:ea typeface="MS PGothic" panose="020B0600070205080204" pitchFamily="34" charset="-128"/>
            </a:endParaRPr>
          </a:p>
        </p:txBody>
      </p:sp>
      <p:sp>
        <p:nvSpPr>
          <p:cNvPr id="92165" name="Line 3">
            <a:extLst>
              <a:ext uri="{FF2B5EF4-FFF2-40B4-BE49-F238E27FC236}">
                <a16:creationId xmlns:a16="http://schemas.microsoft.com/office/drawing/2014/main" id="{6EAE751F-B8BF-42F6-AB74-3F5403685F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6388" y="1136650"/>
            <a:ext cx="609600" cy="457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6" name="Line 4">
            <a:extLst>
              <a:ext uri="{FF2B5EF4-FFF2-40B4-BE49-F238E27FC236}">
                <a16:creationId xmlns:a16="http://schemas.microsoft.com/office/drawing/2014/main" id="{1A52B6E2-1F2D-40BF-BF9F-1C17B65A0C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908050"/>
            <a:ext cx="304800" cy="7620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7DF390C2-C71B-411E-AC4B-BE3820F81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981075"/>
            <a:ext cx="1404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 Narrow" panose="020B0606020202030204" pitchFamily="34" charset="0"/>
                <a:ea typeface="MS PGothic" panose="020B0600070205080204" pitchFamily="34" charset="-128"/>
              </a:rPr>
              <a:t>module name</a:t>
            </a: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A39CFC48-1F07-4B9A-99DE-B8693A7FB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3141663"/>
            <a:ext cx="1404937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 Narrow" panose="020B0606020202030204" pitchFamily="34" charset="0"/>
                <a:ea typeface="MS PGothic" panose="020B0600070205080204" pitchFamily="34" charset="-128"/>
              </a:rPr>
              <a:t>reserved words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 Narrow" panose="020B0606020202030204" pitchFamily="34" charset="0"/>
                <a:ea typeface="MS PGothic" panose="020B0600070205080204" pitchFamily="34" charset="-128"/>
              </a:rPr>
              <a:t>lowercase</a:t>
            </a:r>
          </a:p>
        </p:txBody>
      </p:sp>
      <p:sp>
        <p:nvSpPr>
          <p:cNvPr id="22" name="Line 10">
            <a:extLst>
              <a:ext uri="{FF2B5EF4-FFF2-40B4-BE49-F238E27FC236}">
                <a16:creationId xmlns:a16="http://schemas.microsoft.com/office/drawing/2014/main" id="{238E3CE3-F30C-4F02-85D7-3E35CC1DFF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188" y="1844675"/>
            <a:ext cx="468312" cy="1296988"/>
          </a:xfrm>
          <a:prstGeom prst="line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 w="med" len="lg"/>
          </a:ln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3D2F9977-2387-4124-9A52-161CA8AEB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4076700"/>
            <a:ext cx="1295400" cy="922338"/>
          </a:xfrm>
          <a:prstGeom prst="line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 w="med" len="lg"/>
          </a:ln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24" name="Line 10">
            <a:extLst>
              <a:ext uri="{FF2B5EF4-FFF2-40B4-BE49-F238E27FC236}">
                <a16:creationId xmlns:a16="http://schemas.microsoft.com/office/drawing/2014/main" id="{E4E83149-6AAB-488F-9493-FE6A6183279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113" y="4005263"/>
            <a:ext cx="503237" cy="144462"/>
          </a:xfrm>
          <a:prstGeom prst="line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 w="med" len="lg"/>
          </a:ln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25" name="Line 10">
            <a:extLst>
              <a:ext uri="{FF2B5EF4-FFF2-40B4-BE49-F238E27FC236}">
                <a16:creationId xmlns:a16="http://schemas.microsoft.com/office/drawing/2014/main" id="{C0492BD4-BE36-4381-9F35-AC9E34B0FC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213" y="2349500"/>
            <a:ext cx="503237" cy="792163"/>
          </a:xfrm>
          <a:prstGeom prst="line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 w="med" len="lg"/>
          </a:ln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41" name="Line 10">
            <a:extLst>
              <a:ext uri="{FF2B5EF4-FFF2-40B4-BE49-F238E27FC236}">
                <a16:creationId xmlns:a16="http://schemas.microsoft.com/office/drawing/2014/main" id="{CB58AE59-FBE8-44C4-8C1E-96CB398663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4076700"/>
            <a:ext cx="719137" cy="1655763"/>
          </a:xfrm>
          <a:prstGeom prst="line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 w="med" len="lg"/>
          </a:ln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92174" name="日期占位符 3">
            <a:extLst>
              <a:ext uri="{FF2B5EF4-FFF2-40B4-BE49-F238E27FC236}">
                <a16:creationId xmlns:a16="http://schemas.microsoft.com/office/drawing/2014/main" id="{63C9E88F-E49F-4A22-9168-357B86F325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7450FD0-1802-4B2E-8DA2-A8A679F696D3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60" name="Line 10">
            <a:extLst>
              <a:ext uri="{FF2B5EF4-FFF2-40B4-BE49-F238E27FC236}">
                <a16:creationId xmlns:a16="http://schemas.microsoft.com/office/drawing/2014/main" id="{5E0B1A1C-B81F-42A1-B50D-3683AB0B2B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413" y="1341438"/>
            <a:ext cx="576262" cy="142875"/>
          </a:xfrm>
          <a:prstGeom prst="line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 w="med" len="lg"/>
          </a:ln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66" name="Text Box 17">
            <a:extLst>
              <a:ext uri="{FF2B5EF4-FFF2-40B4-BE49-F238E27FC236}">
                <a16:creationId xmlns:a16="http://schemas.microsoft.com/office/drawing/2014/main" id="{E9F280C5-234A-4F45-9C65-844937BC9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636963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3399"/>
                </a:solidFill>
                <a:latin typeface="Arial Narrow" panose="020B0606020202030204" pitchFamily="34" charset="0"/>
                <a:ea typeface="MS PGothic" panose="020B0600070205080204" pitchFamily="34" charset="-128"/>
              </a:rPr>
              <a:t>Semicolon</a:t>
            </a:r>
          </a:p>
        </p:txBody>
      </p:sp>
      <p:sp>
        <p:nvSpPr>
          <p:cNvPr id="67" name="Text Box 19">
            <a:extLst>
              <a:ext uri="{FF2B5EF4-FFF2-40B4-BE49-F238E27FC236}">
                <a16:creationId xmlns:a16="http://schemas.microsoft.com/office/drawing/2014/main" id="{8993C829-A80E-4A0E-B4AA-6B13A9868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5291138"/>
            <a:ext cx="1484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70C0"/>
                </a:solidFill>
                <a:latin typeface="Arial Narrow" panose="020B0606020202030204" pitchFamily="34" charset="0"/>
                <a:ea typeface="MS PGothic" panose="020B0600070205080204" pitchFamily="34" charset="-128"/>
              </a:rPr>
              <a:t>No Semicolon</a:t>
            </a: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E4EC2B7F-AEE0-42D1-9839-54A53F8251AA}"/>
              </a:ext>
            </a:extLst>
          </p:cNvPr>
          <p:cNvSpPr/>
          <p:nvPr/>
        </p:nvSpPr>
        <p:spPr>
          <a:xfrm>
            <a:off x="3230563" y="2127250"/>
            <a:ext cx="179387" cy="314325"/>
          </a:xfrm>
          <a:prstGeom prst="roundRect">
            <a:avLst/>
          </a:prstGeom>
          <a:solidFill>
            <a:srgbClr val="003399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F35A763-E23E-4A36-BD96-0C09B2091389}"/>
              </a:ext>
            </a:extLst>
          </p:cNvPr>
          <p:cNvSpPr/>
          <p:nvPr/>
        </p:nvSpPr>
        <p:spPr>
          <a:xfrm>
            <a:off x="5867400" y="1484313"/>
            <a:ext cx="179388" cy="315912"/>
          </a:xfrm>
          <a:prstGeom prst="roundRect">
            <a:avLst/>
          </a:prstGeom>
          <a:solidFill>
            <a:srgbClr val="003399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8E8C08F2-E8ED-4829-BEE6-85240DCF93C9}"/>
              </a:ext>
            </a:extLst>
          </p:cNvPr>
          <p:cNvSpPr/>
          <p:nvPr/>
        </p:nvSpPr>
        <p:spPr>
          <a:xfrm>
            <a:off x="3419475" y="2420938"/>
            <a:ext cx="180975" cy="314325"/>
          </a:xfrm>
          <a:prstGeom prst="roundRect">
            <a:avLst/>
          </a:prstGeom>
          <a:solidFill>
            <a:srgbClr val="003399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D771642D-DF8A-41EB-B4D3-6511135204F3}"/>
              </a:ext>
            </a:extLst>
          </p:cNvPr>
          <p:cNvSpPr/>
          <p:nvPr/>
        </p:nvSpPr>
        <p:spPr>
          <a:xfrm>
            <a:off x="2662238" y="2754313"/>
            <a:ext cx="180975" cy="314325"/>
          </a:xfrm>
          <a:prstGeom prst="roundRect">
            <a:avLst/>
          </a:prstGeom>
          <a:solidFill>
            <a:srgbClr val="003399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E6E9379B-6562-4067-9EBF-D25C5E0AE5D1}"/>
              </a:ext>
            </a:extLst>
          </p:cNvPr>
          <p:cNvSpPr/>
          <p:nvPr/>
        </p:nvSpPr>
        <p:spPr>
          <a:xfrm>
            <a:off x="3529013" y="3328988"/>
            <a:ext cx="179387" cy="315912"/>
          </a:xfrm>
          <a:prstGeom prst="roundRect">
            <a:avLst/>
          </a:prstGeom>
          <a:solidFill>
            <a:srgbClr val="003399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8279D916-FA87-4EF1-AFD8-8C2DD547DBA4}"/>
              </a:ext>
            </a:extLst>
          </p:cNvPr>
          <p:cNvSpPr/>
          <p:nvPr/>
        </p:nvSpPr>
        <p:spPr>
          <a:xfrm>
            <a:off x="3851275" y="4483100"/>
            <a:ext cx="179388" cy="314325"/>
          </a:xfrm>
          <a:prstGeom prst="roundRect">
            <a:avLst/>
          </a:prstGeom>
          <a:solidFill>
            <a:srgbClr val="003399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2CA286DF-371F-41E6-BDF4-2FD90458982E}"/>
              </a:ext>
            </a:extLst>
          </p:cNvPr>
          <p:cNvSpPr/>
          <p:nvPr/>
        </p:nvSpPr>
        <p:spPr>
          <a:xfrm>
            <a:off x="3563938" y="4841875"/>
            <a:ext cx="180975" cy="315913"/>
          </a:xfrm>
          <a:prstGeom prst="roundRect">
            <a:avLst/>
          </a:prstGeom>
          <a:solidFill>
            <a:srgbClr val="003399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6" name="Line 10">
            <a:extLst>
              <a:ext uri="{FF2B5EF4-FFF2-40B4-BE49-F238E27FC236}">
                <a16:creationId xmlns:a16="http://schemas.microsoft.com/office/drawing/2014/main" id="{28A91732-9483-4E98-B0AD-456F7C8495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1844675"/>
            <a:ext cx="1152525" cy="1800225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" name="Line 10">
            <a:extLst>
              <a:ext uri="{FF2B5EF4-FFF2-40B4-BE49-F238E27FC236}">
                <a16:creationId xmlns:a16="http://schemas.microsoft.com/office/drawing/2014/main" id="{CB226696-CCD2-4440-A226-BF18D1ACAC7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79838" y="3429000"/>
            <a:ext cx="863600" cy="360363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Line 10">
            <a:extLst>
              <a:ext uri="{FF2B5EF4-FFF2-40B4-BE49-F238E27FC236}">
                <a16:creationId xmlns:a16="http://schemas.microsoft.com/office/drawing/2014/main" id="{D3064BA4-1AC7-4323-806C-EC235A80FE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0200" y="3933825"/>
            <a:ext cx="503238" cy="6477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84B2D6F8-6D03-4D6B-A94D-DE19B84B5E49}"/>
              </a:ext>
            </a:extLst>
          </p:cNvPr>
          <p:cNvSpPr/>
          <p:nvPr/>
        </p:nvSpPr>
        <p:spPr>
          <a:xfrm>
            <a:off x="3995738" y="3905250"/>
            <a:ext cx="179387" cy="315913"/>
          </a:xfrm>
          <a:prstGeom prst="roundRect">
            <a:avLst/>
          </a:prstGeom>
          <a:solidFill>
            <a:srgbClr val="00B0F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1FAF826F-DA4C-4FF3-B5EC-20D6BE61A52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1638" y="4221163"/>
            <a:ext cx="576262" cy="1152525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" name="AutoShape 8">
            <a:extLst>
              <a:ext uri="{FF2B5EF4-FFF2-40B4-BE49-F238E27FC236}">
                <a16:creationId xmlns:a16="http://schemas.microsoft.com/office/drawing/2014/main" id="{CCFBE7A3-0082-4BE3-B850-359D51773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259138"/>
            <a:ext cx="2735262" cy="935037"/>
          </a:xfrm>
          <a:prstGeom prst="wedgeRoundRectCallout">
            <a:avLst>
              <a:gd name="adj1" fmla="val -187101"/>
              <a:gd name="adj2" fmla="val -13271"/>
              <a:gd name="adj3" fmla="val 16667"/>
            </a:avLst>
          </a:prstGeom>
          <a:solidFill>
            <a:srgbClr val="FFFF00"/>
          </a:solidFill>
          <a:ln w="1587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CN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Arial" charset="0"/>
              </a:rPr>
              <a:t>Continuous Assignment 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Arial" charset="0"/>
              </a:rPr>
              <a:t>statement is used if the unit is simple </a:t>
            </a:r>
          </a:p>
        </p:txBody>
      </p:sp>
      <p:sp>
        <p:nvSpPr>
          <p:cNvPr id="43" name="AutoShape 2">
            <a:extLst>
              <a:ext uri="{FF2B5EF4-FFF2-40B4-BE49-F238E27FC236}">
                <a16:creationId xmlns:a16="http://schemas.microsoft.com/office/drawing/2014/main" id="{E1E958FF-25B8-4EAD-BC8A-4A83A2FAC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3335338"/>
            <a:ext cx="1008062" cy="309562"/>
          </a:xfrm>
          <a:prstGeom prst="roundRect">
            <a:avLst>
              <a:gd name="adj" fmla="val 16667"/>
            </a:avLst>
          </a:prstGeom>
          <a:solidFill>
            <a:srgbClr val="FFFF00">
              <a:alpha val="6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AutoShape 10">
            <a:extLst>
              <a:ext uri="{FF2B5EF4-FFF2-40B4-BE49-F238E27FC236}">
                <a16:creationId xmlns:a16="http://schemas.microsoft.com/office/drawing/2014/main" id="{EB549763-2D86-4618-8EDC-3174A203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4292600"/>
            <a:ext cx="3708400" cy="936625"/>
          </a:xfrm>
          <a:prstGeom prst="wedgeRoundRectCallout">
            <a:avLst>
              <a:gd name="adj1" fmla="val -129654"/>
              <a:gd name="adj2" fmla="val -63167"/>
              <a:gd name="adj3" fmla="val 16667"/>
            </a:avLst>
          </a:prstGeom>
          <a:solidFill>
            <a:srgbClr val="FFFF00"/>
          </a:solidFill>
          <a:ln w="1587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CN" b="1" i="1" dirty="0">
                <a:solidFill>
                  <a:schemeClr val="tx2"/>
                </a:solidFill>
                <a:latin typeface="+mn-lt"/>
                <a:cs typeface="Arial" pitchFamily="34" charset="0"/>
              </a:rPr>
              <a:t>Procedural Block(always)</a:t>
            </a:r>
          </a:p>
          <a:p>
            <a:pPr algn="ctr">
              <a:lnSpc>
                <a:spcPct val="85000"/>
              </a:lnSpc>
              <a:defRPr/>
            </a:pPr>
            <a:r>
              <a:rPr lang="en-US" altLang="zh-CN" b="1" dirty="0">
                <a:solidFill>
                  <a:schemeClr val="tx2"/>
                </a:solidFill>
                <a:latin typeface="+mn-lt"/>
                <a:cs typeface="Arial" pitchFamily="34" charset="0"/>
              </a:rPr>
              <a:t>statement </a:t>
            </a:r>
            <a:r>
              <a:rPr lang="en-US" altLang="zh-CN" b="1" i="1" dirty="0">
                <a:solidFill>
                  <a:schemeClr val="tx2"/>
                </a:solidFill>
                <a:latin typeface="+mn-lt"/>
                <a:cs typeface="Arial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+mn-lt"/>
                <a:cs typeface="Arial" pitchFamily="34" charset="0"/>
              </a:rPr>
              <a:t>with sensitivity list is used when the unit is too complex</a:t>
            </a:r>
          </a:p>
        </p:txBody>
      </p:sp>
      <p:sp>
        <p:nvSpPr>
          <p:cNvPr id="45" name="Line 10">
            <a:extLst>
              <a:ext uri="{FF2B5EF4-FFF2-40B4-BE49-F238E27FC236}">
                <a16:creationId xmlns:a16="http://schemas.microsoft.com/office/drawing/2014/main" id="{ED96832F-868A-4348-8703-706C9CCF49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088" y="2636838"/>
            <a:ext cx="504825" cy="504825"/>
          </a:xfrm>
          <a:prstGeom prst="line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 w="med" len="lg"/>
          </a:ln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8197F1D5-D47B-4E51-A3B7-008FB3CAB08A}"/>
              </a:ext>
            </a:extLst>
          </p:cNvPr>
          <p:cNvSpPr/>
          <p:nvPr/>
        </p:nvSpPr>
        <p:spPr>
          <a:xfrm>
            <a:off x="2411413" y="4192588"/>
            <a:ext cx="179387" cy="315912"/>
          </a:xfrm>
          <a:prstGeom prst="roundRect">
            <a:avLst/>
          </a:prstGeom>
          <a:solidFill>
            <a:srgbClr val="00B0F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CF00DD77-0523-41CE-9771-C9D9426A496D}"/>
              </a:ext>
            </a:extLst>
          </p:cNvPr>
          <p:cNvSpPr/>
          <p:nvPr/>
        </p:nvSpPr>
        <p:spPr>
          <a:xfrm>
            <a:off x="2160588" y="5157788"/>
            <a:ext cx="179387" cy="315912"/>
          </a:xfrm>
          <a:prstGeom prst="roundRect">
            <a:avLst/>
          </a:prstGeom>
          <a:solidFill>
            <a:srgbClr val="00B0F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47B9B167-048F-4C76-88F3-60EC50122E7C}"/>
              </a:ext>
            </a:extLst>
          </p:cNvPr>
          <p:cNvSpPr/>
          <p:nvPr/>
        </p:nvSpPr>
        <p:spPr>
          <a:xfrm>
            <a:off x="2484438" y="5732463"/>
            <a:ext cx="179387" cy="315912"/>
          </a:xfrm>
          <a:prstGeom prst="roundRect">
            <a:avLst/>
          </a:prstGeom>
          <a:solidFill>
            <a:srgbClr val="00B0F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Line 10">
            <a:extLst>
              <a:ext uri="{FF2B5EF4-FFF2-40B4-BE49-F238E27FC236}">
                <a16:creationId xmlns:a16="http://schemas.microsoft.com/office/drawing/2014/main" id="{2CD15290-6F80-48F0-9423-1A68DA3899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39975" y="5373688"/>
            <a:ext cx="2376488" cy="71437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" name="Line 10">
            <a:extLst>
              <a:ext uri="{FF2B5EF4-FFF2-40B4-BE49-F238E27FC236}">
                <a16:creationId xmlns:a16="http://schemas.microsoft.com/office/drawing/2014/main" id="{20405180-C82F-4F8A-9AEF-E256B18627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1775" y="5516563"/>
            <a:ext cx="1944688" cy="360362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" name="AutoShape 2">
            <a:extLst>
              <a:ext uri="{FF2B5EF4-FFF2-40B4-BE49-F238E27FC236}">
                <a16:creationId xmlns:a16="http://schemas.microsoft.com/office/drawing/2014/main" id="{B8EFB1D4-E226-4A22-9C58-DFC991145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911600"/>
            <a:ext cx="1008063" cy="309563"/>
          </a:xfrm>
          <a:prstGeom prst="roundRect">
            <a:avLst>
              <a:gd name="adj" fmla="val 16667"/>
            </a:avLst>
          </a:prstGeom>
          <a:solidFill>
            <a:srgbClr val="FFFF00">
              <a:alpha val="6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Line 10">
            <a:extLst>
              <a:ext uri="{FF2B5EF4-FFF2-40B4-BE49-F238E27FC236}">
                <a16:creationId xmlns:a16="http://schemas.microsoft.com/office/drawing/2014/main" id="{A46F3D73-592E-4DD8-B283-B146B40BB4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92500" y="2636838"/>
            <a:ext cx="1150938" cy="936625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AutoShape 2">
            <a:extLst>
              <a:ext uri="{FF2B5EF4-FFF2-40B4-BE49-F238E27FC236}">
                <a16:creationId xmlns:a16="http://schemas.microsoft.com/office/drawing/2014/main" id="{F6BBF63F-7ABE-4906-9800-762607283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271963"/>
            <a:ext cx="863600" cy="236537"/>
          </a:xfrm>
          <a:prstGeom prst="roundRect">
            <a:avLst>
              <a:gd name="adj" fmla="val 16667"/>
            </a:avLst>
          </a:prstGeom>
          <a:solidFill>
            <a:srgbClr val="FFFF00">
              <a:alpha val="6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AutoShape 2">
            <a:extLst>
              <a:ext uri="{FF2B5EF4-FFF2-40B4-BE49-F238E27FC236}">
                <a16:creationId xmlns:a16="http://schemas.microsoft.com/office/drawing/2014/main" id="{EC9637E0-7083-4EEE-96E6-200C3E891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5157788"/>
            <a:ext cx="576262" cy="287337"/>
          </a:xfrm>
          <a:prstGeom prst="roundRect">
            <a:avLst>
              <a:gd name="adj" fmla="val 16667"/>
            </a:avLst>
          </a:prstGeom>
          <a:solidFill>
            <a:srgbClr val="FFFF00">
              <a:alpha val="6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8F93371D-13D4-46C5-AAA2-1D0ED84CA370}"/>
              </a:ext>
            </a:extLst>
          </p:cNvPr>
          <p:cNvSpPr/>
          <p:nvPr/>
        </p:nvSpPr>
        <p:spPr>
          <a:xfrm>
            <a:off x="1331913" y="2127250"/>
            <a:ext cx="1008062" cy="869950"/>
          </a:xfrm>
          <a:prstGeom prst="roundRect">
            <a:avLst/>
          </a:prstGeom>
          <a:solidFill>
            <a:srgbClr val="7030A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6" name="AutoShape 8">
            <a:extLst>
              <a:ext uri="{FF2B5EF4-FFF2-40B4-BE49-F238E27FC236}">
                <a16:creationId xmlns:a16="http://schemas.microsoft.com/office/drawing/2014/main" id="{C27C8586-8177-4F1E-B4E1-F37377B34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2528888"/>
            <a:ext cx="2179637" cy="696912"/>
          </a:xfrm>
          <a:prstGeom prst="wedgeRoundRectCallout">
            <a:avLst>
              <a:gd name="adj1" fmla="val -228875"/>
              <a:gd name="adj2" fmla="val -32303"/>
              <a:gd name="adj3" fmla="val 16667"/>
            </a:avLst>
          </a:prstGeom>
          <a:solidFill>
            <a:srgbClr val="7030A0">
              <a:alpha val="41000"/>
            </a:srgbClr>
          </a:solidFill>
          <a:ln w="1587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CN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Arial" charset="0"/>
              </a:rPr>
              <a:t>Declare port and inter-connect signal</a:t>
            </a:r>
          </a:p>
        </p:txBody>
      </p:sp>
      <p:sp>
        <p:nvSpPr>
          <p:cNvPr id="57" name="Line 10">
            <a:extLst>
              <a:ext uri="{FF2B5EF4-FFF2-40B4-BE49-F238E27FC236}">
                <a16:creationId xmlns:a16="http://schemas.microsoft.com/office/drawing/2014/main" id="{805C13BB-DC47-4EA1-999D-6D9C788F6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1341438"/>
            <a:ext cx="576262" cy="142875"/>
          </a:xfrm>
          <a:prstGeom prst="line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 w="med" len="lg"/>
          </a:ln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58" name="Text Box 11">
            <a:extLst>
              <a:ext uri="{FF2B5EF4-FFF2-40B4-BE49-F238E27FC236}">
                <a16:creationId xmlns:a16="http://schemas.microsoft.com/office/drawing/2014/main" id="{55077A4F-1EC7-4EFA-9412-59AC835CD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981075"/>
            <a:ext cx="1404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 Narrow" panose="020B0606020202030204" pitchFamily="34" charset="0"/>
                <a:ea typeface="MS PGothic" panose="020B0600070205080204" pitchFamily="34" charset="-128"/>
              </a:rPr>
              <a:t>module ports</a:t>
            </a:r>
          </a:p>
        </p:txBody>
      </p:sp>
      <p:sp>
        <p:nvSpPr>
          <p:cNvPr id="59" name="Line 10">
            <a:extLst>
              <a:ext uri="{FF2B5EF4-FFF2-40B4-BE49-F238E27FC236}">
                <a16:creationId xmlns:a16="http://schemas.microsoft.com/office/drawing/2014/main" id="{3B108ADE-1C1C-47D1-B24B-7D637DC32F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55875" y="4365625"/>
            <a:ext cx="2016125" cy="935038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DCCECDCB-ECD7-421D-BDBB-13F8E64B6F33}"/>
              </a:ext>
            </a:extLst>
          </p:cNvPr>
          <p:cNvSpPr/>
          <p:nvPr/>
        </p:nvSpPr>
        <p:spPr>
          <a:xfrm>
            <a:off x="2436813" y="2127250"/>
            <a:ext cx="504825" cy="293688"/>
          </a:xfrm>
          <a:prstGeom prst="roundRect">
            <a:avLst/>
          </a:prstGeom>
          <a:solidFill>
            <a:srgbClr val="92D05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" name="AutoShape 8">
            <a:extLst>
              <a:ext uri="{FF2B5EF4-FFF2-40B4-BE49-F238E27FC236}">
                <a16:creationId xmlns:a16="http://schemas.microsoft.com/office/drawing/2014/main" id="{BFC4CC26-8550-4900-8CBB-966ABE69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1854200"/>
            <a:ext cx="3114675" cy="630238"/>
          </a:xfrm>
          <a:prstGeom prst="wedgeRoundRectCallout">
            <a:avLst>
              <a:gd name="adj1" fmla="val -147230"/>
              <a:gd name="adj2" fmla="val 19937"/>
              <a:gd name="adj3" fmla="val 16667"/>
            </a:avLst>
          </a:prstGeom>
          <a:solidFill>
            <a:srgbClr val="92D050">
              <a:alpha val="72000"/>
            </a:srgbClr>
          </a:solidFill>
          <a:ln w="1587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CN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Arial" charset="0"/>
              </a:rPr>
              <a:t>The signal assigned in always block should be ‘</a:t>
            </a:r>
            <a:r>
              <a:rPr lang="en-US" altLang="zh-CN" b="1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Arial" charset="0"/>
              </a:rPr>
              <a:t>reg</a:t>
            </a:r>
            <a:r>
              <a:rPr lang="en-US" altLang="zh-CN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Arial" charset="0"/>
              </a:rPr>
              <a:t>’ type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112907E6-AC74-4016-8D44-37AB06EA4A4C}"/>
              </a:ext>
            </a:extLst>
          </p:cNvPr>
          <p:cNvSpPr/>
          <p:nvPr/>
        </p:nvSpPr>
        <p:spPr>
          <a:xfrm>
            <a:off x="3059113" y="4579938"/>
            <a:ext cx="171450" cy="293687"/>
          </a:xfrm>
          <a:prstGeom prst="roundRect">
            <a:avLst/>
          </a:prstGeom>
          <a:solidFill>
            <a:srgbClr val="92D05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5FD980F0-47FA-474D-85FF-AE0BA8A99B8C}"/>
              </a:ext>
            </a:extLst>
          </p:cNvPr>
          <p:cNvSpPr/>
          <p:nvPr/>
        </p:nvSpPr>
        <p:spPr>
          <a:xfrm>
            <a:off x="2738438" y="4878388"/>
            <a:ext cx="171450" cy="293687"/>
          </a:xfrm>
          <a:prstGeom prst="roundRect">
            <a:avLst/>
          </a:prstGeom>
          <a:solidFill>
            <a:srgbClr val="92D05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C9538E54-7B3C-6CB7-B8C2-DBF1C70B93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97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390455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>
            <a:extLst>
              <a:ext uri="{FF2B5EF4-FFF2-40B4-BE49-F238E27FC236}">
                <a16:creationId xmlns:a16="http://schemas.microsoft.com/office/drawing/2014/main" id="{540EDE37-10F2-4824-9751-637FC9274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26988"/>
            <a:ext cx="8596313" cy="836612"/>
          </a:xfrm>
        </p:spPr>
        <p:txBody>
          <a:bodyPr/>
          <a:lstStyle/>
          <a:p>
            <a:r>
              <a:rPr lang="en-US" altLang="zh-CN"/>
              <a:t>Verilog Design Styles</a:t>
            </a:r>
            <a:endParaRPr lang="en-US" altLang="zh-CN" sz="3600"/>
          </a:p>
        </p:txBody>
      </p:sp>
      <p:sp>
        <p:nvSpPr>
          <p:cNvPr id="93188" name="Text Box 3">
            <a:extLst>
              <a:ext uri="{FF2B5EF4-FFF2-40B4-BE49-F238E27FC236}">
                <a16:creationId xmlns:a16="http://schemas.microsoft.com/office/drawing/2014/main" id="{3ED421A1-AED7-40F1-9FCC-DCAB140D9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1688" y="1511300"/>
            <a:ext cx="18573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l-PL" altLang="zh-CN" sz="14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A9855A0-74EF-4BD2-8362-144DC934A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3" y="1795463"/>
            <a:ext cx="1390650" cy="46355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buClr>
                <a:srgbClr val="000000"/>
              </a:buClr>
              <a:buFontTx/>
              <a:buNone/>
            </a:pPr>
            <a:endParaRPr kumimoji="1" lang="zh-CN" altLang="zh-CN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3ED7D85A-EEC8-4C07-832D-4CD689224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2232025"/>
            <a:ext cx="1557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i="1">
                <a:latin typeface="Arial" panose="020B0604020202020204" pitchFamily="34" charset="0"/>
                <a:ea typeface="MS PGothic" panose="020B0600070205080204" pitchFamily="34" charset="-128"/>
              </a:rPr>
              <a:t>Components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i="1">
                <a:latin typeface="Arial" panose="020B0604020202020204" pitchFamily="34" charset="0"/>
                <a:ea typeface="MS PGothic" panose="020B0600070205080204" pitchFamily="34" charset="-128"/>
              </a:rPr>
              <a:t>interconnects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A5D0AB28-3453-43CB-B490-A825EFA13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1838325"/>
            <a:ext cx="1249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Arial" panose="020B0604020202020204" pitchFamily="34" charset="0"/>
                <a:ea typeface="MS PGothic" panose="020B0600070205080204" pitchFamily="34" charset="-128"/>
              </a:rPr>
              <a:t>structural</a:t>
            </a:r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54DBA763-788A-4787-9815-ECE38424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252538"/>
            <a:ext cx="3735388" cy="2025650"/>
          </a:xfrm>
          <a:prstGeom prst="ellipse">
            <a:avLst/>
          </a:prstGeom>
          <a:noFill/>
          <a:ln w="50800">
            <a:solidFill>
              <a:srgbClr val="0033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buClr>
                <a:srgbClr val="000000"/>
              </a:buClr>
              <a:buFontTx/>
              <a:buNone/>
            </a:pPr>
            <a:endParaRPr kumimoji="1" lang="zh-CN" altLang="zh-CN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2C0FEA45-FE64-444C-89CF-58405D4CD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5" y="1825625"/>
            <a:ext cx="1435100" cy="463550"/>
          </a:xfrm>
          <a:prstGeom prst="rect">
            <a:avLst/>
          </a:prstGeom>
          <a:solidFill>
            <a:srgbClr val="FFF1E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buClr>
                <a:srgbClr val="000000"/>
              </a:buClr>
              <a:buFontTx/>
              <a:buNone/>
            </a:pPr>
            <a:endParaRPr kumimoji="1" lang="zh-CN" altLang="zh-CN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FAD14A87-23B1-4B8D-99C2-46A5CC169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1825625"/>
            <a:ext cx="369887" cy="45561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buClr>
                <a:srgbClr val="000000"/>
              </a:buClr>
              <a:buFontTx/>
              <a:buNone/>
            </a:pPr>
            <a:endParaRPr kumimoji="1" lang="zh-CN" altLang="zh-CN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4677BF4F-9E7D-4268-BAAE-8FBE74DB7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1563" y="1814513"/>
            <a:ext cx="1195387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Arial" panose="020B0604020202020204" pitchFamily="34" charset="0"/>
                <a:ea typeface="MS PGothic" panose="020B0600070205080204" pitchFamily="34" charset="-128"/>
              </a:rPr>
              <a:t>behavioral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Arial" panose="020B0604020202020204" pitchFamily="34" charset="0"/>
                <a:ea typeface="MS PGothic" panose="020B0600070205080204" pitchFamily="34" charset="-128"/>
              </a:rPr>
              <a:t>(sequential)</a:t>
            </a: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1B7BDC44-674D-4D46-B19E-9E0635C38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2738438"/>
            <a:ext cx="22621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4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Clr>
                <a:srgbClr val="000000"/>
              </a:buClr>
              <a:buFontTx/>
              <a:buNone/>
            </a:pPr>
            <a:r>
              <a:rPr kumimoji="1" lang="en-US" altLang="zh-CN" sz="1400" b="1" i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Subset most suitable for synthesis</a:t>
            </a:r>
            <a:r>
              <a:rPr kumimoji="1" lang="en-US" altLang="zh-CN" sz="1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endParaRPr kumimoji="1" lang="pl-PL" altLang="zh-CN" sz="1400" b="1">
              <a:solidFill>
                <a:srgbClr val="003399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DE707C73-415A-4EA8-95B8-4E2E699E0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0" y="1252538"/>
            <a:ext cx="13128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Testbenches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9E3E84D-A801-4C45-A121-00DE037336CC}"/>
              </a:ext>
            </a:extLst>
          </p:cNvPr>
          <p:cNvCxnSpPr/>
          <p:nvPr/>
        </p:nvCxnSpPr>
        <p:spPr>
          <a:xfrm>
            <a:off x="4319588" y="1524000"/>
            <a:ext cx="19050" cy="322263"/>
          </a:xfrm>
          <a:prstGeom prst="straightConnector1">
            <a:avLst/>
          </a:prstGeom>
          <a:ln w="25400">
            <a:solidFill>
              <a:srgbClr val="7030A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90">
            <a:extLst>
              <a:ext uri="{FF2B5EF4-FFF2-40B4-BE49-F238E27FC236}">
                <a16:creationId xmlns:a16="http://schemas.microsoft.com/office/drawing/2014/main" id="{EA449575-5C35-45FA-99A0-33F6FE583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5356225"/>
            <a:ext cx="44243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95">
            <a:extLst>
              <a:ext uri="{FF2B5EF4-FFF2-40B4-BE49-F238E27FC236}">
                <a16:creationId xmlns:a16="http://schemas.microsoft.com/office/drawing/2014/main" id="{EA839A2B-9206-4E79-8B6A-A0FA3D33B9AA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5462588"/>
            <a:ext cx="1417637" cy="522287"/>
            <a:chOff x="2836" y="2100"/>
            <a:chExt cx="893" cy="329"/>
          </a:xfrm>
        </p:grpSpPr>
        <p:sp>
          <p:nvSpPr>
            <p:cNvPr id="93215" name="Text Box 92">
              <a:extLst>
                <a:ext uri="{FF2B5EF4-FFF2-40B4-BE49-F238E27FC236}">
                  <a16:creationId xmlns:a16="http://schemas.microsoft.com/office/drawing/2014/main" id="{9F3C98EB-4023-489E-8749-69196A48D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" y="2100"/>
              <a:ext cx="7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buClr>
                  <a:srgbClr val="000000"/>
                </a:buClr>
                <a:buFontTx/>
                <a:buNone/>
              </a:pPr>
              <a:r>
                <a:rPr kumimoji="1" lang="en-US" altLang="zh-CN" sz="1200" b="1">
                  <a:latin typeface="Arial" panose="020B0604020202020204" pitchFamily="34" charset="0"/>
                  <a:ea typeface="MS PGothic" panose="020B0600070205080204" pitchFamily="34" charset="-128"/>
                </a:rPr>
                <a:t>I1</a:t>
              </a:r>
            </a:p>
          </p:txBody>
        </p:sp>
        <p:sp>
          <p:nvSpPr>
            <p:cNvPr id="93216" name="Text Box 93">
              <a:extLst>
                <a:ext uri="{FF2B5EF4-FFF2-40B4-BE49-F238E27FC236}">
                  <a16:creationId xmlns:a16="http://schemas.microsoft.com/office/drawing/2014/main" id="{214456BC-EEAC-46EB-B24F-28412AEAF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" y="2256"/>
              <a:ext cx="7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buClr>
                  <a:srgbClr val="000000"/>
                </a:buClr>
                <a:buFontTx/>
                <a:buNone/>
              </a:pPr>
              <a:r>
                <a:rPr kumimoji="1" lang="en-US" altLang="zh-CN" sz="1200" b="1">
                  <a:latin typeface="Arial" panose="020B0604020202020204" pitchFamily="34" charset="0"/>
                  <a:ea typeface="MS PGothic" panose="020B0600070205080204" pitchFamily="34" charset="-128"/>
                </a:rPr>
                <a:t>I2</a:t>
              </a:r>
            </a:p>
          </p:txBody>
        </p:sp>
        <p:sp>
          <p:nvSpPr>
            <p:cNvPr id="93217" name="Text Box 94">
              <a:extLst>
                <a:ext uri="{FF2B5EF4-FFF2-40B4-BE49-F238E27FC236}">
                  <a16:creationId xmlns:a16="http://schemas.microsoft.com/office/drawing/2014/main" id="{7CA4A7D6-C095-488E-9A05-71D93A3C9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2178"/>
              <a:ext cx="75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buClr>
                  <a:srgbClr val="000000"/>
                </a:buClr>
                <a:buFontTx/>
                <a:buNone/>
              </a:pPr>
              <a:r>
                <a:rPr kumimoji="1" lang="en-US" altLang="zh-CN" sz="1200" b="1">
                  <a:latin typeface="Arial" panose="020B0604020202020204" pitchFamily="34" charset="0"/>
                  <a:ea typeface="MS PGothic" panose="020B0600070205080204" pitchFamily="34" charset="-128"/>
                </a:rPr>
                <a:t>Y</a:t>
              </a:r>
            </a:p>
          </p:txBody>
        </p:sp>
      </p:grpSp>
      <p:grpSp>
        <p:nvGrpSpPr>
          <p:cNvPr id="3" name="Group 96">
            <a:extLst>
              <a:ext uri="{FF2B5EF4-FFF2-40B4-BE49-F238E27FC236}">
                <a16:creationId xmlns:a16="http://schemas.microsoft.com/office/drawing/2014/main" id="{9037C685-877D-4A92-B377-1CE97A6760E2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5535613"/>
            <a:ext cx="1433512" cy="522287"/>
            <a:chOff x="2481" y="2100"/>
            <a:chExt cx="903" cy="329"/>
          </a:xfrm>
        </p:grpSpPr>
        <p:sp>
          <p:nvSpPr>
            <p:cNvPr id="93212" name="Text Box 97">
              <a:extLst>
                <a:ext uri="{FF2B5EF4-FFF2-40B4-BE49-F238E27FC236}">
                  <a16:creationId xmlns:a16="http://schemas.microsoft.com/office/drawing/2014/main" id="{43B44494-FAA4-4B61-AD47-3CD171B1F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1" y="2100"/>
              <a:ext cx="7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buClr>
                  <a:srgbClr val="000000"/>
                </a:buClr>
                <a:buFontTx/>
                <a:buNone/>
              </a:pPr>
              <a:r>
                <a:rPr kumimoji="1" lang="en-US" altLang="zh-CN" sz="1200" b="1">
                  <a:latin typeface="Arial" panose="020B0604020202020204" pitchFamily="34" charset="0"/>
                  <a:ea typeface="MS PGothic" panose="020B0600070205080204" pitchFamily="34" charset="-128"/>
                </a:rPr>
                <a:t>I1</a:t>
              </a:r>
            </a:p>
          </p:txBody>
        </p:sp>
        <p:sp>
          <p:nvSpPr>
            <p:cNvPr id="93213" name="Text Box 98">
              <a:extLst>
                <a:ext uri="{FF2B5EF4-FFF2-40B4-BE49-F238E27FC236}">
                  <a16:creationId xmlns:a16="http://schemas.microsoft.com/office/drawing/2014/main" id="{9E8FE789-F873-469A-B26C-BD55B8751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1" y="2256"/>
              <a:ext cx="7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buClr>
                  <a:srgbClr val="000000"/>
                </a:buClr>
                <a:buFontTx/>
                <a:buNone/>
              </a:pPr>
              <a:r>
                <a:rPr kumimoji="1" lang="en-US" altLang="zh-CN" sz="1200" b="1">
                  <a:latin typeface="Arial" panose="020B0604020202020204" pitchFamily="34" charset="0"/>
                  <a:ea typeface="MS PGothic" panose="020B0600070205080204" pitchFamily="34" charset="-128"/>
                </a:rPr>
                <a:t>I2</a:t>
              </a:r>
            </a:p>
          </p:txBody>
        </p:sp>
        <p:sp>
          <p:nvSpPr>
            <p:cNvPr id="93214" name="Text Box 99">
              <a:extLst>
                <a:ext uri="{FF2B5EF4-FFF2-40B4-BE49-F238E27FC236}">
                  <a16:creationId xmlns:a16="http://schemas.microsoft.com/office/drawing/2014/main" id="{06E62CBD-2FC8-46B7-850C-CE93EA53A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" y="2178"/>
              <a:ext cx="75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buClr>
                  <a:srgbClr val="000000"/>
                </a:buClr>
                <a:buFontTx/>
                <a:buNone/>
              </a:pPr>
              <a:r>
                <a:rPr kumimoji="1" lang="en-US" altLang="zh-CN" sz="1200" b="1">
                  <a:latin typeface="Arial" panose="020B0604020202020204" pitchFamily="34" charset="0"/>
                  <a:ea typeface="MS PGothic" panose="020B0600070205080204" pitchFamily="34" charset="-128"/>
                </a:rPr>
                <a:t>Y</a:t>
              </a:r>
            </a:p>
          </p:txBody>
        </p:sp>
      </p:grpSp>
      <p:sp>
        <p:nvSpPr>
          <p:cNvPr id="70" name="Text Box 100">
            <a:extLst>
              <a:ext uri="{FF2B5EF4-FFF2-40B4-BE49-F238E27FC236}">
                <a16:creationId xmlns:a16="http://schemas.microsoft.com/office/drawing/2014/main" id="{7A68F778-388C-454B-AC9C-9295E8496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5192713"/>
            <a:ext cx="1898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buClr>
                <a:srgbClr val="000000"/>
              </a:buClr>
              <a:buFontTx/>
              <a:buNone/>
            </a:pPr>
            <a:r>
              <a:rPr kumimoji="1" lang="en-US" altLang="zh-CN" sz="16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U1_OUT</a:t>
            </a: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93708E72-36E7-4B91-A1C0-7C55C8C88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716338"/>
            <a:ext cx="3743325" cy="21605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0"/>
              </a:spcBef>
              <a:defRPr/>
            </a:pP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module </a:t>
            </a:r>
            <a:r>
              <a:rPr lang="pl-PL" altLang="zh-CN" sz="1400" dirty="0">
                <a:solidFill>
                  <a:srgbClr val="FF0000"/>
                </a:solidFill>
                <a:ea typeface="MS PGothic" pitchFamily="34" charset="-128"/>
                <a:cs typeface="Arial" pitchFamily="34" charset="0"/>
              </a:rPr>
              <a:t>structural</a:t>
            </a:r>
            <a:r>
              <a:rPr lang="en-US" altLang="zh-CN" sz="1400" dirty="0">
                <a:solidFill>
                  <a:srgbClr val="FF0000"/>
                </a:solidFill>
                <a:ea typeface="MS PGothic" pitchFamily="34" charset="-128"/>
                <a:cs typeface="Arial" pitchFamily="34" charset="0"/>
              </a:rPr>
              <a:t> </a:t>
            </a:r>
            <a:r>
              <a:rPr lang="en-US" altLang="zh-CN" sz="1400" dirty="0">
                <a:ea typeface="MS PGothic" pitchFamily="34" charset="-128"/>
                <a:cs typeface="Arial" pitchFamily="34" charset="0"/>
              </a:rPr>
              <a:t>(Result, A, B, C);</a:t>
            </a: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altLang="zh-CN" sz="600" b="1" dirty="0">
              <a:ea typeface="MS PGothic" pitchFamily="34" charset="-128"/>
              <a:cs typeface="Arial" pitchFamily="34" charset="0"/>
            </a:endParaRPr>
          </a:p>
          <a:p>
            <a:pPr marL="706438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output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Result;</a:t>
            </a:r>
          </a:p>
          <a:p>
            <a:pPr marL="706438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input   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A, B, C;</a:t>
            </a:r>
          </a:p>
          <a:p>
            <a:pPr marL="706438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wire    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U1_OUT;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700" b="1" dirty="0">
                <a:ea typeface="MS PGothic" pitchFamily="34" charset="-128"/>
                <a:cs typeface="Arial" pitchFamily="34" charset="0"/>
              </a:rPr>
              <a:t> 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        </a:t>
            </a: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xor</a:t>
            </a:r>
            <a:r>
              <a:rPr lang="en-US" altLang="zh-CN" sz="1400" b="1" kern="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U1(U1_OUT,A,B); </a:t>
            </a:r>
            <a:br>
              <a:rPr lang="pl-PL" altLang="zh-CN" sz="1400" b="1" dirty="0">
                <a:ea typeface="MS PGothic" pitchFamily="34" charset="-128"/>
                <a:cs typeface="Arial" pitchFamily="34" charset="0"/>
              </a:rPr>
            </a:b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 </a:t>
            </a: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xor</a:t>
            </a:r>
            <a:r>
              <a:rPr lang="en-US" altLang="zh-CN" sz="1400" b="1" kern="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U2(Result,U1_OUT,C); </a:t>
            </a: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>
              <a:spcBef>
                <a:spcPts val="0"/>
              </a:spcBef>
              <a:defRPr/>
            </a:pPr>
            <a:r>
              <a:rPr lang="en-US" altLang="zh-CN" sz="800" b="1" dirty="0">
                <a:ea typeface="MS PGothic" pitchFamily="34" charset="-128"/>
                <a:cs typeface="Arial" pitchFamily="34" charset="0"/>
              </a:rPr>
              <a:t>   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endmodule</a:t>
            </a:r>
            <a:endParaRPr lang="en-US" altLang="zh-CN" sz="1400" dirty="0">
              <a:solidFill>
                <a:srgbClr val="003399"/>
              </a:solidFill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DC0E46E6-EE25-4E6D-920F-6EB5C95A4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005138"/>
            <a:ext cx="3779838" cy="2089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module </a:t>
            </a:r>
            <a:r>
              <a:rPr lang="pl-PL" altLang="zh-CN" sz="1400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behavioral</a:t>
            </a:r>
            <a:r>
              <a:rPr lang="en-US" altLang="zh-CN" sz="1400" dirty="0">
                <a:latin typeface="Arial" charset="0"/>
                <a:ea typeface="MS PGothic" pitchFamily="34" charset="-128"/>
                <a:cs typeface="Arial" pitchFamily="34" charset="0"/>
              </a:rPr>
              <a:t>  </a:t>
            </a:r>
            <a:r>
              <a:rPr lang="en-US" altLang="zh-CN" sz="1400" dirty="0">
                <a:ea typeface="MS PGothic" pitchFamily="34" charset="-128"/>
                <a:cs typeface="Arial" pitchFamily="34" charset="0"/>
              </a:rPr>
              <a:t>(Result, A, B, C);</a:t>
            </a: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altLang="zh-CN" sz="600" b="1" dirty="0">
              <a:ea typeface="MS PGothic" pitchFamily="34" charset="-128"/>
              <a:cs typeface="Arial" pitchFamily="34" charset="0"/>
            </a:endParaRPr>
          </a:p>
          <a:p>
            <a:pPr marL="706438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output  </a:t>
            </a: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reg</a:t>
            </a: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Result;</a:t>
            </a:r>
          </a:p>
          <a:p>
            <a:pPr marL="706438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input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      A, B, C;</a:t>
            </a:r>
          </a:p>
          <a:p>
            <a:pPr marL="342900" indent="-342900">
              <a:spcBef>
                <a:spcPts val="0"/>
              </a:spcBef>
              <a:defRPr/>
            </a:pPr>
            <a:r>
              <a:rPr lang="en-US" altLang="zh-CN" sz="800" b="1" dirty="0">
                <a:ea typeface="MS PGothic" pitchFamily="34" charset="-128"/>
                <a:cs typeface="Arial" pitchFamily="34" charset="0"/>
              </a:rPr>
              <a:t> 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ea typeface="MS PGothic" pitchFamily="34" charset="-128"/>
                <a:cs typeface="Arial" pitchFamily="34" charset="0"/>
              </a:rPr>
              <a:t>       </a:t>
            </a: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always @ (</a:t>
            </a:r>
            <a:r>
              <a:rPr lang="en-US" altLang="zh-CN" sz="1400" b="1" kern="0" dirty="0"/>
              <a:t>*)</a:t>
            </a:r>
            <a:endParaRPr lang="en-US" altLang="zh-CN" sz="1400" b="1" kern="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kern="0" dirty="0"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 begin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kern="0" dirty="0"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     </a:t>
            </a:r>
            <a:r>
              <a:rPr lang="en-US" altLang="zh-CN" sz="1400" dirty="0">
                <a:ea typeface="MS PGothic" pitchFamily="34" charset="-128"/>
                <a:cs typeface="Arial" pitchFamily="34" charset="0"/>
              </a:rPr>
              <a:t>Result = </a:t>
            </a:r>
            <a:r>
              <a:rPr lang="en-US" altLang="zh-CN" sz="1400" kern="0" dirty="0"/>
              <a:t> (A ^ B)  ^ C;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kern="0" dirty="0"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 end</a:t>
            </a:r>
            <a:br>
              <a:rPr lang="pl-PL" altLang="zh-CN" sz="1400" b="1" dirty="0">
                <a:ea typeface="MS PGothic" pitchFamily="34" charset="-128"/>
                <a:cs typeface="Arial" pitchFamily="34" charset="0"/>
              </a:rPr>
            </a:br>
            <a:r>
              <a:rPr lang="en-US" altLang="zh-CN" sz="800" b="1" dirty="0">
                <a:ea typeface="MS PGothic" pitchFamily="34" charset="-128"/>
                <a:cs typeface="Arial" pitchFamily="34" charset="0"/>
              </a:rPr>
              <a:t>  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endmodule</a:t>
            </a:r>
            <a:endParaRPr lang="en-US" altLang="zh-CN" sz="1050" dirty="0">
              <a:solidFill>
                <a:srgbClr val="003399"/>
              </a:solidFill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93205" name="日期占位符 3">
            <a:extLst>
              <a:ext uri="{FF2B5EF4-FFF2-40B4-BE49-F238E27FC236}">
                <a16:creationId xmlns:a16="http://schemas.microsoft.com/office/drawing/2014/main" id="{D607BD99-2571-4631-8028-F5C50FF16E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CC93DDC-134A-48E0-AF43-910470383CFB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8C3711A3-03CB-40F6-AB1F-F5E72D68B961}"/>
              </a:ext>
            </a:extLst>
          </p:cNvPr>
          <p:cNvGrpSpPr>
            <a:grpSpLocks/>
          </p:cNvGrpSpPr>
          <p:nvPr/>
        </p:nvGrpSpPr>
        <p:grpSpPr bwMode="auto">
          <a:xfrm>
            <a:off x="1995488" y="1795463"/>
            <a:ext cx="1127125" cy="463550"/>
            <a:chOff x="2139" y="2352"/>
            <a:chExt cx="978" cy="541"/>
          </a:xfrm>
        </p:grpSpPr>
        <p:sp>
          <p:nvSpPr>
            <p:cNvPr id="93210" name="Rectangle 10">
              <a:extLst>
                <a:ext uri="{FF2B5EF4-FFF2-40B4-BE49-F238E27FC236}">
                  <a16:creationId xmlns:a16="http://schemas.microsoft.com/office/drawing/2014/main" id="{46EEC3C5-5B8F-42B9-A8E6-7C4C3372B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" y="2352"/>
              <a:ext cx="977" cy="54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buClr>
                  <a:srgbClr val="000000"/>
                </a:buClr>
                <a:buFontTx/>
                <a:buNone/>
              </a:pPr>
              <a:endParaRPr kumimoji="1" lang="zh-CN" altLang="zh-CN" sz="14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93211" name="Text Box 11">
              <a:extLst>
                <a:ext uri="{FF2B5EF4-FFF2-40B4-BE49-F238E27FC236}">
                  <a16:creationId xmlns:a16="http://schemas.microsoft.com/office/drawing/2014/main" id="{11CF7371-EF53-4FF2-B578-B6E5C0144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" y="2403"/>
              <a:ext cx="973" cy="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  <a:ea typeface="MS PGothic" panose="020B0600070205080204" pitchFamily="34" charset="-128"/>
                </a:rPr>
                <a:t>dataflow</a:t>
              </a:r>
            </a:p>
          </p:txBody>
        </p:sp>
      </p:grpSp>
      <p:sp>
        <p:nvSpPr>
          <p:cNvPr id="40" name="Text Box 12">
            <a:extLst>
              <a:ext uri="{FF2B5EF4-FFF2-40B4-BE49-F238E27FC236}">
                <a16:creationId xmlns:a16="http://schemas.microsoft.com/office/drawing/2014/main" id="{5E1DA656-D44D-4716-A04E-FB0BEA97A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287588"/>
            <a:ext cx="19192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i="1">
                <a:latin typeface="Arial" panose="020B0604020202020204" pitchFamily="34" charset="0"/>
                <a:ea typeface="MS PGothic" panose="020B0600070205080204" pitchFamily="34" charset="-128"/>
              </a:rPr>
              <a:t>Concurrent statements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AAC32B9B-6A98-44DD-B856-462318060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277938"/>
            <a:ext cx="3779838" cy="14398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module </a:t>
            </a:r>
            <a:r>
              <a:rPr lang="en-US" altLang="zh-CN" sz="1400" dirty="0">
                <a:solidFill>
                  <a:srgbClr val="FF0000"/>
                </a:solidFill>
                <a:ea typeface="MS PGothic" pitchFamily="34" charset="-128"/>
                <a:cs typeface="Arial" pitchFamily="34" charset="0"/>
              </a:rPr>
              <a:t>dataflow </a:t>
            </a:r>
            <a:r>
              <a:rPr lang="en-US" altLang="zh-CN" sz="1400" dirty="0">
                <a:ea typeface="MS PGothic" pitchFamily="34" charset="-128"/>
                <a:cs typeface="Arial" pitchFamily="34" charset="0"/>
              </a:rPr>
              <a:t>(Result, A, B, C);</a:t>
            </a: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altLang="zh-CN" sz="500" b="1" dirty="0">
              <a:ea typeface="MS PGothic" pitchFamily="34" charset="-128"/>
              <a:cs typeface="Arial" pitchFamily="34" charset="0"/>
            </a:endParaRPr>
          </a:p>
          <a:p>
            <a:pPr marL="706438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output</a:t>
            </a:r>
            <a:r>
              <a:rPr lang="en-US" altLang="zh-CN" sz="1200" b="1" dirty="0">
                <a:ea typeface="MS PGothic" pitchFamily="34" charset="-128"/>
                <a:cs typeface="Arial" pitchFamily="34" charset="0"/>
              </a:rPr>
              <a:t> 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Result;</a:t>
            </a:r>
          </a:p>
          <a:p>
            <a:pPr marL="706438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input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   A, B, C;</a:t>
            </a:r>
          </a:p>
          <a:p>
            <a:pPr marL="706438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100" b="1" kern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700" b="1" dirty="0">
                <a:ea typeface="MS PGothic" pitchFamily="34" charset="-128"/>
                <a:cs typeface="Arial" pitchFamily="34" charset="0"/>
              </a:rPr>
              <a:t> 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       assign     </a:t>
            </a:r>
            <a:r>
              <a:rPr lang="en-US" altLang="zh-CN" sz="1200" dirty="0">
                <a:ea typeface="MS PGothic" pitchFamily="34" charset="-128"/>
                <a:cs typeface="Arial" pitchFamily="34" charset="0"/>
              </a:rPr>
              <a:t>Result = </a:t>
            </a:r>
            <a:r>
              <a:rPr lang="en-US" altLang="zh-CN" sz="1200" kern="0" dirty="0"/>
              <a:t> (A ^ B)  ^ C;</a:t>
            </a:r>
            <a:br>
              <a:rPr lang="pl-PL" altLang="zh-CN" sz="1200" b="1" dirty="0">
                <a:ea typeface="MS PGothic" pitchFamily="34" charset="-128"/>
                <a:cs typeface="Arial" pitchFamily="34" charset="0"/>
              </a:rPr>
            </a:br>
            <a:r>
              <a:rPr lang="en-US" altLang="zh-CN" sz="800" b="1" dirty="0">
                <a:ea typeface="MS PGothic" pitchFamily="34" charset="-128"/>
                <a:cs typeface="Arial" pitchFamily="34" charset="0"/>
              </a:rPr>
              <a:t>  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endmodule</a:t>
            </a:r>
            <a:endParaRPr lang="en-US" altLang="zh-CN" sz="1400" dirty="0">
              <a:solidFill>
                <a:srgbClr val="003399"/>
              </a:solidFill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8F5A5D1-C02A-4EDF-8198-A0E82BFBA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1963" y="885825"/>
            <a:ext cx="10080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Chap1.2</a:t>
            </a:r>
            <a:endParaRPr lang="zh-CN" altLang="en-US" sz="16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CCB45B36-F4DC-F42C-4121-B211CAACFC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44477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B5F2327D-A782-4E6C-8354-6D97EA35AADC}" type="slidenum">
              <a:rPr lang="zh-CN" altLang="en-US" sz="1100"/>
              <a:pPr/>
              <a:t>98</a:t>
            </a:fld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684979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>
            <a:extLst>
              <a:ext uri="{FF2B5EF4-FFF2-40B4-BE49-F238E27FC236}">
                <a16:creationId xmlns:a16="http://schemas.microsoft.com/office/drawing/2014/main" id="{05FBD94D-DD1E-4436-9349-7D8D3E7C8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3843338"/>
            <a:ext cx="7805737" cy="1300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37160" rIns="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  <a:cs typeface="Courier New" panose="02070309020205020404" pitchFamily="49" charset="0"/>
              </a:rPr>
              <a:t>ALU8 U1 ( .left(Inbus), .right(ABinput),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  .mode(Function), .ALUout(Outbus) 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  <a:cs typeface="Courier New" panose="02070309020205020404" pitchFamily="49" charset="0"/>
              </a:rPr>
              <a:t>Mux8 U2 ( .sel(select_source), .data1(Aside), 		    .data0(Bside), .bus1 (ABinput));</a:t>
            </a:r>
          </a:p>
        </p:txBody>
      </p:sp>
      <p:sp>
        <p:nvSpPr>
          <p:cNvPr id="124931" name="灯片编号占位符 4">
            <a:extLst>
              <a:ext uri="{FF2B5EF4-FFF2-40B4-BE49-F238E27FC236}">
                <a16:creationId xmlns:a16="http://schemas.microsoft.com/office/drawing/2014/main" id="{CFD09A99-3CDC-4133-8872-8A946C827D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C360FCAC-3A49-41F5-BF81-945D2494EC16}" type="slidenum">
              <a:rPr lang="zh-CN" altLang="ar-SA" sz="1100"/>
              <a:pPr/>
              <a:t>99</a:t>
            </a:fld>
            <a:endParaRPr lang="en-US" altLang="zh-CN" sz="1100"/>
          </a:p>
        </p:txBody>
      </p:sp>
      <p:sp>
        <p:nvSpPr>
          <p:cNvPr id="124932" name="Rectangle 2">
            <a:extLst>
              <a:ext uri="{FF2B5EF4-FFF2-40B4-BE49-F238E27FC236}">
                <a16:creationId xmlns:a16="http://schemas.microsoft.com/office/drawing/2014/main" id="{513D0E9A-3308-4F5F-AEE0-B81A61D1561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 altLang="zh-CN"/>
              <a:t>Interconnections</a:t>
            </a:r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BB99464E-73BE-40AF-A8AA-145BE1B1AD3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857875" y="1071563"/>
          <a:ext cx="2857500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17394" imgH="2167128" progId="Visio.Drawing.11">
                  <p:embed/>
                </p:oleObj>
              </mc:Choice>
              <mc:Fallback>
                <p:oleObj name="Visio" r:id="rId2" imgW="2317394" imgH="2167128" progId="Visio.Drawing.11">
                  <p:embed/>
                  <p:pic>
                    <p:nvPicPr>
                      <p:cNvPr id="10242" name="Object 4">
                        <a:extLst>
                          <a:ext uri="{FF2B5EF4-FFF2-40B4-BE49-F238E27FC236}">
                            <a16:creationId xmlns:a16="http://schemas.microsoft.com/office/drawing/2014/main" id="{BB99464E-73BE-40AF-A8AA-145BE1B1AD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1071563"/>
                        <a:ext cx="2857500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2422" name="AutoShape 6">
            <a:extLst>
              <a:ext uri="{FF2B5EF4-FFF2-40B4-BE49-F238E27FC236}">
                <a16:creationId xmlns:a16="http://schemas.microsoft.com/office/drawing/2014/main" id="{51196654-2450-4E53-A3F3-64BC4A5D9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1643063"/>
            <a:ext cx="1071563" cy="357187"/>
          </a:xfrm>
          <a:prstGeom prst="roundRect">
            <a:avLst>
              <a:gd name="adj" fmla="val 16667"/>
            </a:avLst>
          </a:prstGeom>
          <a:solidFill>
            <a:srgbClr val="FF5050">
              <a:alpha val="34117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2423" name="AutoShape 7">
            <a:extLst>
              <a:ext uri="{FF2B5EF4-FFF2-40B4-BE49-F238E27FC236}">
                <a16:creationId xmlns:a16="http://schemas.microsoft.com/office/drawing/2014/main" id="{BF750170-C7BA-48C7-A5C6-C2EF4BDA8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2286000"/>
            <a:ext cx="1500187" cy="785813"/>
          </a:xfrm>
          <a:prstGeom prst="roundRect">
            <a:avLst>
              <a:gd name="adj" fmla="val 16667"/>
            </a:avLst>
          </a:prstGeom>
          <a:solidFill>
            <a:srgbClr val="FF5050">
              <a:alpha val="34117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8B00BF4D-C7E2-4EB4-A780-591221D0D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4500563"/>
            <a:ext cx="857250" cy="304800"/>
          </a:xfrm>
          <a:prstGeom prst="roundRect">
            <a:avLst>
              <a:gd name="adj" fmla="val 16667"/>
            </a:avLst>
          </a:prstGeom>
          <a:solidFill>
            <a:srgbClr val="0070C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094F3BBB-6BC2-40F5-889D-7692E614A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500563"/>
            <a:ext cx="381000" cy="304800"/>
          </a:xfrm>
          <a:prstGeom prst="roundRect">
            <a:avLst>
              <a:gd name="adj" fmla="val 16667"/>
            </a:avLst>
          </a:prstGeom>
          <a:solidFill>
            <a:srgbClr val="FFFF0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71FB8B6C-CAF8-4EAB-9DAC-7AEDCA5A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981450"/>
            <a:ext cx="381000" cy="304800"/>
          </a:xfrm>
          <a:prstGeom prst="roundRect">
            <a:avLst>
              <a:gd name="adj" fmla="val 16667"/>
            </a:avLst>
          </a:prstGeom>
          <a:solidFill>
            <a:srgbClr val="FFFF0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802E635B-C333-4AAC-969D-27FBD3EE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143500"/>
            <a:ext cx="1500187" cy="285750"/>
          </a:xfrm>
          <a:prstGeom prst="wedgeRoundRectCallout">
            <a:avLst>
              <a:gd name="adj1" fmla="val 34820"/>
              <a:gd name="adj2" fmla="val -169087"/>
              <a:gd name="adj3" fmla="val 16667"/>
            </a:avLst>
          </a:prstGeom>
          <a:solidFill>
            <a:srgbClr val="00B050">
              <a:alpha val="31000"/>
            </a:srgbClr>
          </a:solidFill>
          <a:ln w="158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Arial" charset="0"/>
              </a:rPr>
              <a:t>Instantiated</a:t>
            </a:r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01FC76B2-F9D7-46E1-BF83-0FE456A51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5143500"/>
            <a:ext cx="3071813" cy="285750"/>
          </a:xfrm>
          <a:prstGeom prst="wedgeRoundRectCallout">
            <a:avLst>
              <a:gd name="adj1" fmla="val -64611"/>
              <a:gd name="adj2" fmla="val -172412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u1</a:t>
            </a:r>
            <a:r>
              <a:rPr lang="en-US" altLang="zh-CN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1600" b="1" i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u2 </a:t>
            </a:r>
            <a:r>
              <a:rPr lang="en-US" altLang="zh-CN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 Instance Names</a:t>
            </a:r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DD31A817-BB21-4550-811F-65A56B55D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3981450"/>
            <a:ext cx="642937" cy="304800"/>
          </a:xfrm>
          <a:prstGeom prst="roundRect">
            <a:avLst>
              <a:gd name="adj" fmla="val 16667"/>
            </a:avLst>
          </a:prstGeom>
          <a:solidFill>
            <a:srgbClr val="00B05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BAC42DB2-71CE-46D2-9C3D-E4E4805A8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500563"/>
            <a:ext cx="642937" cy="304800"/>
          </a:xfrm>
          <a:prstGeom prst="roundRect">
            <a:avLst>
              <a:gd name="adj" fmla="val 16667"/>
            </a:avLst>
          </a:prstGeom>
          <a:solidFill>
            <a:srgbClr val="00B05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943" name="日期占位符 2">
            <a:extLst>
              <a:ext uri="{FF2B5EF4-FFF2-40B4-BE49-F238E27FC236}">
                <a16:creationId xmlns:a16="http://schemas.microsoft.com/office/drawing/2014/main" id="{ECFA5FD7-50A2-4D3F-AFDE-0FB0894229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EF325AF5-DCAA-41FC-B87E-8BBF18329086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DA7F5B0-DA27-4572-B813-EFED37EAB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000125"/>
            <a:ext cx="4643438" cy="1285875"/>
          </a:xfrm>
          <a:prstGeom prst="rect">
            <a:avLst/>
          </a:prstGeom>
          <a:solidFill>
            <a:srgbClr val="FF5050">
              <a:alpha val="18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37160" rIns="0"/>
          <a:lstStyle/>
          <a:p>
            <a:pPr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module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 ALU8 (</a:t>
            </a:r>
            <a:r>
              <a:rPr lang="en-US" altLang="zh-CN" sz="1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input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 [7:0] left, right, </a:t>
            </a:r>
          </a:p>
          <a:p>
            <a:pPr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     input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 [1:0] mode, </a:t>
            </a:r>
          </a:p>
          <a:p>
            <a:pPr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     output </a:t>
            </a:r>
            <a:r>
              <a:rPr lang="en-US" altLang="zh-CN" sz="1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altLang="zh-CN" sz="1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[7:0] </a:t>
            </a:r>
            <a:r>
              <a:rPr lang="en-US" altLang="zh-CN" sz="1400" b="1" dirty="0" err="1">
                <a:latin typeface="Courier New" pitchFamily="49" charset="0"/>
                <a:cs typeface="Courier New" pitchFamily="49" charset="0"/>
              </a:rPr>
              <a:t>ALUout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342900" indent="-34290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   ……..</a:t>
            </a:r>
          </a:p>
          <a:p>
            <a:pPr marL="342900" indent="-34290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400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endmodule</a:t>
            </a:r>
            <a:endParaRPr lang="en-US" altLang="zh-CN" sz="1400" b="1" dirty="0">
              <a:solidFill>
                <a:schemeClr val="accent2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EF085A2-6E6A-4B73-8610-A99C02C7E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357438"/>
            <a:ext cx="4643438" cy="1285875"/>
          </a:xfrm>
          <a:prstGeom prst="rect">
            <a:avLst/>
          </a:prstGeom>
          <a:solidFill>
            <a:srgbClr val="FF5050">
              <a:alpha val="18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37160" rIns="0"/>
          <a:lstStyle/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module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 Mux8 ( </a:t>
            </a:r>
            <a:r>
              <a:rPr lang="en-US" altLang="zh-CN" sz="1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input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1400" b="1" dirty="0" err="1">
                <a:latin typeface="Courier New" pitchFamily="49" charset="0"/>
                <a:cs typeface="Courier New" pitchFamily="49" charset="0"/>
              </a:rPr>
              <a:t>sel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     input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 [7:0] data1, data0,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     output</a:t>
            </a:r>
            <a:r>
              <a:rPr lang="en-US" altLang="zh-CN" sz="1400" b="1" dirty="0">
                <a:latin typeface="Courier New" pitchFamily="49" charset="0"/>
                <a:cs typeface="Courier New" pitchFamily="49" charset="0"/>
              </a:rPr>
              <a:t>[7:0] bus1  );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   ……..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1400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endmodule</a:t>
            </a:r>
            <a:endParaRPr lang="en-US" altLang="zh-CN" sz="1400" b="1" dirty="0">
              <a:solidFill>
                <a:schemeClr val="accent2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30" name="AutoShape 8">
            <a:extLst>
              <a:ext uri="{FF2B5EF4-FFF2-40B4-BE49-F238E27FC236}">
                <a16:creationId xmlns:a16="http://schemas.microsoft.com/office/drawing/2014/main" id="{BF8A89C5-AAB0-4C97-B1F8-A87671CEE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4500563"/>
            <a:ext cx="928687" cy="304800"/>
          </a:xfrm>
          <a:prstGeom prst="roundRect">
            <a:avLst>
              <a:gd name="adj" fmla="val 16667"/>
            </a:avLst>
          </a:prstGeom>
          <a:solidFill>
            <a:srgbClr val="7030A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AutoShape 6">
            <a:extLst>
              <a:ext uri="{FF2B5EF4-FFF2-40B4-BE49-F238E27FC236}">
                <a16:creationId xmlns:a16="http://schemas.microsoft.com/office/drawing/2014/main" id="{E48F1039-6DD1-4F6F-8EEF-886F59B87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643313"/>
            <a:ext cx="1571625" cy="285750"/>
          </a:xfrm>
          <a:prstGeom prst="wedgeRoundRectCallout">
            <a:avLst>
              <a:gd name="adj1" fmla="val -107880"/>
              <a:gd name="adj2" fmla="val 261431"/>
              <a:gd name="adj3" fmla="val 16667"/>
            </a:avLst>
          </a:prstGeom>
          <a:solidFill>
            <a:srgbClr val="0070C0">
              <a:alpha val="34901"/>
            </a:srgbClr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Defined</a:t>
            </a:r>
            <a:r>
              <a:rPr lang="zh-CN" altLang="en-US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Port</a:t>
            </a:r>
          </a:p>
        </p:txBody>
      </p:sp>
      <p:sp>
        <p:nvSpPr>
          <p:cNvPr id="32" name="AutoShape 6">
            <a:extLst>
              <a:ext uri="{FF2B5EF4-FFF2-40B4-BE49-F238E27FC236}">
                <a16:creationId xmlns:a16="http://schemas.microsoft.com/office/drawing/2014/main" id="{82D2068A-D33E-4A74-8786-91484F529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4143375"/>
            <a:ext cx="1857375" cy="285750"/>
          </a:xfrm>
          <a:prstGeom prst="wedgeRoundRectCallout">
            <a:avLst>
              <a:gd name="adj1" fmla="val -70958"/>
              <a:gd name="adj2" fmla="val 110662"/>
              <a:gd name="adj3" fmla="val 16667"/>
            </a:avLst>
          </a:prstGeom>
          <a:solidFill>
            <a:srgbClr val="7030A0">
              <a:alpha val="34901"/>
            </a:srgbClr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Real</a:t>
            </a:r>
            <a:r>
              <a:rPr lang="zh-CN" altLang="en-US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connection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CDD0AE-4319-45FD-AEE9-AF5E165F6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3286125"/>
            <a:ext cx="1049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Defined</a:t>
            </a:r>
            <a:endParaRPr lang="zh-CN" altLang="en-US" sz="18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377619-2985-4B51-8685-D411A39C1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1987550"/>
            <a:ext cx="1049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Defined</a:t>
            </a:r>
            <a:endParaRPr lang="zh-CN" altLang="en-US" sz="1800" b="1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98A8A14-5ADF-459D-B6CE-A6F1D73CA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786438"/>
            <a:ext cx="664368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ALU8 U1 ( Inbus, ABinput, Function, Outbus );</a:t>
            </a:r>
          </a:p>
        </p:txBody>
      </p:sp>
      <p:sp>
        <p:nvSpPr>
          <p:cNvPr id="36" name="AutoShape 13">
            <a:extLst>
              <a:ext uri="{FF2B5EF4-FFF2-40B4-BE49-F238E27FC236}">
                <a16:creationId xmlns:a16="http://schemas.microsoft.com/office/drawing/2014/main" id="{6C4AEE0B-89E8-463D-920F-1D19C95AF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5805488"/>
            <a:ext cx="4500563" cy="304800"/>
          </a:xfrm>
          <a:prstGeom prst="roundRect">
            <a:avLst>
              <a:gd name="adj" fmla="val 16667"/>
            </a:avLst>
          </a:prstGeom>
          <a:solidFill>
            <a:srgbClr val="7030A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AutoShape 6">
            <a:extLst>
              <a:ext uri="{FF2B5EF4-FFF2-40B4-BE49-F238E27FC236}">
                <a16:creationId xmlns:a16="http://schemas.microsoft.com/office/drawing/2014/main" id="{BE931726-ADD5-4006-806A-F00D6026E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5715000"/>
            <a:ext cx="1571625" cy="500063"/>
          </a:xfrm>
          <a:prstGeom prst="wedgeRoundRectCallout">
            <a:avLst>
              <a:gd name="adj1" fmla="val -103093"/>
              <a:gd name="adj2" fmla="val -5380"/>
              <a:gd name="adj3" fmla="val 16667"/>
            </a:avLst>
          </a:prstGeom>
          <a:solidFill>
            <a:srgbClr val="7030A0">
              <a:alpha val="34901"/>
            </a:srgbClr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Ordered Port Connection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zh-CN" sz="14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8" name="AutoShape 13">
            <a:extLst>
              <a:ext uri="{FF2B5EF4-FFF2-40B4-BE49-F238E27FC236}">
                <a16:creationId xmlns:a16="http://schemas.microsoft.com/office/drawing/2014/main" id="{3D0DD4D1-F5F8-40FE-95C2-450DB42BA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715000"/>
            <a:ext cx="381000" cy="304800"/>
          </a:xfrm>
          <a:prstGeom prst="roundRect">
            <a:avLst>
              <a:gd name="adj" fmla="val 16667"/>
            </a:avLst>
          </a:prstGeom>
          <a:solidFill>
            <a:srgbClr val="FFFF0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AutoShape 13">
            <a:extLst>
              <a:ext uri="{FF2B5EF4-FFF2-40B4-BE49-F238E27FC236}">
                <a16:creationId xmlns:a16="http://schemas.microsoft.com/office/drawing/2014/main" id="{B835E299-C661-4CE2-A2C5-B8716DEC5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5715000"/>
            <a:ext cx="642937" cy="304800"/>
          </a:xfrm>
          <a:prstGeom prst="roundRect">
            <a:avLst>
              <a:gd name="adj" fmla="val 16667"/>
            </a:avLst>
          </a:prstGeom>
          <a:solidFill>
            <a:srgbClr val="00B050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93D3B13-E053-4CF6-8D48-CD7C75986E9C}"/>
              </a:ext>
            </a:extLst>
          </p:cNvPr>
          <p:cNvCxnSpPr/>
          <p:nvPr/>
        </p:nvCxnSpPr>
        <p:spPr>
          <a:xfrm>
            <a:off x="142875" y="5572125"/>
            <a:ext cx="8858250" cy="1588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07813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>
            <a:extLst>
              <a:ext uri="{FF2B5EF4-FFF2-40B4-BE49-F238E27FC236}">
                <a16:creationId xmlns:a16="http://schemas.microsoft.com/office/drawing/2014/main" id="{C327FE09-42F7-487B-BAFD-90FFF18FF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79513"/>
            <a:ext cx="8101012" cy="4843462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55" name="标题 1">
            <a:extLst>
              <a:ext uri="{FF2B5EF4-FFF2-40B4-BE49-F238E27FC236}">
                <a16:creationId xmlns:a16="http://schemas.microsoft.com/office/drawing/2014/main" id="{9C91C6E0-CAFE-4851-8AED-7B1B9B0E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3" y="44450"/>
            <a:ext cx="8686800" cy="839788"/>
          </a:xfrm>
        </p:spPr>
        <p:txBody>
          <a:bodyPr/>
          <a:lstStyle/>
          <a:p>
            <a:pPr marL="534988" indent="-534988"/>
            <a:r>
              <a:rPr lang="en-US" altLang="zh-CN"/>
              <a:t>Organization of Center Processor Unit</a:t>
            </a:r>
            <a:endParaRPr lang="zh-CN" altLang="en-US"/>
          </a:p>
        </p:txBody>
      </p:sp>
      <p:sp>
        <p:nvSpPr>
          <p:cNvPr id="125956" name="日期占位符 2">
            <a:extLst>
              <a:ext uri="{FF2B5EF4-FFF2-40B4-BE49-F238E27FC236}">
                <a16:creationId xmlns:a16="http://schemas.microsoft.com/office/drawing/2014/main" id="{52C1CE07-EBA1-4720-81E3-8F30705C54E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B4B828A3-8626-4BBC-BC44-13235584ACD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25957" name="灯片编号占位符 3">
            <a:extLst>
              <a:ext uri="{FF2B5EF4-FFF2-40B4-BE49-F238E27FC236}">
                <a16:creationId xmlns:a16="http://schemas.microsoft.com/office/drawing/2014/main" id="{6DB99AAB-2DF9-44F2-B547-65CDCF2FFF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905FE4-D699-449C-9A0B-104C1F3089DF}" type="slidenum">
              <a:rPr lang="zh-CN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100</a:t>
            </a:fld>
            <a:endParaRPr lang="zh-CN" altLang="en-US" sz="1100">
              <a:solidFill>
                <a:srgbClr val="FFFFFF"/>
              </a:solidFill>
            </a:endParaRPr>
          </a:p>
        </p:txBody>
      </p:sp>
      <p:sp>
        <p:nvSpPr>
          <p:cNvPr id="125958" name="日期占位符 3">
            <a:extLst>
              <a:ext uri="{FF2B5EF4-FFF2-40B4-BE49-F238E27FC236}">
                <a16:creationId xmlns:a16="http://schemas.microsoft.com/office/drawing/2014/main" id="{CE1D72A0-BFF8-4C13-9343-35FA578B64BB}"/>
              </a:ext>
            </a:extLst>
          </p:cNvPr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853DC2-B650-4D96-8181-BAB821D03FE6}" type="datetime1">
              <a:rPr lang="zh-CN" altLang="en-US" sz="1400">
                <a:solidFill>
                  <a:srgbClr val="0A419B"/>
                </a:solidFill>
              </a:rPr>
              <a:pPr>
                <a:spcBef>
                  <a:spcPct val="0"/>
                </a:spcBef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CE949D-C64E-4A37-8A7E-8A5382827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3" y="4281488"/>
            <a:ext cx="10033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Decoder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FF8BDAC-58A6-4CE8-98D2-725765BA2BA6}"/>
              </a:ext>
            </a:extLst>
          </p:cNvPr>
          <p:cNvSpPr/>
          <p:nvPr/>
        </p:nvSpPr>
        <p:spPr>
          <a:xfrm>
            <a:off x="6583363" y="2393950"/>
            <a:ext cx="733425" cy="539750"/>
          </a:xfrm>
          <a:prstGeom prst="ellipse">
            <a:avLst/>
          </a:prstGeom>
          <a:noFill/>
          <a:ln w="539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9E904D1-6935-462B-B115-0B5800B0709E}"/>
              </a:ext>
            </a:extLst>
          </p:cNvPr>
          <p:cNvSpPr/>
          <p:nvPr/>
        </p:nvSpPr>
        <p:spPr>
          <a:xfrm>
            <a:off x="3965575" y="3654425"/>
            <a:ext cx="696913" cy="560388"/>
          </a:xfrm>
          <a:prstGeom prst="ellipse">
            <a:avLst/>
          </a:prstGeom>
          <a:noFill/>
          <a:ln w="539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34E8A1D-BC15-4B32-B5E6-48BFDBBDD09B}"/>
              </a:ext>
            </a:extLst>
          </p:cNvPr>
          <p:cNvSpPr/>
          <p:nvPr/>
        </p:nvSpPr>
        <p:spPr>
          <a:xfrm>
            <a:off x="7046913" y="3654425"/>
            <a:ext cx="373062" cy="142875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16CE5F-1F82-4ED7-9208-C02E09BBF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400" y="3448050"/>
            <a:ext cx="925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Parity Generator  </a:t>
            </a:r>
            <a:endParaRPr lang="zh-CN" altLang="en-US" sz="12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F27F34-F848-47F3-B0D6-926E445BE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57638"/>
            <a:ext cx="9350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Parity Checker  </a:t>
            </a:r>
            <a:endParaRPr lang="zh-CN" altLang="en-US" sz="12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ACC2F22-A07A-474E-8993-4D10ADF46DC4}"/>
              </a:ext>
            </a:extLst>
          </p:cNvPr>
          <p:cNvSpPr/>
          <p:nvPr/>
        </p:nvSpPr>
        <p:spPr>
          <a:xfrm>
            <a:off x="7067550" y="4071938"/>
            <a:ext cx="371475" cy="142875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0194070-A24F-4B03-A7F5-BA6FA5A76185}"/>
              </a:ext>
            </a:extLst>
          </p:cNvPr>
          <p:cNvSpPr/>
          <p:nvPr/>
        </p:nvSpPr>
        <p:spPr>
          <a:xfrm>
            <a:off x="6727825" y="3051175"/>
            <a:ext cx="1039813" cy="539750"/>
          </a:xfrm>
          <a:prstGeom prst="ellipse">
            <a:avLst/>
          </a:prstGeom>
          <a:noFill/>
          <a:ln w="539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advTm="135752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5">
            <a:extLst>
              <a:ext uri="{FF2B5EF4-FFF2-40B4-BE49-F238E27FC236}">
                <a16:creationId xmlns:a16="http://schemas.microsoft.com/office/drawing/2014/main" id="{94D4B2A0-8BF0-4844-B7FD-595016C3DC0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9080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zh-CN" altLang="en-US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7D0A0D-E03A-4E27-835B-45382BAF48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949325"/>
            <a:ext cx="9123363" cy="3559175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pic>
        <p:nvPicPr>
          <p:cNvPr id="126980" name="Picture 2" descr="http://www.polyomics.gla.ac.uk/images/uni_glasgow_logo.png">
            <a:extLst>
              <a:ext uri="{FF2B5EF4-FFF2-40B4-BE49-F238E27FC236}">
                <a16:creationId xmlns:a16="http://schemas.microsoft.com/office/drawing/2014/main" id="{18296766-AACF-4145-B92F-E5E37655B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8172450" y="44450"/>
            <a:ext cx="576263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981" name="Picture 4" descr="UESTC logo.jpg">
            <a:extLst>
              <a:ext uri="{FF2B5EF4-FFF2-40B4-BE49-F238E27FC236}">
                <a16:creationId xmlns:a16="http://schemas.microsoft.com/office/drawing/2014/main" id="{778340E9-6ECF-450A-AF1E-95B0904B6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363" y="41275"/>
            <a:ext cx="8651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2" name="日期占位符 2">
            <a:extLst>
              <a:ext uri="{FF2B5EF4-FFF2-40B4-BE49-F238E27FC236}">
                <a16:creationId xmlns:a16="http://schemas.microsoft.com/office/drawing/2014/main" id="{6FC8D98B-1CDC-4479-8C4F-B4687F00064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CD9D19E-C09E-49A7-9849-E019DC56197D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26983" name="日期占位符 3">
            <a:extLst>
              <a:ext uri="{FF2B5EF4-FFF2-40B4-BE49-F238E27FC236}">
                <a16:creationId xmlns:a16="http://schemas.microsoft.com/office/drawing/2014/main" id="{FCFF595C-2953-4620-9893-FA5859817808}"/>
              </a:ext>
            </a:extLst>
          </p:cNvPr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3AE81D-F217-4501-9F73-E4F5A5A1749D}" type="datetime1">
              <a:rPr lang="zh-CN" altLang="en-US" sz="1400">
                <a:solidFill>
                  <a:srgbClr val="0A419B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26984" name="灯片编号占位符 5">
            <a:extLst>
              <a:ext uri="{FF2B5EF4-FFF2-40B4-BE49-F238E27FC236}">
                <a16:creationId xmlns:a16="http://schemas.microsoft.com/office/drawing/2014/main" id="{3318B9C0-082B-44DE-9892-9F76A1122FE5}"/>
              </a:ext>
            </a:extLst>
          </p:cNvPr>
          <p:cNvSpPr txBox="1">
            <a:spLocks/>
          </p:cNvSpPr>
          <p:nvPr/>
        </p:nvSpPr>
        <p:spPr bwMode="auto">
          <a:xfrm>
            <a:off x="8316913" y="6356350"/>
            <a:ext cx="4429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43B56929-C18D-465E-9468-D86F8A265E22}" type="slidenum">
              <a:rPr lang="zh-CN" altLang="en-US" sz="1100">
                <a:solidFill>
                  <a:srgbClr val="FFFFFF"/>
                </a:solidFill>
              </a:rPr>
              <a:pPr algn="ctr" eaLnBrk="1" hangingPunct="1">
                <a:spcBef>
                  <a:spcPct val="0"/>
                </a:spcBef>
                <a:buFontTx/>
                <a:buNone/>
              </a:pPr>
              <a:t>101</a:t>
            </a:fld>
            <a:endParaRPr lang="zh-CN" altLang="en-US" sz="1100">
              <a:solidFill>
                <a:srgbClr val="FFFFFF"/>
              </a:solidFill>
            </a:endParaRPr>
          </a:p>
        </p:txBody>
      </p:sp>
      <p:sp>
        <p:nvSpPr>
          <p:cNvPr id="22" name="标题 5">
            <a:extLst>
              <a:ext uri="{FF2B5EF4-FFF2-40B4-BE49-F238E27FC236}">
                <a16:creationId xmlns:a16="http://schemas.microsoft.com/office/drawing/2014/main" id="{2C99DD91-551B-4284-92E4-5C2DB8860F04}"/>
              </a:ext>
            </a:extLst>
          </p:cNvPr>
          <p:cNvSpPr txBox="1">
            <a:spLocks/>
          </p:cNvSpPr>
          <p:nvPr/>
        </p:nvSpPr>
        <p:spPr bwMode="auto">
          <a:xfrm>
            <a:off x="827088" y="4724400"/>
            <a:ext cx="77724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36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THE END OF Topic2-1</a:t>
            </a:r>
            <a:endParaRPr lang="zh-CN" altLang="en-US" sz="36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15C35DE-25BF-4030-BA1F-FC261311979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38" y="1068388"/>
            <a:ext cx="9136062" cy="3249612"/>
          </a:xfrm>
          <a:prstGeom prst="rect">
            <a:avLst/>
          </a:prstGeom>
          <a:solidFill>
            <a:srgbClr val="0A419B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cxnSp>
        <p:nvCxnSpPr>
          <p:cNvPr id="126987" name="直接连接符 5">
            <a:extLst>
              <a:ext uri="{FF2B5EF4-FFF2-40B4-BE49-F238E27FC236}">
                <a16:creationId xmlns:a16="http://schemas.microsoft.com/office/drawing/2014/main" id="{277DDBB1-E8AB-4C95-982F-78B55814C321}"/>
              </a:ext>
            </a:extLst>
          </p:cNvPr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2593975" y="2592388"/>
            <a:ext cx="6030913" cy="0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988" name="Rectangle 19">
            <a:extLst>
              <a:ext uri="{FF2B5EF4-FFF2-40B4-BE49-F238E27FC236}">
                <a16:creationId xmlns:a16="http://schemas.microsoft.com/office/drawing/2014/main" id="{911EA88D-9CF8-49F6-9154-385BC73CA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1211263"/>
            <a:ext cx="796766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FF00"/>
                </a:solidFill>
              </a:rPr>
              <a:t>Digital Logic Design and Application</a:t>
            </a: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FF00"/>
                </a:solidFill>
              </a:rPr>
              <a:t>Topic 2  - Principles for digital design </a:t>
            </a:r>
            <a:br>
              <a:rPr lang="zh-CN" altLang="en-US" sz="3200" b="1" dirty="0">
                <a:solidFill>
                  <a:srgbClr val="FFFF00"/>
                </a:solidFill>
              </a:rPr>
            </a:br>
            <a:r>
              <a:rPr lang="en-US" altLang="zh-CN" sz="2400" b="1" dirty="0">
                <a:solidFill>
                  <a:schemeClr val="bg1"/>
                </a:solidFill>
              </a:rPr>
              <a:t> Yan Bo</a:t>
            </a: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</a:rPr>
              <a:t>School of Information &amp; Communication Engineering, UESTC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</a:rPr>
              <a:t>Email: yanboyu@uestc.edu.cn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6">
            <a:extLst>
              <a:ext uri="{FF2B5EF4-FFF2-40B4-BE49-F238E27FC236}">
                <a16:creationId xmlns:a16="http://schemas.microsoft.com/office/drawing/2014/main" id="{31081897-CD08-4A7E-A69C-F10883E3F9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F41105-358A-4366-BA3D-0B14282FF22F}" type="slidenum">
              <a:rPr lang="zh-CN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102</a:t>
            </a:fld>
            <a:endParaRPr lang="zh-CN" altLang="en-US" sz="1100">
              <a:solidFill>
                <a:srgbClr val="FFFFFF"/>
              </a:solidFill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F26261B2-CABC-439D-963B-6B96522C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50800"/>
            <a:ext cx="8382000" cy="871538"/>
          </a:xfrm>
        </p:spPr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R</a:t>
            </a:r>
            <a:r>
              <a:rPr lang="pl-PL" altLang="zh-CN">
                <a:ea typeface="MS PGothic" panose="020B0600070205080204" pitchFamily="34" charset="-128"/>
              </a:rPr>
              <a:t>equired reading</a:t>
            </a:r>
            <a:endParaRPr lang="en-US" altLang="zh-CN">
              <a:ea typeface="MS PGothic" panose="020B0600070205080204" pitchFamily="34" charset="-128"/>
            </a:endParaRPr>
          </a:p>
        </p:txBody>
      </p:sp>
      <p:sp>
        <p:nvSpPr>
          <p:cNvPr id="39940" name="Text Box 3">
            <a:extLst>
              <a:ext uri="{FF2B5EF4-FFF2-40B4-BE49-F238E27FC236}">
                <a16:creationId xmlns:a16="http://schemas.microsoft.com/office/drawing/2014/main" id="{054E646E-7F36-49B7-9775-96DDDBC8C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1042988"/>
            <a:ext cx="7488237" cy="516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082675" lvl="1" indent="-441325" eaLnBrk="1" hangingPunct="1">
              <a:lnSpc>
                <a:spcPct val="110000"/>
              </a:lnSpc>
              <a:spcBef>
                <a:spcPct val="25000"/>
              </a:spcBef>
              <a:buFont typeface="Arial" pitchFamily="34" charset="0"/>
              <a:buChar char="–"/>
              <a:defRPr/>
            </a:pPr>
            <a:r>
              <a:rPr lang="en-US" altLang="zh-CN" sz="2000" b="1" dirty="0">
                <a:solidFill>
                  <a:srgbClr val="0070C0"/>
                </a:solidFill>
                <a:ea typeface="微软雅黑" pitchFamily="34" charset="-122"/>
              </a:rPr>
              <a:t>Digital System Design with Verilog &amp;  VHDL </a:t>
            </a:r>
          </a:p>
          <a:p>
            <a:pPr marL="1431925" indent="-441325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1200" b="1" i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</a:t>
            </a:r>
            <a:r>
              <a:rPr lang="en-US" altLang="zh-CN" sz="1400" b="1" i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2nd Edition</a:t>
            </a:r>
            <a:r>
              <a:rPr lang="zh-CN" altLang="en-US" sz="1400" b="1" i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1400" b="1" i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Enoch </a:t>
            </a:r>
            <a:r>
              <a:rPr lang="en-US" altLang="zh-CN" sz="1400" b="1" i="1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O.Hwang</a:t>
            </a:r>
            <a:r>
              <a:rPr lang="zh-CN" altLang="en-US" sz="1400" b="1" i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著，阎波 朱晓章  姚毅改编</a:t>
            </a:r>
            <a:endParaRPr lang="en-US" altLang="zh-CN" sz="1400" b="1" i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1997075" lvl="3" indent="-441325" eaLnBrk="1" hangingPunct="1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2, Fundamentals of Digital Circuit</a:t>
            </a:r>
          </a:p>
          <a:p>
            <a:pPr marL="1997075" lvl="3" indent="-441325" eaLnBrk="1" hangingPunct="1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3, Combinational Circuits</a:t>
            </a:r>
          </a:p>
          <a:p>
            <a:pPr marL="1997075" lvl="3" indent="-441325" eaLnBrk="1" hangingPunct="1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4, Standard Combinational Components</a:t>
            </a:r>
          </a:p>
          <a:p>
            <a:pPr marL="1082675" lvl="1" indent="-441325">
              <a:lnSpc>
                <a:spcPct val="110000"/>
              </a:lnSpc>
              <a:spcBef>
                <a:spcPts val="1200"/>
              </a:spcBef>
              <a:buFont typeface="Arial" pitchFamily="34" charset="0"/>
              <a:buChar char="–"/>
              <a:defRPr/>
            </a:pPr>
            <a:r>
              <a:rPr lang="en-US" altLang="zh-CN" b="1" dirty="0">
                <a:solidFill>
                  <a:srgbClr val="0070C0"/>
                </a:solidFill>
                <a:ea typeface="微软雅黑" pitchFamily="34" charset="-122"/>
              </a:rPr>
              <a:t>Digital Design: Principles and Practices </a:t>
            </a:r>
          </a:p>
          <a:p>
            <a:pPr marL="1082675" lvl="1" indent="-441325">
              <a:spcBef>
                <a:spcPts val="0"/>
              </a:spcBef>
              <a:defRPr/>
            </a:pPr>
            <a:r>
              <a:rPr lang="en-US" altLang="zh-CN" sz="1400" b="1" i="1" dirty="0">
                <a:solidFill>
                  <a:srgbClr val="000000"/>
                </a:solidFill>
                <a:latin typeface="+mn-lt"/>
                <a:ea typeface="微软雅黑" pitchFamily="34" charset="-122"/>
                <a:cs typeface="Times New Roman" pitchFamily="18" charset="0"/>
              </a:rPr>
              <a:t>                  </a:t>
            </a: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4th Edition, John F. </a:t>
            </a:r>
            <a:r>
              <a:rPr lang="en-US" altLang="zh-CN" sz="1400" b="1" i="1" dirty="0" err="1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Wakerly</a:t>
            </a:r>
            <a:endParaRPr lang="en-US" altLang="zh-CN" sz="1400" b="1" i="1" dirty="0">
              <a:solidFill>
                <a:srgbClr val="000000"/>
              </a:solidFill>
              <a:ea typeface="微软雅黑" pitchFamily="34" charset="-122"/>
              <a:cs typeface="Times New Roman" pitchFamily="18" charset="0"/>
            </a:endParaRPr>
          </a:p>
          <a:p>
            <a:pPr marL="1997075" lvl="3" indent="-441325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4, Combinational Logic Design Principles</a:t>
            </a:r>
          </a:p>
          <a:p>
            <a:pPr marL="1997075" lvl="3" indent="-441325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5, Combinational Logic Design Practices</a:t>
            </a:r>
          </a:p>
          <a:p>
            <a:pPr marL="1082675" lvl="1" indent="-441325">
              <a:lnSpc>
                <a:spcPct val="110000"/>
              </a:lnSpc>
              <a:spcBef>
                <a:spcPts val="1200"/>
              </a:spcBef>
              <a:buFont typeface="Arial" pitchFamily="34" charset="0"/>
              <a:buChar char="–"/>
              <a:defRPr/>
            </a:pPr>
            <a:r>
              <a:rPr lang="zh-CN" altLang="en-US" b="1" dirty="0">
                <a:solidFill>
                  <a:srgbClr val="0070C0"/>
                </a:solidFill>
                <a:ea typeface="微软雅黑" pitchFamily="34" charset="-122"/>
              </a:rPr>
              <a:t>数字逻辑设计及应用</a:t>
            </a:r>
            <a:endParaRPr lang="en-US" altLang="zh-CN" b="1" dirty="0">
              <a:solidFill>
                <a:srgbClr val="0070C0"/>
              </a:solidFill>
              <a:ea typeface="微软雅黑" pitchFamily="34" charset="-122"/>
            </a:endParaRPr>
          </a:p>
          <a:p>
            <a:pPr marL="1082675" lvl="1" indent="-441325">
              <a:spcBef>
                <a:spcPts val="0"/>
              </a:spcBef>
              <a:defRPr/>
            </a:pPr>
            <a:r>
              <a:rPr lang="zh-CN" altLang="en-US" sz="1400" b="1" i="1" dirty="0">
                <a:solidFill>
                  <a:srgbClr val="000000"/>
                </a:solidFill>
                <a:latin typeface="+mn-lt"/>
                <a:ea typeface="微软雅黑" pitchFamily="34" charset="-122"/>
                <a:cs typeface="Times New Roman" pitchFamily="18" charset="0"/>
              </a:rPr>
              <a:t>                  </a:t>
            </a:r>
            <a:r>
              <a:rPr lang="zh-CN" altLang="en-US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姜书艳等，电子科技大学出版社</a:t>
            </a:r>
            <a:endParaRPr lang="en-US" altLang="zh-CN" sz="1400" b="1" i="1" dirty="0">
              <a:solidFill>
                <a:srgbClr val="000000"/>
              </a:solidFill>
              <a:ea typeface="微软雅黑" pitchFamily="34" charset="-122"/>
              <a:cs typeface="Times New Roman" pitchFamily="18" charset="0"/>
            </a:endParaRPr>
          </a:p>
          <a:p>
            <a:pPr marL="1997075" lvl="3" indent="-441325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3 , Basis of Logic Algebra</a:t>
            </a:r>
          </a:p>
          <a:p>
            <a:pPr marL="1997075" lvl="3" indent="-441325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5, Combinational  </a:t>
            </a:r>
            <a:r>
              <a:rPr lang="en-US" altLang="zh-CN" sz="1400" b="1" i="1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Logic Circuit Design</a:t>
            </a:r>
            <a:endParaRPr lang="en-US" altLang="zh-CN" sz="1400" b="1" i="1" dirty="0">
              <a:solidFill>
                <a:srgbClr val="000000"/>
              </a:solidFill>
              <a:ea typeface="微软雅黑" pitchFamily="34" charset="-122"/>
              <a:cs typeface="Times New Roman" pitchFamily="18" charset="0"/>
            </a:endParaRPr>
          </a:p>
          <a:p>
            <a:pPr marL="1082675" lvl="1" indent="-441325">
              <a:lnSpc>
                <a:spcPct val="110000"/>
              </a:lnSpc>
              <a:spcBef>
                <a:spcPts val="1200"/>
              </a:spcBef>
              <a:buFont typeface="Arial" pitchFamily="34" charset="0"/>
              <a:buChar char="–"/>
              <a:defRPr/>
            </a:pPr>
            <a:r>
              <a:rPr lang="zh-CN" altLang="en-US" b="1" dirty="0">
                <a:solidFill>
                  <a:srgbClr val="0070C0"/>
                </a:solidFill>
                <a:ea typeface="微软雅黑" pitchFamily="34" charset="-122"/>
              </a:rPr>
              <a:t>数字集成电路与系统设计</a:t>
            </a:r>
            <a:endParaRPr lang="en-US" altLang="zh-CN" b="1" dirty="0">
              <a:solidFill>
                <a:srgbClr val="0070C0"/>
              </a:solidFill>
              <a:ea typeface="微软雅黑" pitchFamily="34" charset="-122"/>
            </a:endParaRPr>
          </a:p>
          <a:p>
            <a:pPr marL="1082675" lvl="1" indent="-441325">
              <a:spcBef>
                <a:spcPts val="0"/>
              </a:spcBef>
              <a:defRPr/>
            </a:pPr>
            <a:r>
              <a:rPr lang="zh-CN" altLang="en-US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             李广军、郭志勇等，电子工业出版社</a:t>
            </a:r>
            <a:endParaRPr lang="en-US" altLang="zh-CN" sz="1400" b="1" i="1" dirty="0">
              <a:solidFill>
                <a:srgbClr val="000000"/>
              </a:solidFill>
              <a:ea typeface="微软雅黑" pitchFamily="34" charset="-122"/>
              <a:cs typeface="Times New Roman" pitchFamily="18" charset="0"/>
            </a:endParaRPr>
          </a:p>
          <a:p>
            <a:pPr marL="1997075" lvl="3" indent="-441325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4 , Verilog HDL</a:t>
            </a:r>
            <a:r>
              <a:rPr lang="zh-CN" altLang="en-US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基础</a:t>
            </a:r>
            <a:endParaRPr lang="en-US" altLang="zh-CN" sz="1400" b="1" i="1" dirty="0">
              <a:solidFill>
                <a:srgbClr val="000000"/>
              </a:solidFill>
              <a:ea typeface="微软雅黑" pitchFamily="34" charset="-122"/>
              <a:cs typeface="Times New Roman" pitchFamily="18" charset="0"/>
            </a:endParaRPr>
          </a:p>
          <a:p>
            <a:pPr marL="1997075" lvl="3" indent="-441325">
              <a:spcBef>
                <a:spcPct val="25000"/>
              </a:spcBef>
              <a:buFont typeface="Wingdings" pitchFamily="2" charset="2"/>
              <a:buChar char="ü"/>
              <a:defRPr/>
            </a:pP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Chapter 5, </a:t>
            </a:r>
            <a:r>
              <a:rPr lang="zh-CN" altLang="en-US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数字逻辑电路的</a:t>
            </a:r>
            <a:r>
              <a:rPr lang="en-US" altLang="zh-CN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Verilog RTL</a:t>
            </a:r>
            <a:r>
              <a:rPr lang="zh-CN" altLang="en-US" sz="1400" b="1" i="1" dirty="0">
                <a:solidFill>
                  <a:srgbClr val="000000"/>
                </a:solidFill>
                <a:ea typeface="微软雅黑" pitchFamily="34" charset="-122"/>
                <a:cs typeface="Times New Roman" pitchFamily="18" charset="0"/>
              </a:rPr>
              <a:t>建模与设计</a:t>
            </a:r>
            <a:endParaRPr lang="en-US" altLang="zh-CN" sz="1400" b="1" i="1" dirty="0">
              <a:solidFill>
                <a:srgbClr val="000000"/>
              </a:solidFill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">
            <a:extLst>
              <a:ext uri="{FF2B5EF4-FFF2-40B4-BE49-F238E27FC236}">
                <a16:creationId xmlns:a16="http://schemas.microsoft.com/office/drawing/2014/main" id="{AF4368F9-ADFC-404F-8D26-DD9E9BAF4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188913"/>
            <a:ext cx="6543675" cy="615950"/>
          </a:xfrm>
        </p:spPr>
        <p:txBody>
          <a:bodyPr/>
          <a:lstStyle/>
          <a:p>
            <a:r>
              <a:rPr lang="en-US" altLang="zh-CN"/>
              <a:t>Homework2-1</a:t>
            </a:r>
            <a:endParaRPr lang="zh-CN" altLang="en-US"/>
          </a:p>
        </p:txBody>
      </p:sp>
      <p:sp>
        <p:nvSpPr>
          <p:cNvPr id="129027" name="日期占位符 3">
            <a:extLst>
              <a:ext uri="{FF2B5EF4-FFF2-40B4-BE49-F238E27FC236}">
                <a16:creationId xmlns:a16="http://schemas.microsoft.com/office/drawing/2014/main" id="{9ABA579C-C4AF-487C-A635-F59B00D9C9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703E32E7-8FAA-4419-9C88-A4924B2EC798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2026-03-21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129028" name="灯片编号占位符 4">
            <a:extLst>
              <a:ext uri="{FF2B5EF4-FFF2-40B4-BE49-F238E27FC236}">
                <a16:creationId xmlns:a16="http://schemas.microsoft.com/office/drawing/2014/main" id="{88D4D857-AC35-4912-BED9-AFD3B88350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A0F040-98B4-4251-A9C1-4B3DADC3E5E9}" type="slidenum">
              <a:rPr lang="zh-CN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103</a:t>
            </a:fld>
            <a:endParaRPr lang="zh-CN" altLang="en-US" sz="1100">
              <a:solidFill>
                <a:srgbClr val="FFFFFF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4944695-2900-4000-B021-71C8CC8A0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356305"/>
            <a:ext cx="8685213" cy="450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136900" indent="-3136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3200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P17    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1.9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1.10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3200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P59    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2.4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2.5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2.7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）、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            2.10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2.12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2.14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 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             2.27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a, d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2.28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 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2.34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2.35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3200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P106   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3.1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4400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、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3.2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3200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3.4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a, e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 、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              3.11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3.17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 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3.23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c, f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               3.26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）、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3.36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3200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P151    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4.2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4.25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4.28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4.32             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标题 5">
            <a:extLst>
              <a:ext uri="{FF2B5EF4-FFF2-40B4-BE49-F238E27FC236}">
                <a16:creationId xmlns:a16="http://schemas.microsoft.com/office/drawing/2014/main" id="{CB0A8E98-9806-4220-AB1E-33F2A7A9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188913"/>
            <a:ext cx="8507412" cy="615950"/>
          </a:xfrm>
        </p:spPr>
        <p:txBody>
          <a:bodyPr/>
          <a:lstStyle/>
          <a:p>
            <a:r>
              <a:rPr lang="en-US" altLang="zh-CN"/>
              <a:t>Homework2-1</a:t>
            </a:r>
            <a:r>
              <a:rPr lang="zh-CN" altLang="en-US"/>
              <a:t>（</a:t>
            </a:r>
            <a:r>
              <a:rPr lang="en-US" altLang="zh-CN"/>
              <a:t> Additional questions </a:t>
            </a:r>
            <a:r>
              <a:rPr lang="zh-CN" altLang="en-US"/>
              <a:t>）</a:t>
            </a:r>
          </a:p>
        </p:txBody>
      </p:sp>
      <p:sp>
        <p:nvSpPr>
          <p:cNvPr id="130051" name="灯片编号占位符 4">
            <a:extLst>
              <a:ext uri="{FF2B5EF4-FFF2-40B4-BE49-F238E27FC236}">
                <a16:creationId xmlns:a16="http://schemas.microsoft.com/office/drawing/2014/main" id="{18951316-31C1-434C-866C-EA8CDE3990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3D2FDD30-BC9F-493B-A528-7B5D8EDDB35D}" type="slidenum">
              <a:rPr lang="zh-CN" altLang="en-US" sz="1100">
                <a:solidFill>
                  <a:srgbClr val="FFFFFF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104</a:t>
            </a:fld>
            <a:endParaRPr lang="zh-CN" altLang="en-US" sz="1100">
              <a:solidFill>
                <a:srgbClr val="FFFFFF"/>
              </a:solidFill>
            </a:endParaRPr>
          </a:p>
        </p:txBody>
      </p:sp>
      <p:sp>
        <p:nvSpPr>
          <p:cNvPr id="130052" name="Text Box 147">
            <a:extLst>
              <a:ext uri="{FF2B5EF4-FFF2-40B4-BE49-F238E27FC236}">
                <a16:creationId xmlns:a16="http://schemas.microsoft.com/office/drawing/2014/main" id="{C9822F77-94E5-4137-8138-2B7880896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3292475"/>
            <a:ext cx="87122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en-US" altLang="zh-CN" sz="2400" b="1">
                <a:latin typeface="Calibri" panose="020F0502020204030204" pitchFamily="34" charset="0"/>
                <a:ea typeface="宋体" panose="02010600030101010101" pitchFamily="2" charset="-122"/>
              </a:rPr>
              <a:t>Please finish the function as below: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US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1) Consider the 8-to-1 MUX as a single component shown here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   2) Use 1 pcs 74LS138 to finish the same F(x,y,z), other basic gates are also allowed to be used.</a:t>
            </a:r>
            <a:endParaRPr lang="zh-CN" altLang="en-US" sz="2000" b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30053" name="矩形 8">
            <a:extLst>
              <a:ext uri="{FF2B5EF4-FFF2-40B4-BE49-F238E27FC236}">
                <a16:creationId xmlns:a16="http://schemas.microsoft.com/office/drawing/2014/main" id="{1BCE9585-F51D-42F6-B64F-F6621A447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5" y="3749675"/>
            <a:ext cx="5345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F (x, y, z) = x'y'z' + x'yz' + xy'z + xyz' + xyz. </a:t>
            </a:r>
            <a:endParaRPr lang="zh-CN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0054" name="图片 10">
            <a:extLst>
              <a:ext uri="{FF2B5EF4-FFF2-40B4-BE49-F238E27FC236}">
                <a16:creationId xmlns:a16="http://schemas.microsoft.com/office/drawing/2014/main" id="{40BF3EA9-0E2F-49C4-A590-7A2FC7C4B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4503738"/>
            <a:ext cx="2160588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90D0322-88A0-4D17-8007-CEB80F417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41559"/>
            <a:ext cx="8991600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marL="273050" indent="-273050">
              <a:spcBef>
                <a:spcPts val="600"/>
              </a:spcBef>
              <a:defRPr/>
            </a:pPr>
            <a:r>
              <a:rPr lang="en-US" altLang="zh-CN" sz="2400" b="1" dirty="0">
                <a:latin typeface="Calibri" pitchFamily="34" charset="0"/>
                <a:cs typeface="Calibri" pitchFamily="34" charset="0"/>
              </a:rPr>
              <a:t>1. Using </a:t>
            </a:r>
            <a:r>
              <a:rPr lang="en-US" altLang="zh-CN" sz="2400" b="1" dirty="0" err="1">
                <a:latin typeface="Calibri" pitchFamily="34" charset="0"/>
                <a:cs typeface="Calibri" pitchFamily="34" charset="0"/>
              </a:rPr>
              <a:t>Karnaugh</a:t>
            </a:r>
            <a:r>
              <a:rPr lang="en-US" altLang="zh-CN" sz="2400" b="1" dirty="0">
                <a:latin typeface="Calibri" pitchFamily="34" charset="0"/>
                <a:cs typeface="Calibri" pitchFamily="34" charset="0"/>
              </a:rPr>
              <a:t> maps, find a minimal SOP expression and a minimal POS expression for each of the following logic functions. Indicate the distinguished 1-cells (or 0-cells) in each map.</a:t>
            </a:r>
            <a:endParaRPr lang="en-US" altLang="zh-CN" sz="2400" dirty="0"/>
          </a:p>
          <a:p>
            <a:pPr indent="490538">
              <a:spcBef>
                <a:spcPts val="600"/>
              </a:spcBef>
              <a:defRPr/>
            </a:pPr>
            <a:r>
              <a:rPr lang="en-US" altLang="zh-CN" sz="2000" b="1" dirty="0">
                <a:latin typeface="Calibri" pitchFamily="34" charset="0"/>
                <a:cs typeface="Calibri" pitchFamily="34" charset="0"/>
              </a:rPr>
              <a:t>       (a)  F= </a:t>
            </a:r>
            <a:r>
              <a:rPr lang="en-US" altLang="zh-CN" sz="2000" b="1" dirty="0" err="1">
                <a:latin typeface="Symbol" pitchFamily="18" charset="2"/>
                <a:cs typeface="Calibri" pitchFamily="34" charset="0"/>
              </a:rPr>
              <a:t>S</a:t>
            </a:r>
            <a:r>
              <a:rPr lang="en-US" altLang="zh-CN" sz="2000" b="1" i="1" baseline="-30000" dirty="0" err="1">
                <a:latin typeface="Calibri" pitchFamily="34" charset="0"/>
                <a:cs typeface="Calibri" pitchFamily="34" charset="0"/>
              </a:rPr>
              <a:t>x,y,z</a:t>
            </a:r>
            <a:r>
              <a:rPr lang="en-US" altLang="zh-CN" sz="2000" b="1" dirty="0">
                <a:latin typeface="Calibri" pitchFamily="34" charset="0"/>
                <a:cs typeface="Calibri" pitchFamily="34" charset="0"/>
              </a:rPr>
              <a:t>(1,3,5,6,7)</a:t>
            </a:r>
            <a:r>
              <a:rPr lang="en-US" altLang="zh-CN" sz="2000" b="1" baseline="-30000" dirty="0">
                <a:latin typeface="Calibri" pitchFamily="34" charset="0"/>
                <a:cs typeface="Calibri" pitchFamily="34" charset="0"/>
              </a:rPr>
              <a:t> </a:t>
            </a:r>
            <a:endParaRPr lang="en-US" altLang="zh-CN" sz="2000" dirty="0"/>
          </a:p>
          <a:p>
            <a:pPr indent="490538">
              <a:spcBef>
                <a:spcPts val="600"/>
              </a:spcBef>
              <a:defRPr/>
            </a:pPr>
            <a:r>
              <a:rPr lang="en-US" altLang="zh-CN" sz="2000" b="1" dirty="0">
                <a:latin typeface="Calibri" pitchFamily="34" charset="0"/>
                <a:cs typeface="Calibri" pitchFamily="34" charset="0"/>
              </a:rPr>
              <a:t>       (b)  F= </a:t>
            </a:r>
            <a:r>
              <a:rPr lang="en-US" altLang="zh-CN" sz="2000" b="1" dirty="0">
                <a:latin typeface="Symbol" pitchFamily="18" charset="2"/>
                <a:cs typeface="Calibri" pitchFamily="34" charset="0"/>
              </a:rPr>
              <a:t>S</a:t>
            </a:r>
            <a:r>
              <a:rPr lang="en-US" altLang="zh-CN" sz="2000" b="1" i="1" baseline="-30000" dirty="0">
                <a:latin typeface="Calibri" pitchFamily="34" charset="0"/>
                <a:cs typeface="Calibri" pitchFamily="34" charset="0"/>
              </a:rPr>
              <a:t>W,X,Y ,Z</a:t>
            </a:r>
            <a:r>
              <a:rPr lang="en-US" altLang="zh-CN" sz="2000" b="1" dirty="0">
                <a:latin typeface="Calibri" pitchFamily="34" charset="0"/>
                <a:cs typeface="Calibri" pitchFamily="34" charset="0"/>
              </a:rPr>
              <a:t>(0,1,2,8,11)+ d(3,9,15)    	</a:t>
            </a:r>
            <a:endParaRPr lang="en-US" altLang="zh-CN" sz="2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H3lMh7BkyMMtUK5TjUH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.4|3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.4|3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14.1|77.1|48.8|205.1|3.5|1.5|0.7|1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.4|3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6|22.9|18|58.2|10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.4|3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.4|3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14.1|77.1|48.8|205.1|3.5|1.5|0.7|1.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H3lMh7BkyMMtUK5TjUHA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20357</TotalTime>
  <Words>11434</Words>
  <Application>Microsoft Office PowerPoint</Application>
  <PresentationFormat>全屏显示(4:3)</PresentationFormat>
  <Paragraphs>3444</Paragraphs>
  <Slides>105</Slides>
  <Notes>52</Notes>
  <HiddenSlides>1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105</vt:i4>
      </vt:variant>
    </vt:vector>
  </HeadingPairs>
  <TitlesOfParts>
    <vt:vector size="138" baseType="lpstr">
      <vt:lpstr>ＭＳ Ｐゴシック</vt:lpstr>
      <vt:lpstr>ＭＳ Ｐゴシック</vt:lpstr>
      <vt:lpstr>Tms Rmn</vt:lpstr>
      <vt:lpstr>等线</vt:lpstr>
      <vt:lpstr>黑体</vt:lpstr>
      <vt:lpstr>华文隶书</vt:lpstr>
      <vt:lpstr>华文细黑</vt:lpstr>
      <vt:lpstr>华文新魏</vt:lpstr>
      <vt:lpstr>楷体_GB2312</vt:lpstr>
      <vt:lpstr>宋体</vt:lpstr>
      <vt:lpstr>微软雅黑</vt:lpstr>
      <vt:lpstr>Arial</vt:lpstr>
      <vt:lpstr>Arial Narrow</vt:lpstr>
      <vt:lpstr>Berlin Sans FB Demi</vt:lpstr>
      <vt:lpstr>Brush Script MT</vt:lpstr>
      <vt:lpstr>Calibri</vt:lpstr>
      <vt:lpstr>Comic Sans MS</vt:lpstr>
      <vt:lpstr>Courier New</vt:lpstr>
      <vt:lpstr>Segoe UI</vt:lpstr>
      <vt:lpstr>Symbol</vt:lpstr>
      <vt:lpstr>Tahoma</vt:lpstr>
      <vt:lpstr>Times New Roman</vt:lpstr>
      <vt:lpstr>Verdana</vt:lpstr>
      <vt:lpstr>Wingdings</vt:lpstr>
      <vt:lpstr>自定义设计方案</vt:lpstr>
      <vt:lpstr>1_自定义设计方案</vt:lpstr>
      <vt:lpstr>Microsoft Visio 2003-2010 Drawing</vt:lpstr>
      <vt:lpstr>Visio</vt:lpstr>
      <vt:lpstr>Document</vt:lpstr>
      <vt:lpstr>公式</vt:lpstr>
      <vt:lpstr>Equation</vt:lpstr>
      <vt:lpstr>位图图像</vt:lpstr>
      <vt:lpstr>Worksheet</vt:lpstr>
      <vt:lpstr>PowerPoint 演示文稿</vt:lpstr>
      <vt:lpstr>Topic2： Principles for digital design </vt:lpstr>
      <vt:lpstr>Topic2： Principles for digital design </vt:lpstr>
      <vt:lpstr>Where we are</vt:lpstr>
      <vt:lpstr>Organization of Center Processor Unit</vt:lpstr>
      <vt:lpstr>Topic2： Principles for digital design </vt:lpstr>
      <vt:lpstr>Gates and Logic:   basic gates</vt:lpstr>
      <vt:lpstr>Gates and Logic:   other gates</vt:lpstr>
      <vt:lpstr>PowerPoint 演示文稿</vt:lpstr>
      <vt:lpstr>Gates and Logic: NAND as a Complete Set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</vt:lpstr>
      <vt:lpstr>Exercise</vt:lpstr>
      <vt:lpstr>Gates and Logic:  Positive Logic vs. Negative Logic</vt:lpstr>
      <vt:lpstr>Gates and Logic:  Principle of Duality</vt:lpstr>
      <vt:lpstr>Gates and Logic:  Perform the dualities</vt:lpstr>
      <vt:lpstr>Gates and Logic:  Duality vs. DeMorgan’s Law</vt:lpstr>
      <vt:lpstr>Exercise</vt:lpstr>
      <vt:lpstr>Topic2： Principles for digital design </vt:lpstr>
      <vt:lpstr>Description for Combinational Circuit</vt:lpstr>
      <vt:lpstr>Description for Combinational Circuit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 </vt:lpstr>
      <vt:lpstr>Topic2： Principles for digital design </vt:lpstr>
      <vt:lpstr>PowerPoint 演示文稿</vt:lpstr>
      <vt:lpstr>Combinational Digital Circuit Design</vt:lpstr>
      <vt:lpstr>PowerPoint 演示文稿</vt:lpstr>
      <vt:lpstr>PowerPoint 演示文稿</vt:lpstr>
      <vt:lpstr>Examples for Combinational Digital Circuit Design</vt:lpstr>
      <vt:lpstr>Multiplexer &amp; Demultiplexer</vt:lpstr>
      <vt:lpstr>Logic design with MUX</vt:lpstr>
      <vt:lpstr>PowerPoint 演示文稿</vt:lpstr>
      <vt:lpstr>HDL for Octal 2-to-1 MUX</vt:lpstr>
      <vt:lpstr>HDL for 3-to-1 MUX</vt:lpstr>
      <vt:lpstr>Examples for Combinational Digital Circuit Design</vt:lpstr>
      <vt:lpstr>Decoder and Encoder</vt:lpstr>
      <vt:lpstr>Binary Decoder</vt:lpstr>
      <vt:lpstr>PowerPoint 演示文稿</vt:lpstr>
      <vt:lpstr>Logic design with Decoder and Gates</vt:lpstr>
      <vt:lpstr>PowerPoint 演示文稿</vt:lpstr>
      <vt:lpstr>Binary Encoder</vt:lpstr>
      <vt:lpstr>PowerPoint 演示文稿</vt:lpstr>
      <vt:lpstr>PowerPoint 演示文稿</vt:lpstr>
      <vt:lpstr>HDL for 4-2 Encoder </vt:lpstr>
      <vt:lpstr>The synthesis results</vt:lpstr>
      <vt:lpstr>Examples for Combinational Digital Circuit Design</vt:lpstr>
      <vt:lpstr>Parity-Checking Applications</vt:lpstr>
      <vt:lpstr>Parity Circuit</vt:lpstr>
      <vt:lpstr>Review of XOR and XNOR </vt:lpstr>
      <vt:lpstr>Comparator design</vt:lpstr>
      <vt:lpstr>Exercise</vt:lpstr>
      <vt:lpstr>Examples for Combinational Digital Circuit Design</vt:lpstr>
      <vt:lpstr>1-bit Adder</vt:lpstr>
      <vt:lpstr>A 4-bit ripple-carry adders</vt:lpstr>
      <vt:lpstr>Structure of addition/subtraction</vt:lpstr>
      <vt:lpstr>4-bits Signed Adder </vt:lpstr>
      <vt:lpstr>4-bit Add_Suber</vt:lpstr>
      <vt:lpstr>8-bit ALU</vt:lpstr>
      <vt:lpstr>PowerPoint 演示文稿</vt:lpstr>
      <vt:lpstr>PowerPoint 演示文稿</vt:lpstr>
      <vt:lpstr>VHDL  vs. Verilog</vt:lpstr>
      <vt:lpstr>TOP-DOWN Design</vt:lpstr>
      <vt:lpstr>Basic Verilog Modeling </vt:lpstr>
      <vt:lpstr>Fundamental rules of Verilog</vt:lpstr>
      <vt:lpstr>Verilog Design Styles</vt:lpstr>
      <vt:lpstr>Interconnections</vt:lpstr>
      <vt:lpstr>Organization of Center Processor Unit</vt:lpstr>
      <vt:lpstr>PowerPoint 演示文稿</vt:lpstr>
      <vt:lpstr>Required reading</vt:lpstr>
      <vt:lpstr>Homework2-1</vt:lpstr>
      <vt:lpstr>Homework2-1（ Additional questions 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PPT讲师李宝运</dc:creator>
  <cp:lastModifiedBy>Bo Yan</cp:lastModifiedBy>
  <cp:revision>964</cp:revision>
  <cp:lastPrinted>1601-01-01T00:00:00Z</cp:lastPrinted>
  <dcterms:created xsi:type="dcterms:W3CDTF">1601-01-01T00:00:00Z</dcterms:created>
  <dcterms:modified xsi:type="dcterms:W3CDTF">2026-03-21T03:46:25Z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Presentation">
    <vt:lpwstr>广东电网公司清远清城供电局 PPT模板  封面</vt:lpwstr>
  </property>
  <property fmtid="{D5CDD505-2E9C-101B-9397-08002B2CF9AE}" pid="4" name="SlideDescription">
    <vt:lpwstr/>
  </property>
</Properties>
</file>